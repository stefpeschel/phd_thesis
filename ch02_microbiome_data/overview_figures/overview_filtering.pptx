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3" r:id="rId1"/>
  </p:sldMasterIdLst>
  <p:notesMasterIdLst>
    <p:notesMasterId r:id="rId3"/>
  </p:notesMasterIdLst>
  <p:sldIdLst>
    <p:sldId id="258" r:id="rId2"/>
  </p:sldIdLst>
  <p:sldSz cx="14508163" cy="6372225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E2F1FE"/>
    <a:srgbClr val="FCFEFC"/>
    <a:srgbClr val="F0F7FE"/>
    <a:srgbClr val="C00000"/>
    <a:srgbClr val="D6EBFE"/>
    <a:srgbClr val="CAEDFE"/>
    <a:srgbClr val="E2E9F6"/>
    <a:srgbClr val="F2FAF2"/>
    <a:srgbClr val="F1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26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521" y="1042862"/>
            <a:ext cx="10881122" cy="2218478"/>
          </a:xfrm>
        </p:spPr>
        <p:txBody>
          <a:bodyPr anchor="b"/>
          <a:lstStyle>
            <a:lvl1pPr algn="ctr"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521" y="3346894"/>
            <a:ext cx="10881122" cy="1538479"/>
          </a:xfrm>
        </p:spPr>
        <p:txBody>
          <a:bodyPr/>
          <a:lstStyle>
            <a:lvl1pPr marL="0" indent="0" algn="ctr">
              <a:buNone/>
              <a:defRPr sz="2230"/>
            </a:lvl1pPr>
            <a:lvl2pPr marL="424830" indent="0" algn="ctr">
              <a:buNone/>
              <a:defRPr sz="1858"/>
            </a:lvl2pPr>
            <a:lvl3pPr marL="849660" indent="0" algn="ctr">
              <a:buNone/>
              <a:defRPr sz="1673"/>
            </a:lvl3pPr>
            <a:lvl4pPr marL="1274491" indent="0" algn="ctr">
              <a:buNone/>
              <a:defRPr sz="1487"/>
            </a:lvl4pPr>
            <a:lvl5pPr marL="1699321" indent="0" algn="ctr">
              <a:buNone/>
              <a:defRPr sz="1487"/>
            </a:lvl5pPr>
            <a:lvl6pPr marL="2124151" indent="0" algn="ctr">
              <a:buNone/>
              <a:defRPr sz="1487"/>
            </a:lvl6pPr>
            <a:lvl7pPr marL="2548981" indent="0" algn="ctr">
              <a:buNone/>
              <a:defRPr sz="1487"/>
            </a:lvl7pPr>
            <a:lvl8pPr marL="2973812" indent="0" algn="ctr">
              <a:buNone/>
              <a:defRPr sz="1487"/>
            </a:lvl8pPr>
            <a:lvl9pPr marL="3398642" indent="0" algn="ctr">
              <a:buNone/>
              <a:defRPr sz="148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8596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594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880" y="1588632"/>
            <a:ext cx="12513291" cy="2650668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880" y="4264376"/>
            <a:ext cx="12513291" cy="1393924"/>
          </a:xfrm>
        </p:spPr>
        <p:txBody>
          <a:bodyPr/>
          <a:lstStyle>
            <a:lvl1pPr marL="0" indent="0">
              <a:buNone/>
              <a:defRPr sz="2230">
                <a:solidFill>
                  <a:schemeClr val="tx1">
                    <a:tint val="75000"/>
                  </a:schemeClr>
                </a:solidFill>
              </a:defRPr>
            </a:lvl1pPr>
            <a:lvl2pPr marL="424830" indent="0">
              <a:buNone/>
              <a:defRPr sz="1858">
                <a:solidFill>
                  <a:schemeClr val="tx1">
                    <a:tint val="75000"/>
                  </a:schemeClr>
                </a:solidFill>
              </a:defRPr>
            </a:lvl2pPr>
            <a:lvl3pPr marL="849660" indent="0">
              <a:buNone/>
              <a:defRPr sz="1673">
                <a:solidFill>
                  <a:schemeClr val="tx1">
                    <a:tint val="75000"/>
                  </a:schemeClr>
                </a:solidFill>
              </a:defRPr>
            </a:lvl3pPr>
            <a:lvl4pPr marL="127449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4pPr>
            <a:lvl5pPr marL="169932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5pPr>
            <a:lvl6pPr marL="212415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6pPr>
            <a:lvl7pPr marL="254898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7pPr>
            <a:lvl8pPr marL="297381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8pPr>
            <a:lvl9pPr marL="339864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610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436" y="1696310"/>
            <a:ext cx="6165969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44758" y="1696310"/>
            <a:ext cx="6165969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200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39262"/>
            <a:ext cx="12513291" cy="123166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327" y="1562080"/>
            <a:ext cx="6137632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9327" y="2327632"/>
            <a:ext cx="6137632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44757" y="1562080"/>
            <a:ext cx="6167859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44757" y="2327632"/>
            <a:ext cx="6167859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8263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530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605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24815"/>
            <a:ext cx="4679260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859" y="917483"/>
            <a:ext cx="7344758" cy="4528410"/>
          </a:xfrm>
        </p:spPr>
        <p:txBody>
          <a:bodyPr/>
          <a:lstStyle>
            <a:lvl1pPr>
              <a:defRPr sz="2973"/>
            </a:lvl1pPr>
            <a:lvl2pPr>
              <a:defRPr sz="2602"/>
            </a:lvl2pPr>
            <a:lvl3pPr>
              <a:defRPr sz="2230"/>
            </a:lvl3pPr>
            <a:lvl4pPr>
              <a:defRPr sz="1858"/>
            </a:lvl4pPr>
            <a:lvl5pPr>
              <a:defRPr sz="1858"/>
            </a:lvl5pPr>
            <a:lvl6pPr>
              <a:defRPr sz="1858"/>
            </a:lvl6pPr>
            <a:lvl7pPr>
              <a:defRPr sz="1858"/>
            </a:lvl7pPr>
            <a:lvl8pPr>
              <a:defRPr sz="1858"/>
            </a:lvl8pPr>
            <a:lvl9pPr>
              <a:defRPr sz="185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11667"/>
            <a:ext cx="4679260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370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24815"/>
            <a:ext cx="4679260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67859" y="917483"/>
            <a:ext cx="7344758" cy="4528410"/>
          </a:xfrm>
        </p:spPr>
        <p:txBody>
          <a:bodyPr anchor="t"/>
          <a:lstStyle>
            <a:lvl1pPr marL="0" indent="0">
              <a:buNone/>
              <a:defRPr sz="2973"/>
            </a:lvl1pPr>
            <a:lvl2pPr marL="424830" indent="0">
              <a:buNone/>
              <a:defRPr sz="2602"/>
            </a:lvl2pPr>
            <a:lvl3pPr marL="849660" indent="0">
              <a:buNone/>
              <a:defRPr sz="2230"/>
            </a:lvl3pPr>
            <a:lvl4pPr marL="1274491" indent="0">
              <a:buNone/>
              <a:defRPr sz="1858"/>
            </a:lvl4pPr>
            <a:lvl5pPr marL="1699321" indent="0">
              <a:buNone/>
              <a:defRPr sz="1858"/>
            </a:lvl5pPr>
            <a:lvl6pPr marL="2124151" indent="0">
              <a:buNone/>
              <a:defRPr sz="1858"/>
            </a:lvl6pPr>
            <a:lvl7pPr marL="2548981" indent="0">
              <a:buNone/>
              <a:defRPr sz="1858"/>
            </a:lvl7pPr>
            <a:lvl8pPr marL="2973812" indent="0">
              <a:buNone/>
              <a:defRPr sz="1858"/>
            </a:lvl8pPr>
            <a:lvl9pPr marL="3398642" indent="0">
              <a:buNone/>
              <a:defRPr sz="185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11667"/>
            <a:ext cx="4679260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699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37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2404" y="339262"/>
            <a:ext cx="3128323" cy="54001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7436" y="339262"/>
            <a:ext cx="9203616" cy="540016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775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08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7436" y="339262"/>
            <a:ext cx="12513291" cy="1231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436" y="1696310"/>
            <a:ext cx="12513291" cy="4043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7436" y="5906109"/>
            <a:ext cx="326433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05829" y="5906109"/>
            <a:ext cx="4896505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6390" y="5906109"/>
            <a:ext cx="326433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9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sldNum="0" hdr="0" ftr="0" dt="0"/>
  <p:txStyles>
    <p:titleStyle>
      <a:lvl1pPr algn="l" defTabSz="849660" rtl="0" eaLnBrk="1" latinLnBrk="0" hangingPunct="1">
        <a:lnSpc>
          <a:spcPct val="90000"/>
        </a:lnSpc>
        <a:spcBef>
          <a:spcPct val="0"/>
        </a:spcBef>
        <a:buNone/>
        <a:defRPr sz="40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415" indent="-212415" algn="l" defTabSz="849660" rtl="0" eaLnBrk="1" latinLnBrk="0" hangingPunct="1">
        <a:lnSpc>
          <a:spcPct val="90000"/>
        </a:lnSpc>
        <a:spcBef>
          <a:spcPts val="929"/>
        </a:spcBef>
        <a:buFont typeface="Arial" panose="020B0604020202020204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1pPr>
      <a:lvl2pPr marL="637245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2230" kern="1200">
          <a:solidFill>
            <a:schemeClr val="tx1"/>
          </a:solidFill>
          <a:latin typeface="+mn-lt"/>
          <a:ea typeface="+mn-ea"/>
          <a:cs typeface="+mn-cs"/>
        </a:defRPr>
      </a:lvl2pPr>
      <a:lvl3pPr marL="106207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858" kern="1200">
          <a:solidFill>
            <a:schemeClr val="tx1"/>
          </a:solidFill>
          <a:latin typeface="+mn-lt"/>
          <a:ea typeface="+mn-ea"/>
          <a:cs typeface="+mn-cs"/>
        </a:defRPr>
      </a:lvl3pPr>
      <a:lvl4pPr marL="148690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91173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33656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76139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318622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61105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1pPr>
      <a:lvl2pPr marL="42483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84966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3pPr>
      <a:lvl4pPr marL="127449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69932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12415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54898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297381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39864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elle 44">
                <a:extLst>
                  <a:ext uri="{FF2B5EF4-FFF2-40B4-BE49-F238E27FC236}">
                    <a16:creationId xmlns:a16="http://schemas.microsoft.com/office/drawing/2014/main" id="{66065204-BA99-5852-CFFF-AA7A00BE2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212535"/>
                  </p:ext>
                </p:extLst>
              </p:nvPr>
            </p:nvGraphicFramePr>
            <p:xfrm>
              <a:off x="849575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elle 44">
                <a:extLst>
                  <a:ext uri="{FF2B5EF4-FFF2-40B4-BE49-F238E27FC236}">
                    <a16:creationId xmlns:a16="http://schemas.microsoft.com/office/drawing/2014/main" id="{66065204-BA99-5852-CFFF-AA7A00BE2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212535"/>
                  </p:ext>
                </p:extLst>
              </p:nvPr>
            </p:nvGraphicFramePr>
            <p:xfrm>
              <a:off x="849575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elle 45">
                <a:extLst>
                  <a:ext uri="{FF2B5EF4-FFF2-40B4-BE49-F238E27FC236}">
                    <a16:creationId xmlns:a16="http://schemas.microsoft.com/office/drawing/2014/main" id="{C005B5E0-7DA8-7E14-B0AD-4DAA4A056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63960"/>
                  </p:ext>
                </p:extLst>
              </p:nvPr>
            </p:nvGraphicFramePr>
            <p:xfrm>
              <a:off x="848400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elle 45">
                <a:extLst>
                  <a:ext uri="{FF2B5EF4-FFF2-40B4-BE49-F238E27FC236}">
                    <a16:creationId xmlns:a16="http://schemas.microsoft.com/office/drawing/2014/main" id="{C005B5E0-7DA8-7E14-B0AD-4DAA4A056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63960"/>
                  </p:ext>
                </p:extLst>
              </p:nvPr>
            </p:nvGraphicFramePr>
            <p:xfrm>
              <a:off x="848400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Shape 46">
            <a:extLst>
              <a:ext uri="{FF2B5EF4-FFF2-40B4-BE49-F238E27FC236}">
                <a16:creationId xmlns:a16="http://schemas.microsoft.com/office/drawing/2014/main" id="{BC4C4CCE-DA64-6DE9-60DA-F5DB418A5AA0}"/>
              </a:ext>
            </a:extLst>
          </p:cNvPr>
          <p:cNvSpPr/>
          <p:nvPr/>
        </p:nvSpPr>
        <p:spPr>
          <a:xfrm>
            <a:off x="1457560" y="3699326"/>
            <a:ext cx="39268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7BD2190-71B2-084D-374A-C96F12547D07}"/>
              </a:ext>
            </a:extLst>
          </p:cNvPr>
          <p:cNvSpPr txBox="1"/>
          <p:nvPr/>
        </p:nvSpPr>
        <p:spPr>
          <a:xfrm rot="16200000">
            <a:off x="-407321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DB5CF05-1A49-B8EF-DFF2-36DDD2C8D279}"/>
              </a:ext>
            </a:extLst>
          </p:cNvPr>
          <p:cNvSpPr txBox="1"/>
          <p:nvPr/>
        </p:nvSpPr>
        <p:spPr>
          <a:xfrm rot="16200000">
            <a:off x="-407322" y="482603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50" name="Geschweifte Klammer links 49">
            <a:extLst>
              <a:ext uri="{FF2B5EF4-FFF2-40B4-BE49-F238E27FC236}">
                <a16:creationId xmlns:a16="http://schemas.microsoft.com/office/drawing/2014/main" id="{F03E6F74-2AA3-ED26-ABB5-50E55059BD91}"/>
              </a:ext>
            </a:extLst>
          </p:cNvPr>
          <p:cNvSpPr/>
          <p:nvPr/>
        </p:nvSpPr>
        <p:spPr>
          <a:xfrm>
            <a:off x="318792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Geschweifte Klammer links 50">
            <a:extLst>
              <a:ext uri="{FF2B5EF4-FFF2-40B4-BE49-F238E27FC236}">
                <a16:creationId xmlns:a16="http://schemas.microsoft.com/office/drawing/2014/main" id="{1EAE1D10-2BD3-B096-BA41-659B427A819B}"/>
              </a:ext>
            </a:extLst>
          </p:cNvPr>
          <p:cNvSpPr/>
          <p:nvPr/>
        </p:nvSpPr>
        <p:spPr>
          <a:xfrm>
            <a:off x="318792" y="3817248"/>
            <a:ext cx="118872" cy="244726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32BED8D-31D1-9F36-73B1-91321AE4AFCA}"/>
              </a:ext>
            </a:extLst>
          </p:cNvPr>
          <p:cNvSpPr txBox="1"/>
          <p:nvPr/>
        </p:nvSpPr>
        <p:spPr>
          <a:xfrm>
            <a:off x="1453488" y="8280"/>
            <a:ext cx="3932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Aggregated count matrix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BF11ABC-63E4-D084-85C2-C9E79367A651}"/>
              </a:ext>
            </a:extLst>
          </p:cNvPr>
          <p:cNvGrpSpPr/>
          <p:nvPr/>
        </p:nvGrpSpPr>
        <p:grpSpPr>
          <a:xfrm>
            <a:off x="5498584" y="3213422"/>
            <a:ext cx="1142571" cy="953979"/>
            <a:chOff x="5460863" y="3213422"/>
            <a:chExt cx="1142571" cy="953979"/>
          </a:xfrm>
        </p:grpSpPr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C9D955D1-1658-227F-6858-47736CA235DE}"/>
                </a:ext>
              </a:extLst>
            </p:cNvPr>
            <p:cNvSpPr txBox="1"/>
            <p:nvPr/>
          </p:nvSpPr>
          <p:spPr>
            <a:xfrm>
              <a:off x="5460863" y="3213422"/>
              <a:ext cx="1119217" cy="95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dirty="0"/>
                <a:t>Filter</a:t>
              </a:r>
            </a:p>
            <a:p>
              <a:pPr algn="ctr">
                <a:lnSpc>
                  <a:spcPct val="150000"/>
                </a:lnSpc>
              </a:pPr>
              <a:r>
                <a:rPr lang="en-US" sz="2200" dirty="0"/>
                <a:t>samples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C2037899-4B96-3EA3-F9C7-5C087D2978D2}"/>
                </a:ext>
              </a:extLst>
            </p:cNvPr>
            <p:cNvCxnSpPr>
              <a:cxnSpLocks/>
            </p:cNvCxnSpPr>
            <p:nvPr/>
          </p:nvCxnSpPr>
          <p:spPr>
            <a:xfrm>
              <a:off x="5526185" y="3690892"/>
              <a:ext cx="107724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6" name="Tabelle 455">
                <a:extLst>
                  <a:ext uri="{FF2B5EF4-FFF2-40B4-BE49-F238E27FC236}">
                    <a16:creationId xmlns:a16="http://schemas.microsoft.com/office/drawing/2014/main" id="{48871BB7-8948-9894-CC83-63281AEEE9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401588"/>
                  </p:ext>
                </p:extLst>
              </p:nvPr>
            </p:nvGraphicFramePr>
            <p:xfrm>
              <a:off x="6742020" y="676552"/>
              <a:ext cx="3924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75772711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104225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6" name="Tabelle 455">
                <a:extLst>
                  <a:ext uri="{FF2B5EF4-FFF2-40B4-BE49-F238E27FC236}">
                    <a16:creationId xmlns:a16="http://schemas.microsoft.com/office/drawing/2014/main" id="{48871BB7-8948-9894-CC83-63281AEEE9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401588"/>
                  </p:ext>
                </p:extLst>
              </p:nvPr>
            </p:nvGraphicFramePr>
            <p:xfrm>
              <a:off x="6742020" y="676552"/>
              <a:ext cx="3924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75772711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104225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412" r="-5396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1000" t="-4412" r="-445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9307" t="-4412" r="-270297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73000" t="-4412" r="-173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8614" t="-4412" r="-990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449" r="-5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201449" r="-4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9307" t="-201449" r="-2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000" t="-201449" r="-1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8614" t="-201449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5882" r="-5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405882" r="-4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9307" t="-405882" r="-2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000" t="-4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8614" t="-4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7" name="Tabelle 456">
                <a:extLst>
                  <a:ext uri="{FF2B5EF4-FFF2-40B4-BE49-F238E27FC236}">
                    <a16:creationId xmlns:a16="http://schemas.microsoft.com/office/drawing/2014/main" id="{7576FD3B-A420-8357-E286-D50D90ED2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583521"/>
                  </p:ext>
                </p:extLst>
              </p:nvPr>
            </p:nvGraphicFramePr>
            <p:xfrm>
              <a:off x="6742020" y="3817794"/>
              <a:ext cx="3924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95039132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593654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7" name="Tabelle 456">
                <a:extLst>
                  <a:ext uri="{FF2B5EF4-FFF2-40B4-BE49-F238E27FC236}">
                    <a16:creationId xmlns:a16="http://schemas.microsoft.com/office/drawing/2014/main" id="{7576FD3B-A420-8357-E286-D50D90ED2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583521"/>
                  </p:ext>
                </p:extLst>
              </p:nvPr>
            </p:nvGraphicFramePr>
            <p:xfrm>
              <a:off x="6742020" y="3817794"/>
              <a:ext cx="3924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95039132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593654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5882" r="-53960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105882" r="-445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9307" t="-105882" r="-270297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3000" t="-105882" r="-173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8614" t="-105882" r="-990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5882" r="-5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305882" r="-4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9307" t="-305882" r="-2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3000" t="-3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8614" t="-3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8" name="Shape 46">
            <a:extLst>
              <a:ext uri="{FF2B5EF4-FFF2-40B4-BE49-F238E27FC236}">
                <a16:creationId xmlns:a16="http://schemas.microsoft.com/office/drawing/2014/main" id="{C5AA04B9-4F38-666A-A823-FCF28EECA5D1}"/>
              </a:ext>
            </a:extLst>
          </p:cNvPr>
          <p:cNvSpPr/>
          <p:nvPr/>
        </p:nvSpPr>
        <p:spPr>
          <a:xfrm>
            <a:off x="6741580" y="3693333"/>
            <a:ext cx="39244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Textfeld 473">
            <a:extLst>
              <a:ext uri="{FF2B5EF4-FFF2-40B4-BE49-F238E27FC236}">
                <a16:creationId xmlns:a16="http://schemas.microsoft.com/office/drawing/2014/main" id="{21B581CF-8E6B-8464-A6A9-BA81FF7D2508}"/>
              </a:ext>
            </a:extLst>
          </p:cNvPr>
          <p:cNvSpPr txBox="1"/>
          <p:nvPr/>
        </p:nvSpPr>
        <p:spPr>
          <a:xfrm>
            <a:off x="1457559" y="362897"/>
            <a:ext cx="3922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Genera</a:t>
            </a:r>
          </a:p>
        </p:txBody>
      </p:sp>
      <p:sp>
        <p:nvSpPr>
          <p:cNvPr id="476" name="Textfeld 475">
            <a:extLst>
              <a:ext uri="{FF2B5EF4-FFF2-40B4-BE49-F238E27FC236}">
                <a16:creationId xmlns:a16="http://schemas.microsoft.com/office/drawing/2014/main" id="{0F7F4138-07A4-3A82-DE17-13BF31ED739E}"/>
              </a:ext>
            </a:extLst>
          </p:cNvPr>
          <p:cNvSpPr txBox="1"/>
          <p:nvPr/>
        </p:nvSpPr>
        <p:spPr>
          <a:xfrm>
            <a:off x="6736773" y="375088"/>
            <a:ext cx="3922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Genera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2FC69B82-2203-EE8C-A122-A5DF40E14CF6}"/>
              </a:ext>
            </a:extLst>
          </p:cNvPr>
          <p:cNvSpPr txBox="1"/>
          <p:nvPr/>
        </p:nvSpPr>
        <p:spPr>
          <a:xfrm rot="16200000">
            <a:off x="-663716" y="2118799"/>
            <a:ext cx="24756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Samples</a:t>
            </a:r>
          </a:p>
        </p:txBody>
      </p:sp>
      <p:sp>
        <p:nvSpPr>
          <p:cNvPr id="478" name="Textfeld 477">
            <a:extLst>
              <a:ext uri="{FF2B5EF4-FFF2-40B4-BE49-F238E27FC236}">
                <a16:creationId xmlns:a16="http://schemas.microsoft.com/office/drawing/2014/main" id="{C26B1066-C433-9B72-03EB-F4B3441085CB}"/>
              </a:ext>
            </a:extLst>
          </p:cNvPr>
          <p:cNvSpPr txBox="1"/>
          <p:nvPr/>
        </p:nvSpPr>
        <p:spPr>
          <a:xfrm rot="16200000">
            <a:off x="-642940" y="4825709"/>
            <a:ext cx="2446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Samples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4082553-8322-271A-B2BB-AE47CBDE48C8}"/>
              </a:ext>
            </a:extLst>
          </p:cNvPr>
          <p:cNvCxnSpPr>
            <a:cxnSpLocks/>
          </p:cNvCxnSpPr>
          <p:nvPr/>
        </p:nvCxnSpPr>
        <p:spPr>
          <a:xfrm>
            <a:off x="1457559" y="2324100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E3C4887-A8E5-6935-D730-A4B4750D2554}"/>
              </a:ext>
            </a:extLst>
          </p:cNvPr>
          <p:cNvCxnSpPr>
            <a:cxnSpLocks/>
          </p:cNvCxnSpPr>
          <p:nvPr/>
        </p:nvCxnSpPr>
        <p:spPr>
          <a:xfrm>
            <a:off x="1457559" y="4215814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DD20117-22A6-CE2F-7ABB-8FE7CDE43B0B}"/>
              </a:ext>
            </a:extLst>
          </p:cNvPr>
          <p:cNvCxnSpPr>
            <a:cxnSpLocks/>
          </p:cNvCxnSpPr>
          <p:nvPr/>
        </p:nvCxnSpPr>
        <p:spPr>
          <a:xfrm flipH="1">
            <a:off x="1453488" y="2324100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F328178-7263-3C94-FC37-A86D0DD4811E}"/>
              </a:ext>
            </a:extLst>
          </p:cNvPr>
          <p:cNvCxnSpPr>
            <a:cxnSpLocks/>
          </p:cNvCxnSpPr>
          <p:nvPr/>
        </p:nvCxnSpPr>
        <p:spPr>
          <a:xfrm flipH="1">
            <a:off x="1453488" y="4215814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4637B5F-1D40-32D7-073D-EDD3C2E83770}"/>
              </a:ext>
            </a:extLst>
          </p:cNvPr>
          <p:cNvCxnSpPr>
            <a:cxnSpLocks/>
          </p:cNvCxnSpPr>
          <p:nvPr/>
        </p:nvCxnSpPr>
        <p:spPr>
          <a:xfrm>
            <a:off x="7368927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9CE77F2-122C-9460-9ACE-31C14B276F66}"/>
              </a:ext>
            </a:extLst>
          </p:cNvPr>
          <p:cNvCxnSpPr>
            <a:cxnSpLocks/>
          </p:cNvCxnSpPr>
          <p:nvPr/>
        </p:nvCxnSpPr>
        <p:spPr>
          <a:xfrm>
            <a:off x="9017473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30FEF92-4629-3089-3691-599EDE6C6A87}"/>
              </a:ext>
            </a:extLst>
          </p:cNvPr>
          <p:cNvCxnSpPr>
            <a:cxnSpLocks/>
          </p:cNvCxnSpPr>
          <p:nvPr/>
        </p:nvCxnSpPr>
        <p:spPr>
          <a:xfrm flipH="1">
            <a:off x="7368927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BB69E0C-5601-B742-150E-AB2E23473113}"/>
              </a:ext>
            </a:extLst>
          </p:cNvPr>
          <p:cNvCxnSpPr>
            <a:cxnSpLocks/>
          </p:cNvCxnSpPr>
          <p:nvPr/>
        </p:nvCxnSpPr>
        <p:spPr>
          <a:xfrm flipH="1">
            <a:off x="9017473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D0ED923-B280-3DE8-0028-8474259928A0}"/>
              </a:ext>
            </a:extLst>
          </p:cNvPr>
          <p:cNvCxnSpPr>
            <a:cxnSpLocks/>
          </p:cNvCxnSpPr>
          <p:nvPr/>
        </p:nvCxnSpPr>
        <p:spPr>
          <a:xfrm>
            <a:off x="7368927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1B38FA7-C202-4877-4945-580D18729A29}"/>
              </a:ext>
            </a:extLst>
          </p:cNvPr>
          <p:cNvCxnSpPr>
            <a:cxnSpLocks/>
          </p:cNvCxnSpPr>
          <p:nvPr/>
        </p:nvCxnSpPr>
        <p:spPr>
          <a:xfrm>
            <a:off x="9017473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E3B70E1-3633-D559-8232-C74A94713B84}"/>
              </a:ext>
            </a:extLst>
          </p:cNvPr>
          <p:cNvCxnSpPr>
            <a:cxnSpLocks/>
          </p:cNvCxnSpPr>
          <p:nvPr/>
        </p:nvCxnSpPr>
        <p:spPr>
          <a:xfrm flipH="1">
            <a:off x="7368927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A31A831-1D84-346F-4077-9475E8FFC1B7}"/>
              </a:ext>
            </a:extLst>
          </p:cNvPr>
          <p:cNvCxnSpPr>
            <a:cxnSpLocks/>
          </p:cNvCxnSpPr>
          <p:nvPr/>
        </p:nvCxnSpPr>
        <p:spPr>
          <a:xfrm flipH="1">
            <a:off x="9017473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FA4679B8-4BD7-F081-5959-4E8AB45AE77E}"/>
              </a:ext>
            </a:extLst>
          </p:cNvPr>
          <p:cNvGrpSpPr/>
          <p:nvPr/>
        </p:nvGrpSpPr>
        <p:grpSpPr>
          <a:xfrm>
            <a:off x="10767723" y="3212762"/>
            <a:ext cx="773160" cy="953979"/>
            <a:chOff x="10728876" y="3212762"/>
            <a:chExt cx="773160" cy="953979"/>
          </a:xfrm>
        </p:grpSpPr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4A6A6E1F-FB94-F0F4-4F54-E9E3DED22CC3}"/>
                </a:ext>
              </a:extLst>
            </p:cNvPr>
            <p:cNvSpPr txBox="1"/>
            <p:nvPr/>
          </p:nvSpPr>
          <p:spPr>
            <a:xfrm>
              <a:off x="10728876" y="3212762"/>
              <a:ext cx="773160" cy="95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dirty="0"/>
                <a:t>Filter</a:t>
              </a:r>
            </a:p>
            <a:p>
              <a:pPr algn="ctr">
                <a:lnSpc>
                  <a:spcPct val="150000"/>
                </a:lnSpc>
              </a:pPr>
              <a:r>
                <a:rPr lang="en-US" sz="2200" dirty="0"/>
                <a:t>taxa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8928380E-14DD-95C3-C62A-DB13192D74CA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V="1">
              <a:off x="10776150" y="3689752"/>
              <a:ext cx="725886" cy="4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745E270F-58E5-337C-13A4-F285590D5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709036"/>
                  </p:ext>
                </p:extLst>
              </p:nvPr>
            </p:nvGraphicFramePr>
            <p:xfrm>
              <a:off x="11649085" y="675892"/>
              <a:ext cx="270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745E270F-58E5-337C-13A4-F285590D5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709036"/>
                  </p:ext>
                </p:extLst>
              </p:nvPr>
            </p:nvGraphicFramePr>
            <p:xfrm>
              <a:off x="11649085" y="675892"/>
              <a:ext cx="270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412" r="-34059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72000" t="-4412" r="-173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39604" t="-4412" r="-990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01449" r="-34059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2000" t="-201449" r="-1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604" t="-201449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05882" r="-34059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2000" t="-4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604" t="-4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265A4D69-BFEA-27AC-766D-4B6BBB082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489631"/>
                  </p:ext>
                </p:extLst>
              </p:nvPr>
            </p:nvGraphicFramePr>
            <p:xfrm>
              <a:off x="11649085" y="3817134"/>
              <a:ext cx="270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265A4D69-BFEA-27AC-766D-4B6BBB082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489631"/>
                  </p:ext>
                </p:extLst>
              </p:nvPr>
            </p:nvGraphicFramePr>
            <p:xfrm>
              <a:off x="11649085" y="3817134"/>
              <a:ext cx="270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05882" r="-34059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2000" t="-105882" r="-173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9604" t="-105882" r="-990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305882" r="-34059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2000" t="-3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9604" t="-3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24A5153C-FBAD-974B-C384-E94B64C52EE3}"/>
              </a:ext>
            </a:extLst>
          </p:cNvPr>
          <p:cNvSpPr/>
          <p:nvPr/>
        </p:nvSpPr>
        <p:spPr>
          <a:xfrm>
            <a:off x="11648645" y="3692673"/>
            <a:ext cx="27004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7C7E998-5B1B-2F20-BFC7-894A9CBD76FD}"/>
              </a:ext>
            </a:extLst>
          </p:cNvPr>
          <p:cNvSpPr txBox="1"/>
          <p:nvPr/>
        </p:nvSpPr>
        <p:spPr>
          <a:xfrm>
            <a:off x="11551920" y="0"/>
            <a:ext cx="290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Filtered count matrix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61BEE88-A9FC-D04E-37C0-BB356ACF4B3A}"/>
              </a:ext>
            </a:extLst>
          </p:cNvPr>
          <p:cNvSpPr txBox="1"/>
          <p:nvPr/>
        </p:nvSpPr>
        <p:spPr>
          <a:xfrm>
            <a:off x="11642606" y="366808"/>
            <a:ext cx="269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Genera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258</Words>
  <Application>Microsoft Office PowerPoint</Application>
  <PresentationFormat>Benutzerdefiniert</PresentationFormat>
  <Paragraphs>248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58</cp:revision>
  <dcterms:created xsi:type="dcterms:W3CDTF">2026-05-10T08:14:00Z</dcterms:created>
  <dcterms:modified xsi:type="dcterms:W3CDTF">2026-07-05T06:39:42Z</dcterms:modified>
</cp:coreProperties>
</file>