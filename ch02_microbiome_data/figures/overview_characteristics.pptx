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6" r:id="rId1"/>
  </p:sldMasterIdLst>
  <p:notesMasterIdLst>
    <p:notesMasterId r:id="rId3"/>
  </p:notesMasterIdLst>
  <p:sldIdLst>
    <p:sldId id="258" r:id="rId2"/>
  </p:sldIdLst>
  <p:sldSz cx="11520488" cy="619125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CC79A7"/>
    <a:srgbClr val="ED7C2F"/>
    <a:srgbClr val="F9F9F9"/>
    <a:srgbClr val="E2F1FE"/>
    <a:srgbClr val="D6EBFE"/>
    <a:srgbClr val="CAEDFE"/>
    <a:srgbClr val="E2E9F6"/>
    <a:srgbClr val="F2FAF2"/>
    <a:srgbClr val="F1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94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1pPr>
    <a:lvl2pPr marL="340464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2pPr>
    <a:lvl3pPr marL="680927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3pPr>
    <a:lvl4pPr marL="1021391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4pPr>
    <a:lvl5pPr marL="1361854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5pPr>
    <a:lvl6pPr marL="1702318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6pPr>
    <a:lvl7pPr marL="2042782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7pPr>
    <a:lvl8pPr marL="2383245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8pPr>
    <a:lvl9pPr marL="2723709" algn="l" defTabSz="680927" rtl="0" eaLnBrk="1" latinLnBrk="0" hangingPunct="1">
      <a:defRPr sz="89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13244"/>
            <a:ext cx="8640366" cy="2155472"/>
          </a:xfrm>
        </p:spPr>
        <p:txBody>
          <a:bodyPr anchor="b"/>
          <a:lstStyle>
            <a:lvl1pPr algn="ctr">
              <a:defRPr sz="541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251840"/>
            <a:ext cx="8640366" cy="1494785"/>
          </a:xfrm>
        </p:spPr>
        <p:txBody>
          <a:bodyPr/>
          <a:lstStyle>
            <a:lvl1pPr marL="0" indent="0" algn="ctr">
              <a:buNone/>
              <a:defRPr sz="2167"/>
            </a:lvl1pPr>
            <a:lvl2pPr marL="412760" indent="0" algn="ctr">
              <a:buNone/>
              <a:defRPr sz="1806"/>
            </a:lvl2pPr>
            <a:lvl3pPr marL="825520" indent="0" algn="ctr">
              <a:buNone/>
              <a:defRPr sz="1625"/>
            </a:lvl3pPr>
            <a:lvl4pPr marL="1238280" indent="0" algn="ctr">
              <a:buNone/>
              <a:defRPr sz="1444"/>
            </a:lvl4pPr>
            <a:lvl5pPr marL="1651041" indent="0" algn="ctr">
              <a:buNone/>
              <a:defRPr sz="1444"/>
            </a:lvl5pPr>
            <a:lvl6pPr marL="2063801" indent="0" algn="ctr">
              <a:buNone/>
              <a:defRPr sz="1444"/>
            </a:lvl6pPr>
            <a:lvl7pPr marL="2476561" indent="0" algn="ctr">
              <a:buNone/>
              <a:defRPr sz="1444"/>
            </a:lvl7pPr>
            <a:lvl8pPr marL="2889321" indent="0" algn="ctr">
              <a:buNone/>
              <a:defRPr sz="1444"/>
            </a:lvl8pPr>
            <a:lvl9pPr marL="3302081" indent="0" algn="ctr">
              <a:buNone/>
              <a:defRPr sz="144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6676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3089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543514"/>
            <a:ext cx="9936421" cy="2575388"/>
          </a:xfrm>
        </p:spPr>
        <p:txBody>
          <a:bodyPr anchor="b"/>
          <a:lstStyle>
            <a:lvl1pPr>
              <a:defRPr sz="541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143266"/>
            <a:ext cx="9936421" cy="1354335"/>
          </a:xfrm>
        </p:spPr>
        <p:txBody>
          <a:bodyPr/>
          <a:lstStyle>
            <a:lvl1pPr marL="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1pPr>
            <a:lvl2pPr marL="412760" indent="0">
              <a:buNone/>
              <a:defRPr sz="1806">
                <a:solidFill>
                  <a:schemeClr val="tx1">
                    <a:tint val="75000"/>
                  </a:schemeClr>
                </a:solidFill>
              </a:defRPr>
            </a:lvl2pPr>
            <a:lvl3pPr marL="825520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3pPr>
            <a:lvl4pPr marL="1238280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4pPr>
            <a:lvl5pPr marL="1651041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5pPr>
            <a:lvl6pPr marL="2063801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6pPr>
            <a:lvl7pPr marL="2476561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7pPr>
            <a:lvl8pPr marL="2889321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8pPr>
            <a:lvl9pPr marL="3302081" indent="0">
              <a:buNone/>
              <a:defRPr sz="14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1010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648134"/>
            <a:ext cx="4896207" cy="39282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648134"/>
            <a:ext cx="4896207" cy="39282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745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29627"/>
            <a:ext cx="9936421" cy="119668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17717"/>
            <a:ext cx="4873706" cy="743809"/>
          </a:xfrm>
        </p:spPr>
        <p:txBody>
          <a:bodyPr anchor="b"/>
          <a:lstStyle>
            <a:lvl1pPr marL="0" indent="0">
              <a:buNone/>
              <a:defRPr sz="2167" b="1"/>
            </a:lvl1pPr>
            <a:lvl2pPr marL="412760" indent="0">
              <a:buNone/>
              <a:defRPr sz="1806" b="1"/>
            </a:lvl2pPr>
            <a:lvl3pPr marL="825520" indent="0">
              <a:buNone/>
              <a:defRPr sz="1625" b="1"/>
            </a:lvl3pPr>
            <a:lvl4pPr marL="1238280" indent="0">
              <a:buNone/>
              <a:defRPr sz="1444" b="1"/>
            </a:lvl4pPr>
            <a:lvl5pPr marL="1651041" indent="0">
              <a:buNone/>
              <a:defRPr sz="1444" b="1"/>
            </a:lvl5pPr>
            <a:lvl6pPr marL="2063801" indent="0">
              <a:buNone/>
              <a:defRPr sz="1444" b="1"/>
            </a:lvl6pPr>
            <a:lvl7pPr marL="2476561" indent="0">
              <a:buNone/>
              <a:defRPr sz="1444" b="1"/>
            </a:lvl7pPr>
            <a:lvl8pPr marL="2889321" indent="0">
              <a:buNone/>
              <a:defRPr sz="1444" b="1"/>
            </a:lvl8pPr>
            <a:lvl9pPr marL="3302081" indent="0">
              <a:buNone/>
              <a:defRPr sz="14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261526"/>
            <a:ext cx="4873706" cy="33263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17717"/>
            <a:ext cx="4897708" cy="743809"/>
          </a:xfrm>
        </p:spPr>
        <p:txBody>
          <a:bodyPr anchor="b"/>
          <a:lstStyle>
            <a:lvl1pPr marL="0" indent="0">
              <a:buNone/>
              <a:defRPr sz="2167" b="1"/>
            </a:lvl1pPr>
            <a:lvl2pPr marL="412760" indent="0">
              <a:buNone/>
              <a:defRPr sz="1806" b="1"/>
            </a:lvl2pPr>
            <a:lvl3pPr marL="825520" indent="0">
              <a:buNone/>
              <a:defRPr sz="1625" b="1"/>
            </a:lvl3pPr>
            <a:lvl4pPr marL="1238280" indent="0">
              <a:buNone/>
              <a:defRPr sz="1444" b="1"/>
            </a:lvl4pPr>
            <a:lvl5pPr marL="1651041" indent="0">
              <a:buNone/>
              <a:defRPr sz="1444" b="1"/>
            </a:lvl5pPr>
            <a:lvl6pPr marL="2063801" indent="0">
              <a:buNone/>
              <a:defRPr sz="1444" b="1"/>
            </a:lvl6pPr>
            <a:lvl7pPr marL="2476561" indent="0">
              <a:buNone/>
              <a:defRPr sz="1444" b="1"/>
            </a:lvl7pPr>
            <a:lvl8pPr marL="2889321" indent="0">
              <a:buNone/>
              <a:defRPr sz="1444" b="1"/>
            </a:lvl8pPr>
            <a:lvl9pPr marL="3302081" indent="0">
              <a:buNone/>
              <a:defRPr sz="14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261526"/>
            <a:ext cx="4897708" cy="33263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1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276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2177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12750"/>
            <a:ext cx="3715657" cy="1444625"/>
          </a:xfrm>
        </p:spPr>
        <p:txBody>
          <a:bodyPr anchor="b"/>
          <a:lstStyle>
            <a:lvl1pPr>
              <a:defRPr sz="28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891426"/>
            <a:ext cx="5832247" cy="4399800"/>
          </a:xfrm>
        </p:spPr>
        <p:txBody>
          <a:bodyPr/>
          <a:lstStyle>
            <a:lvl1pPr>
              <a:defRPr sz="2889"/>
            </a:lvl1pPr>
            <a:lvl2pPr>
              <a:defRPr sz="2528"/>
            </a:lvl2pPr>
            <a:lvl3pPr>
              <a:defRPr sz="2167"/>
            </a:lvl3pPr>
            <a:lvl4pPr>
              <a:defRPr sz="1806"/>
            </a:lvl4pPr>
            <a:lvl5pPr>
              <a:defRPr sz="1806"/>
            </a:lvl5pPr>
            <a:lvl6pPr>
              <a:defRPr sz="1806"/>
            </a:lvl6pPr>
            <a:lvl7pPr>
              <a:defRPr sz="1806"/>
            </a:lvl7pPr>
            <a:lvl8pPr>
              <a:defRPr sz="1806"/>
            </a:lvl8pPr>
            <a:lvl9pPr>
              <a:defRPr sz="180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857375"/>
            <a:ext cx="3715657" cy="3441017"/>
          </a:xfrm>
        </p:spPr>
        <p:txBody>
          <a:bodyPr/>
          <a:lstStyle>
            <a:lvl1pPr marL="0" indent="0">
              <a:buNone/>
              <a:defRPr sz="1444"/>
            </a:lvl1pPr>
            <a:lvl2pPr marL="412760" indent="0">
              <a:buNone/>
              <a:defRPr sz="1264"/>
            </a:lvl2pPr>
            <a:lvl3pPr marL="825520" indent="0">
              <a:buNone/>
              <a:defRPr sz="1083"/>
            </a:lvl3pPr>
            <a:lvl4pPr marL="1238280" indent="0">
              <a:buNone/>
              <a:defRPr sz="903"/>
            </a:lvl4pPr>
            <a:lvl5pPr marL="1651041" indent="0">
              <a:buNone/>
              <a:defRPr sz="903"/>
            </a:lvl5pPr>
            <a:lvl6pPr marL="2063801" indent="0">
              <a:buNone/>
              <a:defRPr sz="903"/>
            </a:lvl6pPr>
            <a:lvl7pPr marL="2476561" indent="0">
              <a:buNone/>
              <a:defRPr sz="903"/>
            </a:lvl7pPr>
            <a:lvl8pPr marL="2889321" indent="0">
              <a:buNone/>
              <a:defRPr sz="903"/>
            </a:lvl8pPr>
            <a:lvl9pPr marL="3302081" indent="0">
              <a:buNone/>
              <a:defRPr sz="90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0660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12750"/>
            <a:ext cx="3715657" cy="1444625"/>
          </a:xfrm>
        </p:spPr>
        <p:txBody>
          <a:bodyPr anchor="b"/>
          <a:lstStyle>
            <a:lvl1pPr>
              <a:defRPr sz="288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891426"/>
            <a:ext cx="5832247" cy="4399800"/>
          </a:xfrm>
        </p:spPr>
        <p:txBody>
          <a:bodyPr anchor="t"/>
          <a:lstStyle>
            <a:lvl1pPr marL="0" indent="0">
              <a:buNone/>
              <a:defRPr sz="2889"/>
            </a:lvl1pPr>
            <a:lvl2pPr marL="412760" indent="0">
              <a:buNone/>
              <a:defRPr sz="2528"/>
            </a:lvl2pPr>
            <a:lvl3pPr marL="825520" indent="0">
              <a:buNone/>
              <a:defRPr sz="2167"/>
            </a:lvl3pPr>
            <a:lvl4pPr marL="1238280" indent="0">
              <a:buNone/>
              <a:defRPr sz="1806"/>
            </a:lvl4pPr>
            <a:lvl5pPr marL="1651041" indent="0">
              <a:buNone/>
              <a:defRPr sz="1806"/>
            </a:lvl5pPr>
            <a:lvl6pPr marL="2063801" indent="0">
              <a:buNone/>
              <a:defRPr sz="1806"/>
            </a:lvl6pPr>
            <a:lvl7pPr marL="2476561" indent="0">
              <a:buNone/>
              <a:defRPr sz="1806"/>
            </a:lvl7pPr>
            <a:lvl8pPr marL="2889321" indent="0">
              <a:buNone/>
              <a:defRPr sz="1806"/>
            </a:lvl8pPr>
            <a:lvl9pPr marL="3302081" indent="0">
              <a:buNone/>
              <a:defRPr sz="1806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857375"/>
            <a:ext cx="3715657" cy="3441017"/>
          </a:xfrm>
        </p:spPr>
        <p:txBody>
          <a:bodyPr/>
          <a:lstStyle>
            <a:lvl1pPr marL="0" indent="0">
              <a:buNone/>
              <a:defRPr sz="1444"/>
            </a:lvl1pPr>
            <a:lvl2pPr marL="412760" indent="0">
              <a:buNone/>
              <a:defRPr sz="1264"/>
            </a:lvl2pPr>
            <a:lvl3pPr marL="825520" indent="0">
              <a:buNone/>
              <a:defRPr sz="1083"/>
            </a:lvl3pPr>
            <a:lvl4pPr marL="1238280" indent="0">
              <a:buNone/>
              <a:defRPr sz="903"/>
            </a:lvl4pPr>
            <a:lvl5pPr marL="1651041" indent="0">
              <a:buNone/>
              <a:defRPr sz="903"/>
            </a:lvl5pPr>
            <a:lvl6pPr marL="2063801" indent="0">
              <a:buNone/>
              <a:defRPr sz="903"/>
            </a:lvl6pPr>
            <a:lvl7pPr marL="2476561" indent="0">
              <a:buNone/>
              <a:defRPr sz="903"/>
            </a:lvl7pPr>
            <a:lvl8pPr marL="2889321" indent="0">
              <a:buNone/>
              <a:defRPr sz="903"/>
            </a:lvl8pPr>
            <a:lvl9pPr marL="3302081" indent="0">
              <a:buNone/>
              <a:defRPr sz="90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6411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8965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29627"/>
            <a:ext cx="2484105" cy="52467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29627"/>
            <a:ext cx="7308310" cy="52467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964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58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29627"/>
            <a:ext cx="9936421" cy="1196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648134"/>
            <a:ext cx="9936421" cy="3928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5738372"/>
            <a:ext cx="2592110" cy="329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5738372"/>
            <a:ext cx="3888165" cy="329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5738372"/>
            <a:ext cx="2592110" cy="329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98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</p:sldLayoutIdLst>
  <p:hf sldNum="0" hdr="0" ftr="0" dt="0"/>
  <p:txStyles>
    <p:titleStyle>
      <a:lvl1pPr algn="l" defTabSz="825520" rtl="0" eaLnBrk="1" latinLnBrk="0" hangingPunct="1">
        <a:lnSpc>
          <a:spcPct val="90000"/>
        </a:lnSpc>
        <a:spcBef>
          <a:spcPct val="0"/>
        </a:spcBef>
        <a:buNone/>
        <a:defRPr sz="39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6380" indent="-206380" algn="l" defTabSz="825520" rtl="0" eaLnBrk="1" latinLnBrk="0" hangingPunct="1">
        <a:lnSpc>
          <a:spcPct val="90000"/>
        </a:lnSpc>
        <a:spcBef>
          <a:spcPts val="903"/>
        </a:spcBef>
        <a:buFont typeface="Arial" panose="020B0604020202020204" pitchFamily="34" charset="0"/>
        <a:buChar char="•"/>
        <a:defRPr sz="2528" kern="1200">
          <a:solidFill>
            <a:schemeClr val="tx1"/>
          </a:solidFill>
          <a:latin typeface="+mn-lt"/>
          <a:ea typeface="+mn-ea"/>
          <a:cs typeface="+mn-cs"/>
        </a:defRPr>
      </a:lvl1pPr>
      <a:lvl2pPr marL="619140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2pPr>
      <a:lvl3pPr marL="1031900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6" kern="1200">
          <a:solidFill>
            <a:schemeClr val="tx1"/>
          </a:solidFill>
          <a:latin typeface="+mn-lt"/>
          <a:ea typeface="+mn-ea"/>
          <a:cs typeface="+mn-cs"/>
        </a:defRPr>
      </a:lvl3pPr>
      <a:lvl4pPr marL="1444661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857421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270181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682941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3095701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508461" indent="-206380" algn="l" defTabSz="82552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1pPr>
      <a:lvl2pPr marL="412760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2pPr>
      <a:lvl3pPr marL="825520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238280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51041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63801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76561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889321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302081" algn="l" defTabSz="825520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feld 576">
            <a:extLst>
              <a:ext uri="{FF2B5EF4-FFF2-40B4-BE49-F238E27FC236}">
                <a16:creationId xmlns:a16="http://schemas.microsoft.com/office/drawing/2014/main" id="{529C54F1-3956-F78C-C28F-5F335642F126}"/>
              </a:ext>
            </a:extLst>
          </p:cNvPr>
          <p:cNvSpPr txBox="1"/>
          <p:nvPr/>
        </p:nvSpPr>
        <p:spPr>
          <a:xfrm>
            <a:off x="1019082" y="230659"/>
            <a:ext cx="345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ASVs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78" name="Tabelle 577">
                <a:extLst>
                  <a:ext uri="{FF2B5EF4-FFF2-40B4-BE49-F238E27FC236}">
                    <a16:creationId xmlns:a16="http://schemas.microsoft.com/office/drawing/2014/main" id="{215C8FBF-AD20-0453-E9FD-97862FC7F3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802353"/>
                  </p:ext>
                </p:extLst>
              </p:nvPr>
            </p:nvGraphicFramePr>
            <p:xfrm>
              <a:off x="423600" y="522000"/>
              <a:ext cx="4068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92434111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2114167934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e-DE" sz="1800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824770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132641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78" name="Tabelle 577">
                <a:extLst>
                  <a:ext uri="{FF2B5EF4-FFF2-40B4-BE49-F238E27FC236}">
                    <a16:creationId xmlns:a16="http://schemas.microsoft.com/office/drawing/2014/main" id="{215C8FBF-AD20-0453-E9FD-97862FC7F3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802353"/>
                  </p:ext>
                </p:extLst>
              </p:nvPr>
            </p:nvGraphicFramePr>
            <p:xfrm>
              <a:off x="423600" y="522000"/>
              <a:ext cx="4068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92434111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2114167934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010" t="-1471" r="-463366" b="-6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2000" t="-1471" r="-297000" b="-6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8614" t="-1471" r="-123762" b="-6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8710" t="-1471" r="-806" b="-6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824770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1471" r="-569000" b="-5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710" t="-101471" r="-806" b="-5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1471" r="-569000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010" t="-201471" r="-463366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000" t="-201471" r="-297000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614" t="-201471" r="-123762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710" t="-201471" r="-806" b="-4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7101" r="-569000" b="-311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710" t="-297101" r="-806" b="-311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2941" r="-569000" b="-2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710" t="-402941" r="-806" b="-216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132641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2941" r="-569000" b="-1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010" t="-502941" r="-463366" b="-1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2000" t="-502941" r="-297000" b="-1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614" t="-502941" r="-123762" b="-1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710" t="-502941" r="-806" b="-116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2941" r="-569000" b="-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8710" t="-602941" r="-806" b="-16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0" name="Tabelle 579">
                <a:extLst>
                  <a:ext uri="{FF2B5EF4-FFF2-40B4-BE49-F238E27FC236}">
                    <a16:creationId xmlns:a16="http://schemas.microsoft.com/office/drawing/2014/main" id="{727105CF-AE49-0528-AA0C-5BDBCAAFDB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535033"/>
                  </p:ext>
                </p:extLst>
              </p:nvPr>
            </p:nvGraphicFramePr>
            <p:xfrm>
              <a:off x="5868823" y="512156"/>
              <a:ext cx="3456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49431877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37361673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87767551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0168636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244042672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408578686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0927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80" name="Tabelle 579">
                <a:extLst>
                  <a:ext uri="{FF2B5EF4-FFF2-40B4-BE49-F238E27FC236}">
                    <a16:creationId xmlns:a16="http://schemas.microsoft.com/office/drawing/2014/main" id="{727105CF-AE49-0528-AA0C-5BDBCAAFDB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535033"/>
                  </p:ext>
                </p:extLst>
              </p:nvPr>
            </p:nvGraphicFramePr>
            <p:xfrm>
              <a:off x="5868823" y="512156"/>
              <a:ext cx="3456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49431877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37361673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87767551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0168636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244042672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408578686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065" t="-1471" r="-806"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09274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81" name="Textfeld 580">
            <a:extLst>
              <a:ext uri="{FF2B5EF4-FFF2-40B4-BE49-F238E27FC236}">
                <a16:creationId xmlns:a16="http://schemas.microsoft.com/office/drawing/2014/main" id="{8A57F6BC-C088-FC9F-23BB-6BC96D51BD8F}"/>
              </a:ext>
            </a:extLst>
          </p:cNvPr>
          <p:cNvSpPr txBox="1"/>
          <p:nvPr/>
        </p:nvSpPr>
        <p:spPr>
          <a:xfrm>
            <a:off x="7389192" y="102385"/>
            <a:ext cx="1996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Compositionality</a:t>
            </a:r>
          </a:p>
        </p:txBody>
      </p:sp>
      <p:cxnSp>
        <p:nvCxnSpPr>
          <p:cNvPr id="582" name="Gerade Verbindung mit Pfeil 581">
            <a:extLst>
              <a:ext uri="{FF2B5EF4-FFF2-40B4-BE49-F238E27FC236}">
                <a16:creationId xmlns:a16="http://schemas.microsoft.com/office/drawing/2014/main" id="{7FAF1C5A-B564-5C81-F3A4-BF3041A4E876}"/>
              </a:ext>
            </a:extLst>
          </p:cNvPr>
          <p:cNvCxnSpPr>
            <a:cxnSpLocks/>
          </p:cNvCxnSpPr>
          <p:nvPr/>
        </p:nvCxnSpPr>
        <p:spPr>
          <a:xfrm flipV="1">
            <a:off x="4491600" y="722491"/>
            <a:ext cx="1078620" cy="40544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3" name="Textfeld 582">
                <a:extLst>
                  <a:ext uri="{FF2B5EF4-FFF2-40B4-BE49-F238E27FC236}">
                    <a16:creationId xmlns:a16="http://schemas.microsoft.com/office/drawing/2014/main" id="{7C01D6E9-17E5-E5EA-C872-B982F9764C23}"/>
                  </a:ext>
                </a:extLst>
              </p:cNvPr>
              <p:cNvSpPr txBox="1"/>
              <p:nvPr/>
            </p:nvSpPr>
            <p:spPr>
              <a:xfrm>
                <a:off x="9601219" y="294874"/>
                <a:ext cx="1492716" cy="84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3" name="Textfeld 582">
                <a:extLst>
                  <a:ext uri="{FF2B5EF4-FFF2-40B4-BE49-F238E27FC236}">
                    <a16:creationId xmlns:a16="http://schemas.microsoft.com/office/drawing/2014/main" id="{7C01D6E9-17E5-E5EA-C872-B982F9764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19" y="294874"/>
                <a:ext cx="1492716" cy="848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5" name="Gerade Verbindung mit Pfeil 584">
            <a:extLst>
              <a:ext uri="{FF2B5EF4-FFF2-40B4-BE49-F238E27FC236}">
                <a16:creationId xmlns:a16="http://schemas.microsoft.com/office/drawing/2014/main" id="{F15B00FB-8AC8-AB7E-3377-BCA5BFEDF905}"/>
              </a:ext>
            </a:extLst>
          </p:cNvPr>
          <p:cNvCxnSpPr>
            <a:cxnSpLocks/>
          </p:cNvCxnSpPr>
          <p:nvPr/>
        </p:nvCxnSpPr>
        <p:spPr>
          <a:xfrm>
            <a:off x="4491602" y="1948191"/>
            <a:ext cx="110727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6" name="Rechteck 585">
            <a:extLst>
              <a:ext uri="{FF2B5EF4-FFF2-40B4-BE49-F238E27FC236}">
                <a16:creationId xmlns:a16="http://schemas.microsoft.com/office/drawing/2014/main" id="{D14B875A-9DE6-443D-3865-C7D6D7019356}"/>
              </a:ext>
            </a:extLst>
          </p:cNvPr>
          <p:cNvSpPr/>
          <p:nvPr/>
        </p:nvSpPr>
        <p:spPr>
          <a:xfrm>
            <a:off x="5680378" y="102150"/>
            <a:ext cx="5413687" cy="11737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Textfeld 586">
            <a:extLst>
              <a:ext uri="{FF2B5EF4-FFF2-40B4-BE49-F238E27FC236}">
                <a16:creationId xmlns:a16="http://schemas.microsoft.com/office/drawing/2014/main" id="{C4497632-490D-91A8-6C9C-6447EE4B1570}"/>
              </a:ext>
            </a:extLst>
          </p:cNvPr>
          <p:cNvSpPr txBox="1"/>
          <p:nvPr/>
        </p:nvSpPr>
        <p:spPr>
          <a:xfrm>
            <a:off x="7142424" y="1582249"/>
            <a:ext cx="248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Library size variability</a:t>
            </a:r>
          </a:p>
        </p:txBody>
      </p:sp>
      <p:grpSp>
        <p:nvGrpSpPr>
          <p:cNvPr id="588" name="Gruppieren 587">
            <a:extLst>
              <a:ext uri="{FF2B5EF4-FFF2-40B4-BE49-F238E27FC236}">
                <a16:creationId xmlns:a16="http://schemas.microsoft.com/office/drawing/2014/main" id="{03D9C856-68F6-72B7-CB7D-A0BCE93456F2}"/>
              </a:ext>
            </a:extLst>
          </p:cNvPr>
          <p:cNvGrpSpPr/>
          <p:nvPr/>
        </p:nvGrpSpPr>
        <p:grpSpPr>
          <a:xfrm>
            <a:off x="6807261" y="2075165"/>
            <a:ext cx="3159923" cy="1586181"/>
            <a:chOff x="7017857" y="1854183"/>
            <a:chExt cx="3159923" cy="1586181"/>
          </a:xfrm>
        </p:grpSpPr>
        <p:sp>
          <p:nvSpPr>
            <p:cNvPr id="589" name="Rechteck 588">
              <a:extLst>
                <a:ext uri="{FF2B5EF4-FFF2-40B4-BE49-F238E27FC236}">
                  <a16:creationId xmlns:a16="http://schemas.microsoft.com/office/drawing/2014/main" id="{3D8576C4-182D-1E6B-3C05-A8105F069F28}"/>
                </a:ext>
              </a:extLst>
            </p:cNvPr>
            <p:cNvSpPr/>
            <p:nvPr/>
          </p:nvSpPr>
          <p:spPr>
            <a:xfrm>
              <a:off x="7550396" y="1942465"/>
              <a:ext cx="1756163" cy="10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echteck 589">
              <a:extLst>
                <a:ext uri="{FF2B5EF4-FFF2-40B4-BE49-F238E27FC236}">
                  <a16:creationId xmlns:a16="http://schemas.microsoft.com/office/drawing/2014/main" id="{552035E2-774D-2269-744D-237C4CC52C07}"/>
                </a:ext>
              </a:extLst>
            </p:cNvPr>
            <p:cNvSpPr/>
            <p:nvPr/>
          </p:nvSpPr>
          <p:spPr>
            <a:xfrm>
              <a:off x="7550398" y="2525947"/>
              <a:ext cx="472106" cy="10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1" name="Textfeld 590">
                  <a:extLst>
                    <a:ext uri="{FF2B5EF4-FFF2-40B4-BE49-F238E27FC236}">
                      <a16:creationId xmlns:a16="http://schemas.microsoft.com/office/drawing/2014/main" id="{289ACCD0-63F9-E3CD-BE0B-4AF7F475E340}"/>
                    </a:ext>
                  </a:extLst>
                </p:cNvPr>
                <p:cNvSpPr txBox="1"/>
                <p:nvPr/>
              </p:nvSpPr>
              <p:spPr>
                <a:xfrm>
                  <a:off x="7017857" y="1854183"/>
                  <a:ext cx="511550" cy="12741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591" name="Textfeld 590">
                  <a:extLst>
                    <a:ext uri="{FF2B5EF4-FFF2-40B4-BE49-F238E27FC236}">
                      <a16:creationId xmlns:a16="http://schemas.microsoft.com/office/drawing/2014/main" id="{289ACCD0-63F9-E3CD-BE0B-4AF7F475E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857" y="1854183"/>
                  <a:ext cx="511550" cy="12741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2" name="Rechteck 591">
              <a:extLst>
                <a:ext uri="{FF2B5EF4-FFF2-40B4-BE49-F238E27FC236}">
                  <a16:creationId xmlns:a16="http://schemas.microsoft.com/office/drawing/2014/main" id="{1E10885D-5097-5030-34F6-FC9F6F7BADC9}"/>
                </a:ext>
              </a:extLst>
            </p:cNvPr>
            <p:cNvSpPr/>
            <p:nvPr/>
          </p:nvSpPr>
          <p:spPr>
            <a:xfrm>
              <a:off x="7550396" y="2926550"/>
              <a:ext cx="2452123" cy="10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Textfeld 592">
              <a:extLst>
                <a:ext uri="{FF2B5EF4-FFF2-40B4-BE49-F238E27FC236}">
                  <a16:creationId xmlns:a16="http://schemas.microsoft.com/office/drawing/2014/main" id="{28518BC9-EC7E-83F9-19C8-66F10D56881D}"/>
                </a:ext>
              </a:extLst>
            </p:cNvPr>
            <p:cNvSpPr txBox="1"/>
            <p:nvPr/>
          </p:nvSpPr>
          <p:spPr>
            <a:xfrm>
              <a:off x="8310250" y="3101810"/>
              <a:ext cx="11076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Total count</a:t>
              </a:r>
            </a:p>
          </p:txBody>
        </p:sp>
        <p:cxnSp>
          <p:nvCxnSpPr>
            <p:cNvPr id="594" name="Gerader Verbinder 593">
              <a:extLst>
                <a:ext uri="{FF2B5EF4-FFF2-40B4-BE49-F238E27FC236}">
                  <a16:creationId xmlns:a16="http://schemas.microsoft.com/office/drawing/2014/main" id="{1871F8B8-D61B-F4D0-F6E8-30DB60FA8EED}"/>
                </a:ext>
              </a:extLst>
            </p:cNvPr>
            <p:cNvCxnSpPr>
              <a:cxnSpLocks/>
            </p:cNvCxnSpPr>
            <p:nvPr/>
          </p:nvCxnSpPr>
          <p:spPr>
            <a:xfrm>
              <a:off x="7550397" y="1854183"/>
              <a:ext cx="0" cy="12846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Gerader Verbinder 594">
              <a:extLst>
                <a:ext uri="{FF2B5EF4-FFF2-40B4-BE49-F238E27FC236}">
                  <a16:creationId xmlns:a16="http://schemas.microsoft.com/office/drawing/2014/main" id="{0AA32344-5CB1-EE94-C899-E14FEDDEF726}"/>
                </a:ext>
              </a:extLst>
            </p:cNvPr>
            <p:cNvCxnSpPr>
              <a:cxnSpLocks/>
            </p:cNvCxnSpPr>
            <p:nvPr/>
          </p:nvCxnSpPr>
          <p:spPr>
            <a:xfrm>
              <a:off x="7550397" y="3138829"/>
              <a:ext cx="2627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6" name="Rechteck 595">
              <a:extLst>
                <a:ext uri="{FF2B5EF4-FFF2-40B4-BE49-F238E27FC236}">
                  <a16:creationId xmlns:a16="http://schemas.microsoft.com/office/drawing/2014/main" id="{0CDBD992-1F34-3B65-E3B9-BE4283C473D1}"/>
                </a:ext>
              </a:extLst>
            </p:cNvPr>
            <p:cNvSpPr/>
            <p:nvPr/>
          </p:nvSpPr>
          <p:spPr>
            <a:xfrm>
              <a:off x="7550396" y="2331694"/>
              <a:ext cx="1077984" cy="10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7" name="Rechteck 596">
            <a:extLst>
              <a:ext uri="{FF2B5EF4-FFF2-40B4-BE49-F238E27FC236}">
                <a16:creationId xmlns:a16="http://schemas.microsoft.com/office/drawing/2014/main" id="{82562E63-06C3-2F71-2C48-9020998A3461}"/>
              </a:ext>
            </a:extLst>
          </p:cNvPr>
          <p:cNvSpPr/>
          <p:nvPr/>
        </p:nvSpPr>
        <p:spPr>
          <a:xfrm>
            <a:off x="5680379" y="1573650"/>
            <a:ext cx="5413687" cy="20612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Textfeld 597">
            <a:extLst>
              <a:ext uri="{FF2B5EF4-FFF2-40B4-BE49-F238E27FC236}">
                <a16:creationId xmlns:a16="http://schemas.microsoft.com/office/drawing/2014/main" id="{BC1BA7F3-F645-74B1-6894-B74FCC6CB193}"/>
              </a:ext>
            </a:extLst>
          </p:cNvPr>
          <p:cNvSpPr txBox="1"/>
          <p:nvPr/>
        </p:nvSpPr>
        <p:spPr>
          <a:xfrm>
            <a:off x="7109915" y="3940569"/>
            <a:ext cx="2554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Sparsity / Excess zeros</a:t>
            </a:r>
          </a:p>
        </p:txBody>
      </p:sp>
      <p:sp>
        <p:nvSpPr>
          <p:cNvPr id="599" name="Rechteck 598">
            <a:extLst>
              <a:ext uri="{FF2B5EF4-FFF2-40B4-BE49-F238E27FC236}">
                <a16:creationId xmlns:a16="http://schemas.microsoft.com/office/drawing/2014/main" id="{CF5E1FEF-C1A9-3A46-EDD2-0A87FBC13A7E}"/>
              </a:ext>
            </a:extLst>
          </p:cNvPr>
          <p:cNvSpPr/>
          <p:nvPr/>
        </p:nvSpPr>
        <p:spPr>
          <a:xfrm>
            <a:off x="5680379" y="3932698"/>
            <a:ext cx="5413687" cy="91299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0" name="Tabelle 599">
            <a:extLst>
              <a:ext uri="{FF2B5EF4-FFF2-40B4-BE49-F238E27FC236}">
                <a16:creationId xmlns:a16="http://schemas.microsoft.com/office/drawing/2014/main" id="{B735D34E-23D6-CF32-B501-2E8CB4BF4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400300"/>
              </p:ext>
            </p:extLst>
          </p:nvPr>
        </p:nvGraphicFramePr>
        <p:xfrm>
          <a:off x="5868823" y="4343716"/>
          <a:ext cx="4104000" cy="41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49431877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3736167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87767551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402016863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24404267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8578686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094419272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927461"/>
                  </a:ext>
                </a:extLst>
              </a:tr>
            </a:tbl>
          </a:graphicData>
        </a:graphic>
      </p:graphicFrame>
      <p:cxnSp>
        <p:nvCxnSpPr>
          <p:cNvPr id="602" name="Gerade Verbindung mit Pfeil 601">
            <a:extLst>
              <a:ext uri="{FF2B5EF4-FFF2-40B4-BE49-F238E27FC236}">
                <a16:creationId xmlns:a16="http://schemas.microsoft.com/office/drawing/2014/main" id="{A7CBFDC2-8212-0525-362D-50B30A8C63AD}"/>
              </a:ext>
            </a:extLst>
          </p:cNvPr>
          <p:cNvCxnSpPr>
            <a:cxnSpLocks/>
          </p:cNvCxnSpPr>
          <p:nvPr/>
        </p:nvCxnSpPr>
        <p:spPr>
          <a:xfrm>
            <a:off x="3734735" y="2388268"/>
            <a:ext cx="1864144" cy="198922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3" name="Gruppieren 602">
            <a:extLst>
              <a:ext uri="{FF2B5EF4-FFF2-40B4-BE49-F238E27FC236}">
                <a16:creationId xmlns:a16="http://schemas.microsoft.com/office/drawing/2014/main" id="{6F16D054-00C5-47AD-0064-28F9217C1205}"/>
              </a:ext>
            </a:extLst>
          </p:cNvPr>
          <p:cNvGrpSpPr/>
          <p:nvPr/>
        </p:nvGrpSpPr>
        <p:grpSpPr>
          <a:xfrm>
            <a:off x="743640" y="3974870"/>
            <a:ext cx="4068000" cy="2081612"/>
            <a:chOff x="576000" y="4150130"/>
            <a:chExt cx="4068000" cy="2081612"/>
          </a:xfrm>
        </p:grpSpPr>
        <p:sp>
          <p:nvSpPr>
            <p:cNvPr id="604" name="Textfeld 603">
              <a:extLst>
                <a:ext uri="{FF2B5EF4-FFF2-40B4-BE49-F238E27FC236}">
                  <a16:creationId xmlns:a16="http://schemas.microsoft.com/office/drawing/2014/main" id="{FC8297A3-C9CE-B640-5FF9-2B7534BA0FC2}"/>
                </a:ext>
              </a:extLst>
            </p:cNvPr>
            <p:cNvSpPr txBox="1"/>
            <p:nvPr/>
          </p:nvSpPr>
          <p:spPr>
            <a:xfrm>
              <a:off x="851442" y="4152647"/>
              <a:ext cx="35171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Overdispersion / heterogeneity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5" name="Textfeld 604">
                  <a:extLst>
                    <a:ext uri="{FF2B5EF4-FFF2-40B4-BE49-F238E27FC236}">
                      <a16:creationId xmlns:a16="http://schemas.microsoft.com/office/drawing/2014/main" id="{9F208898-C4B5-2CC8-2306-1077326AEFF0}"/>
                    </a:ext>
                  </a:extLst>
                </p:cNvPr>
                <p:cNvSpPr txBox="1"/>
                <p:nvPr/>
              </p:nvSpPr>
              <p:spPr>
                <a:xfrm>
                  <a:off x="612199" y="4645561"/>
                  <a:ext cx="439992" cy="12741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de-DE" sz="1600" dirty="0"/>
                </a:p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605" name="Textfeld 604">
                  <a:extLst>
                    <a:ext uri="{FF2B5EF4-FFF2-40B4-BE49-F238E27FC236}">
                      <a16:creationId xmlns:a16="http://schemas.microsoft.com/office/drawing/2014/main" id="{9F208898-C4B5-2CC8-2306-1077326AE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99" y="4645561"/>
                  <a:ext cx="439992" cy="12741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6" name="Textfeld 605">
              <a:extLst>
                <a:ext uri="{FF2B5EF4-FFF2-40B4-BE49-F238E27FC236}">
                  <a16:creationId xmlns:a16="http://schemas.microsoft.com/office/drawing/2014/main" id="{A5CE4E23-89A3-C432-3BD3-16DE5155D33E}"/>
                </a:ext>
              </a:extLst>
            </p:cNvPr>
            <p:cNvSpPr txBox="1"/>
            <p:nvPr/>
          </p:nvSpPr>
          <p:spPr>
            <a:xfrm>
              <a:off x="1622652" y="5893188"/>
              <a:ext cx="15660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Count (log scale)</a:t>
              </a:r>
            </a:p>
          </p:txBody>
        </p:sp>
        <p:cxnSp>
          <p:nvCxnSpPr>
            <p:cNvPr id="607" name="Gerader Verbinder 606">
              <a:extLst>
                <a:ext uri="{FF2B5EF4-FFF2-40B4-BE49-F238E27FC236}">
                  <a16:creationId xmlns:a16="http://schemas.microsoft.com/office/drawing/2014/main" id="{B196A42B-D613-BE1C-089C-12F62C98FC2F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39" y="4645561"/>
              <a:ext cx="0" cy="12846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Gerader Verbinder 607">
              <a:extLst>
                <a:ext uri="{FF2B5EF4-FFF2-40B4-BE49-F238E27FC236}">
                  <a16:creationId xmlns:a16="http://schemas.microsoft.com/office/drawing/2014/main" id="{BE0AA2B0-AAE1-DD7E-BB92-6BBA8574A178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39" y="5930207"/>
              <a:ext cx="26273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9" name="Rechteck 608">
              <a:extLst>
                <a:ext uri="{FF2B5EF4-FFF2-40B4-BE49-F238E27FC236}">
                  <a16:creationId xmlns:a16="http://schemas.microsoft.com/office/drawing/2014/main" id="{750C1B3A-EC37-2022-4C03-741B9546349A}"/>
                </a:ext>
              </a:extLst>
            </p:cNvPr>
            <p:cNvSpPr/>
            <p:nvPr/>
          </p:nvSpPr>
          <p:spPr>
            <a:xfrm>
              <a:off x="576000" y="4150130"/>
              <a:ext cx="4068000" cy="2061248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0" name="Gerader Verbinder 609">
              <a:extLst>
                <a:ext uri="{FF2B5EF4-FFF2-40B4-BE49-F238E27FC236}">
                  <a16:creationId xmlns:a16="http://schemas.microsoft.com/office/drawing/2014/main" id="{C5DC2AB6-9BF5-4684-CBE3-FCDC403026BE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38" y="4786023"/>
              <a:ext cx="186753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Gerader Verbinder 610">
              <a:extLst>
                <a:ext uri="{FF2B5EF4-FFF2-40B4-BE49-F238E27FC236}">
                  <a16:creationId xmlns:a16="http://schemas.microsoft.com/office/drawing/2014/main" id="{79E4DF69-CB74-AE8B-53D2-9D475EFD23E6}"/>
                </a:ext>
              </a:extLst>
            </p:cNvPr>
            <p:cNvCxnSpPr>
              <a:cxnSpLocks/>
            </p:cNvCxnSpPr>
            <p:nvPr/>
          </p:nvCxnSpPr>
          <p:spPr>
            <a:xfrm>
              <a:off x="1146001" y="5151783"/>
              <a:ext cx="7319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Gerader Verbinder 611">
              <a:extLst>
                <a:ext uri="{FF2B5EF4-FFF2-40B4-BE49-F238E27FC236}">
                  <a16:creationId xmlns:a16="http://schemas.microsoft.com/office/drawing/2014/main" id="{BE9B842E-7A00-ED6B-7D68-8168AEBE712B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38" y="5361333"/>
              <a:ext cx="14304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Gerader Verbinder 612">
              <a:extLst>
                <a:ext uri="{FF2B5EF4-FFF2-40B4-BE49-F238E27FC236}">
                  <a16:creationId xmlns:a16="http://schemas.microsoft.com/office/drawing/2014/main" id="{30AE52A1-E55B-0434-48FF-F06AEDCCD5BE}"/>
                </a:ext>
              </a:extLst>
            </p:cNvPr>
            <p:cNvCxnSpPr>
              <a:cxnSpLocks/>
              <a:endCxn id="615" idx="6"/>
            </p:cNvCxnSpPr>
            <p:nvPr/>
          </p:nvCxnSpPr>
          <p:spPr>
            <a:xfrm>
              <a:off x="1144736" y="5738523"/>
              <a:ext cx="3543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4" name="Ellipse 613">
              <a:extLst>
                <a:ext uri="{FF2B5EF4-FFF2-40B4-BE49-F238E27FC236}">
                  <a16:creationId xmlns:a16="http://schemas.microsoft.com/office/drawing/2014/main" id="{F030AAD5-07C0-DA6F-2369-64A0EDF21A8A}"/>
                </a:ext>
              </a:extLst>
            </p:cNvPr>
            <p:cNvSpPr/>
            <p:nvPr/>
          </p:nvSpPr>
          <p:spPr>
            <a:xfrm>
              <a:off x="2957661" y="4735184"/>
              <a:ext cx="108000" cy="108000"/>
            </a:xfrm>
            <a:prstGeom prst="ellipse">
              <a:avLst/>
            </a:prstGeom>
            <a:solidFill>
              <a:srgbClr val="CC7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Ellipse 614">
              <a:extLst>
                <a:ext uri="{FF2B5EF4-FFF2-40B4-BE49-F238E27FC236}">
                  <a16:creationId xmlns:a16="http://schemas.microsoft.com/office/drawing/2014/main" id="{A2B6EC1E-1BC0-3469-A9F2-96172D11F068}"/>
                </a:ext>
              </a:extLst>
            </p:cNvPr>
            <p:cNvSpPr/>
            <p:nvPr/>
          </p:nvSpPr>
          <p:spPr>
            <a:xfrm>
              <a:off x="1391063" y="5684523"/>
              <a:ext cx="108000" cy="108000"/>
            </a:xfrm>
            <a:prstGeom prst="ellipse">
              <a:avLst/>
            </a:prstGeom>
            <a:solidFill>
              <a:srgbClr val="CC7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Ellipse 615">
              <a:extLst>
                <a:ext uri="{FF2B5EF4-FFF2-40B4-BE49-F238E27FC236}">
                  <a16:creationId xmlns:a16="http://schemas.microsoft.com/office/drawing/2014/main" id="{2C232652-7D7D-6DD2-3214-58DFBFEB3FCB}"/>
                </a:ext>
              </a:extLst>
            </p:cNvPr>
            <p:cNvSpPr/>
            <p:nvPr/>
          </p:nvSpPr>
          <p:spPr>
            <a:xfrm>
              <a:off x="1169880" y="5095872"/>
              <a:ext cx="108000" cy="108000"/>
            </a:xfrm>
            <a:prstGeom prst="ellipse">
              <a:avLst/>
            </a:prstGeom>
            <a:solidFill>
              <a:srgbClr val="CC7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Ellipse 616">
              <a:extLst>
                <a:ext uri="{FF2B5EF4-FFF2-40B4-BE49-F238E27FC236}">
                  <a16:creationId xmlns:a16="http://schemas.microsoft.com/office/drawing/2014/main" id="{BA6FDF70-7255-9B3A-4AD8-35EE3DCEC252}"/>
                </a:ext>
              </a:extLst>
            </p:cNvPr>
            <p:cNvSpPr/>
            <p:nvPr/>
          </p:nvSpPr>
          <p:spPr>
            <a:xfrm>
              <a:off x="1233781" y="5305086"/>
              <a:ext cx="108000" cy="108000"/>
            </a:xfrm>
            <a:prstGeom prst="ellipse">
              <a:avLst/>
            </a:prstGeom>
            <a:solidFill>
              <a:srgbClr val="CC7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19" name="Gerade Verbindung mit Pfeil 618">
            <a:extLst>
              <a:ext uri="{FF2B5EF4-FFF2-40B4-BE49-F238E27FC236}">
                <a16:creationId xmlns:a16="http://schemas.microsoft.com/office/drawing/2014/main" id="{7F02AAAC-85E1-E4B4-ECCF-CB3018E12A1E}"/>
              </a:ext>
            </a:extLst>
          </p:cNvPr>
          <p:cNvCxnSpPr>
            <a:cxnSpLocks/>
          </p:cNvCxnSpPr>
          <p:nvPr/>
        </p:nvCxnSpPr>
        <p:spPr>
          <a:xfrm>
            <a:off x="1340947" y="3434839"/>
            <a:ext cx="0" cy="46691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0" name="Textfeld 619">
            <a:extLst>
              <a:ext uri="{FF2B5EF4-FFF2-40B4-BE49-F238E27FC236}">
                <a16:creationId xmlns:a16="http://schemas.microsoft.com/office/drawing/2014/main" id="{7915706B-3370-FBF1-0B5B-3EF1A8338745}"/>
              </a:ext>
            </a:extLst>
          </p:cNvPr>
          <p:cNvSpPr txBox="1"/>
          <p:nvPr/>
        </p:nvSpPr>
        <p:spPr>
          <a:xfrm>
            <a:off x="7234502" y="5148614"/>
            <a:ext cx="23054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High dimensionality</a:t>
            </a:r>
          </a:p>
        </p:txBody>
      </p:sp>
      <p:sp>
        <p:nvSpPr>
          <p:cNvPr id="621" name="Rechteck 620">
            <a:extLst>
              <a:ext uri="{FF2B5EF4-FFF2-40B4-BE49-F238E27FC236}">
                <a16:creationId xmlns:a16="http://schemas.microsoft.com/office/drawing/2014/main" id="{22700914-1C05-00F7-C72C-87F536ACC2F0}"/>
              </a:ext>
            </a:extLst>
          </p:cNvPr>
          <p:cNvSpPr/>
          <p:nvPr/>
        </p:nvSpPr>
        <p:spPr>
          <a:xfrm>
            <a:off x="5680378" y="5143490"/>
            <a:ext cx="5413687" cy="91299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2" name="Textfeld 621">
                <a:extLst>
                  <a:ext uri="{FF2B5EF4-FFF2-40B4-BE49-F238E27FC236}">
                    <a16:creationId xmlns:a16="http://schemas.microsoft.com/office/drawing/2014/main" id="{01C70B69-B7E0-29FE-169C-98C58010916D}"/>
                  </a:ext>
                </a:extLst>
              </p:cNvPr>
              <p:cNvSpPr txBox="1"/>
              <p:nvPr/>
            </p:nvSpPr>
            <p:spPr>
              <a:xfrm>
                <a:off x="7865990" y="5547429"/>
                <a:ext cx="10146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de-DE" sz="2200" b="1" i="1"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de-DE" sz="2200" b="1" i="1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622" name="Textfeld 621">
                <a:extLst>
                  <a:ext uri="{FF2B5EF4-FFF2-40B4-BE49-F238E27FC236}">
                    <a16:creationId xmlns:a16="http://schemas.microsoft.com/office/drawing/2014/main" id="{01C70B69-B7E0-29FE-169C-98C580109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990" y="5547429"/>
                <a:ext cx="1014637" cy="430887"/>
              </a:xfrm>
              <a:prstGeom prst="rect">
                <a:avLst/>
              </a:prstGeom>
              <a:blipFill>
                <a:blip r:embed="rId7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9" name="Rechteck 578">
            <a:extLst>
              <a:ext uri="{FF2B5EF4-FFF2-40B4-BE49-F238E27FC236}">
                <a16:creationId xmlns:a16="http://schemas.microsoft.com/office/drawing/2014/main" id="{06FF8B1F-2A50-267D-4454-5710E0529720}"/>
              </a:ext>
            </a:extLst>
          </p:cNvPr>
          <p:cNvSpPr/>
          <p:nvPr/>
        </p:nvSpPr>
        <p:spPr>
          <a:xfrm>
            <a:off x="1038460" y="935673"/>
            <a:ext cx="3453140" cy="414000"/>
          </a:xfrm>
          <a:prstGeom prst="rect">
            <a:avLst/>
          </a:prstGeom>
          <a:noFill/>
          <a:ln w="317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4" name="Rechteck 583">
            <a:extLst>
              <a:ext uri="{FF2B5EF4-FFF2-40B4-BE49-F238E27FC236}">
                <a16:creationId xmlns:a16="http://schemas.microsoft.com/office/drawing/2014/main" id="{01609811-CA41-30DA-2B2C-10FF1F77CC29}"/>
              </a:ext>
            </a:extLst>
          </p:cNvPr>
          <p:cNvSpPr/>
          <p:nvPr/>
        </p:nvSpPr>
        <p:spPr>
          <a:xfrm>
            <a:off x="3733800" y="1764018"/>
            <a:ext cx="756000" cy="414000"/>
          </a:xfrm>
          <a:prstGeom prst="rect">
            <a:avLst/>
          </a:prstGeom>
          <a:noFill/>
          <a:ln w="31750">
            <a:solidFill>
              <a:srgbClr val="ED7C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Rechteck 600">
            <a:extLst>
              <a:ext uri="{FF2B5EF4-FFF2-40B4-BE49-F238E27FC236}">
                <a16:creationId xmlns:a16="http://schemas.microsoft.com/office/drawing/2014/main" id="{2512A6AE-EB37-D18C-F994-C0220C03E4D9}"/>
              </a:ext>
            </a:extLst>
          </p:cNvPr>
          <p:cNvSpPr/>
          <p:nvPr/>
        </p:nvSpPr>
        <p:spPr>
          <a:xfrm>
            <a:off x="3122733" y="2181465"/>
            <a:ext cx="612000" cy="414000"/>
          </a:xfrm>
          <a:prstGeom prst="rect">
            <a:avLst/>
          </a:prstGeom>
          <a:noFill/>
          <a:ln w="317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8" name="Rechteck 617">
            <a:extLst>
              <a:ext uri="{FF2B5EF4-FFF2-40B4-BE49-F238E27FC236}">
                <a16:creationId xmlns:a16="http://schemas.microsoft.com/office/drawing/2014/main" id="{D232F7F0-8F35-49E4-E108-B18CD6921A8C}"/>
              </a:ext>
            </a:extLst>
          </p:cNvPr>
          <p:cNvSpPr/>
          <p:nvPr/>
        </p:nvSpPr>
        <p:spPr>
          <a:xfrm>
            <a:off x="1034947" y="935675"/>
            <a:ext cx="612000" cy="2485565"/>
          </a:xfrm>
          <a:prstGeom prst="rect">
            <a:avLst/>
          </a:prstGeom>
          <a:noFill/>
          <a:ln w="31750">
            <a:solidFill>
              <a:srgbClr val="CC7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4ACFBFF-F860-0080-C523-92AD8816979C}"/>
              </a:ext>
            </a:extLst>
          </p:cNvPr>
          <p:cNvSpPr txBox="1"/>
          <p:nvPr/>
        </p:nvSpPr>
        <p:spPr>
          <a:xfrm rot="16200000">
            <a:off x="-942848" y="1985202"/>
            <a:ext cx="2499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99</Words>
  <Application>Microsoft Office PowerPoint</Application>
  <PresentationFormat>Benutzerdefiniert</PresentationFormat>
  <Paragraphs>84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59</cp:revision>
  <dcterms:created xsi:type="dcterms:W3CDTF">2026-05-10T08:14:00Z</dcterms:created>
  <dcterms:modified xsi:type="dcterms:W3CDTF">2026-06-16T17:49:39Z</dcterms:modified>
</cp:coreProperties>
</file>