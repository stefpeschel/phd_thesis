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notesMasterIdLst>
    <p:notesMasterId r:id="rId3"/>
  </p:notesMasterIdLst>
  <p:sldIdLst>
    <p:sldId id="258" r:id="rId2"/>
  </p:sldIdLst>
  <p:sldSz cx="12599988" cy="558006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1FE"/>
    <a:srgbClr val="D6EBFE"/>
    <a:srgbClr val="CAEDFE"/>
    <a:srgbClr val="E2E9F6"/>
    <a:srgbClr val="F2FAF2"/>
    <a:srgbClr val="F1F6FD"/>
    <a:srgbClr val="EDF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134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1pPr>
    <a:lvl2pPr marL="36073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2pPr>
    <a:lvl3pPr marL="72147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3pPr>
    <a:lvl4pPr marL="108221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4pPr>
    <a:lvl5pPr marL="1442950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5pPr>
    <a:lvl6pPr marL="1803688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6pPr>
    <a:lvl7pPr marL="2164425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7pPr>
    <a:lvl8pPr marL="2525163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8pPr>
    <a:lvl9pPr marL="2885901" algn="l" defTabSz="721475" rtl="0" eaLnBrk="1" latinLnBrk="0" hangingPunct="1">
      <a:defRPr sz="94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913219"/>
            <a:ext cx="9449991" cy="1942689"/>
          </a:xfrm>
        </p:spPr>
        <p:txBody>
          <a:bodyPr anchor="b"/>
          <a:lstStyle>
            <a:lvl1pPr algn="ctr"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2930825"/>
            <a:ext cx="9449991" cy="1347223"/>
          </a:xfrm>
        </p:spPr>
        <p:txBody>
          <a:bodyPr/>
          <a:lstStyle>
            <a:lvl1pPr marL="0" indent="0" algn="ctr">
              <a:buNone/>
              <a:defRPr sz="1953"/>
            </a:lvl1pPr>
            <a:lvl2pPr marL="372024" indent="0" algn="ctr">
              <a:buNone/>
              <a:defRPr sz="1627"/>
            </a:lvl2pPr>
            <a:lvl3pPr marL="744047" indent="0" algn="ctr">
              <a:buNone/>
              <a:defRPr sz="1465"/>
            </a:lvl3pPr>
            <a:lvl4pPr marL="1116071" indent="0" algn="ctr">
              <a:buNone/>
              <a:defRPr sz="1302"/>
            </a:lvl4pPr>
            <a:lvl5pPr marL="1488095" indent="0" algn="ctr">
              <a:buNone/>
              <a:defRPr sz="1302"/>
            </a:lvl5pPr>
            <a:lvl6pPr marL="1860118" indent="0" algn="ctr">
              <a:buNone/>
              <a:defRPr sz="1302"/>
            </a:lvl6pPr>
            <a:lvl7pPr marL="2232142" indent="0" algn="ctr">
              <a:buNone/>
              <a:defRPr sz="1302"/>
            </a:lvl7pPr>
            <a:lvl8pPr marL="2604165" indent="0" algn="ctr">
              <a:buNone/>
              <a:defRPr sz="1302"/>
            </a:lvl8pPr>
            <a:lvl9pPr marL="2976189" indent="0" algn="ctr">
              <a:buNone/>
              <a:defRPr sz="130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0665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1987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391141"/>
            <a:ext cx="10867490" cy="2321151"/>
          </a:xfrm>
        </p:spPr>
        <p:txBody>
          <a:bodyPr anchor="b"/>
          <a:lstStyle>
            <a:lvl1pPr>
              <a:defRPr sz="488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3734251"/>
            <a:ext cx="10867490" cy="1220638"/>
          </a:xfrm>
        </p:spPr>
        <p:txBody>
          <a:bodyPr/>
          <a:lstStyle>
            <a:lvl1pPr marL="0" indent="0">
              <a:buNone/>
              <a:defRPr sz="1953">
                <a:solidFill>
                  <a:schemeClr val="tx1">
                    <a:tint val="75000"/>
                  </a:schemeClr>
                </a:solidFill>
              </a:defRPr>
            </a:lvl1pPr>
            <a:lvl2pPr marL="372024" indent="0">
              <a:buNone/>
              <a:defRPr sz="1627">
                <a:solidFill>
                  <a:schemeClr val="tx1">
                    <a:tint val="75000"/>
                  </a:schemeClr>
                </a:solidFill>
              </a:defRPr>
            </a:lvl2pPr>
            <a:lvl3pPr marL="744047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3pPr>
            <a:lvl4pPr marL="1116071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4pPr>
            <a:lvl5pPr marL="148809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5pPr>
            <a:lvl6pPr marL="1860118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6pPr>
            <a:lvl7pPr marL="2232142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7pPr>
            <a:lvl8pPr marL="2604165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8pPr>
            <a:lvl9pPr marL="2976189" indent="0">
              <a:buNone/>
              <a:defRPr sz="130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7396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485433"/>
            <a:ext cx="5354995" cy="354049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097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297087"/>
            <a:ext cx="10867490" cy="107855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367891"/>
            <a:ext cx="5330385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038273"/>
            <a:ext cx="5330385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367891"/>
            <a:ext cx="5356636" cy="670382"/>
          </a:xfrm>
        </p:spPr>
        <p:txBody>
          <a:bodyPr anchor="b"/>
          <a:lstStyle>
            <a:lvl1pPr marL="0" indent="0">
              <a:buNone/>
              <a:defRPr sz="1953" b="1"/>
            </a:lvl1pPr>
            <a:lvl2pPr marL="372024" indent="0">
              <a:buNone/>
              <a:defRPr sz="1627" b="1"/>
            </a:lvl2pPr>
            <a:lvl3pPr marL="744047" indent="0">
              <a:buNone/>
              <a:defRPr sz="1465" b="1"/>
            </a:lvl3pPr>
            <a:lvl4pPr marL="1116071" indent="0">
              <a:buNone/>
              <a:defRPr sz="1302" b="1"/>
            </a:lvl4pPr>
            <a:lvl5pPr marL="1488095" indent="0">
              <a:buNone/>
              <a:defRPr sz="1302" b="1"/>
            </a:lvl5pPr>
            <a:lvl6pPr marL="1860118" indent="0">
              <a:buNone/>
              <a:defRPr sz="1302" b="1"/>
            </a:lvl6pPr>
            <a:lvl7pPr marL="2232142" indent="0">
              <a:buNone/>
              <a:defRPr sz="1302" b="1"/>
            </a:lvl7pPr>
            <a:lvl8pPr marL="2604165" indent="0">
              <a:buNone/>
              <a:defRPr sz="1302" b="1"/>
            </a:lvl8pPr>
            <a:lvl9pPr marL="2976189" indent="0">
              <a:buNone/>
              <a:defRPr sz="130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038273"/>
            <a:ext cx="5356636" cy="299799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8675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41247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110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803426"/>
            <a:ext cx="6378744" cy="3965461"/>
          </a:xfrm>
        </p:spPr>
        <p:txBody>
          <a:bodyPr/>
          <a:lstStyle>
            <a:lvl1pPr>
              <a:defRPr sz="2604"/>
            </a:lvl1pPr>
            <a:lvl2pPr>
              <a:defRPr sz="2278"/>
            </a:lvl2pPr>
            <a:lvl3pPr>
              <a:defRPr sz="1953"/>
            </a:lvl3pPr>
            <a:lvl4pPr>
              <a:defRPr sz="1627"/>
            </a:lvl4pPr>
            <a:lvl5pPr>
              <a:defRPr sz="1627"/>
            </a:lvl5pPr>
            <a:lvl6pPr>
              <a:defRPr sz="1627"/>
            </a:lvl6pPr>
            <a:lvl7pPr>
              <a:defRPr sz="1627"/>
            </a:lvl7pPr>
            <a:lvl8pPr>
              <a:defRPr sz="1627"/>
            </a:lvl8pPr>
            <a:lvl9pPr>
              <a:defRPr sz="162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524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372004"/>
            <a:ext cx="4063824" cy="1302015"/>
          </a:xfrm>
        </p:spPr>
        <p:txBody>
          <a:bodyPr anchor="b"/>
          <a:lstStyle>
            <a:lvl1pPr>
              <a:defRPr sz="260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803426"/>
            <a:ext cx="6378744" cy="3965461"/>
          </a:xfrm>
        </p:spPr>
        <p:txBody>
          <a:bodyPr anchor="t"/>
          <a:lstStyle>
            <a:lvl1pPr marL="0" indent="0">
              <a:buNone/>
              <a:defRPr sz="2604"/>
            </a:lvl1pPr>
            <a:lvl2pPr marL="372024" indent="0">
              <a:buNone/>
              <a:defRPr sz="2278"/>
            </a:lvl2pPr>
            <a:lvl3pPr marL="744047" indent="0">
              <a:buNone/>
              <a:defRPr sz="1953"/>
            </a:lvl3pPr>
            <a:lvl4pPr marL="1116071" indent="0">
              <a:buNone/>
              <a:defRPr sz="1627"/>
            </a:lvl4pPr>
            <a:lvl5pPr marL="1488095" indent="0">
              <a:buNone/>
              <a:defRPr sz="1627"/>
            </a:lvl5pPr>
            <a:lvl6pPr marL="1860118" indent="0">
              <a:buNone/>
              <a:defRPr sz="1627"/>
            </a:lvl6pPr>
            <a:lvl7pPr marL="2232142" indent="0">
              <a:buNone/>
              <a:defRPr sz="1627"/>
            </a:lvl7pPr>
            <a:lvl8pPr marL="2604165" indent="0">
              <a:buNone/>
              <a:defRPr sz="1627"/>
            </a:lvl8pPr>
            <a:lvl9pPr marL="2976189" indent="0">
              <a:buNone/>
              <a:defRPr sz="162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674019"/>
            <a:ext cx="4063824" cy="3101327"/>
          </a:xfrm>
        </p:spPr>
        <p:txBody>
          <a:bodyPr/>
          <a:lstStyle>
            <a:lvl1pPr marL="0" indent="0">
              <a:buNone/>
              <a:defRPr sz="1302"/>
            </a:lvl1pPr>
            <a:lvl2pPr marL="372024" indent="0">
              <a:buNone/>
              <a:defRPr sz="1139"/>
            </a:lvl2pPr>
            <a:lvl3pPr marL="744047" indent="0">
              <a:buNone/>
              <a:defRPr sz="976"/>
            </a:lvl3pPr>
            <a:lvl4pPr marL="1116071" indent="0">
              <a:buNone/>
              <a:defRPr sz="814"/>
            </a:lvl4pPr>
            <a:lvl5pPr marL="1488095" indent="0">
              <a:buNone/>
              <a:defRPr sz="814"/>
            </a:lvl5pPr>
            <a:lvl6pPr marL="1860118" indent="0">
              <a:buNone/>
              <a:defRPr sz="814"/>
            </a:lvl6pPr>
            <a:lvl7pPr marL="2232142" indent="0">
              <a:buNone/>
              <a:defRPr sz="814"/>
            </a:lvl7pPr>
            <a:lvl8pPr marL="2604165" indent="0">
              <a:buNone/>
              <a:defRPr sz="814"/>
            </a:lvl8pPr>
            <a:lvl9pPr marL="2976189" indent="0">
              <a:buNone/>
              <a:defRPr sz="8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763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5296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297087"/>
            <a:ext cx="2716872" cy="472884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297087"/>
            <a:ext cx="7993117" cy="472884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2163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45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297087"/>
            <a:ext cx="10867490" cy="1078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485433"/>
            <a:ext cx="10867490" cy="3540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171892"/>
            <a:ext cx="425249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171892"/>
            <a:ext cx="2834997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70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</p:sldLayoutIdLst>
  <p:hf sldNum="0" hdr="0" ftr="0" dt="0"/>
  <p:txStyles>
    <p:titleStyle>
      <a:lvl1pPr algn="l" defTabSz="744047" rtl="0" eaLnBrk="1" latinLnBrk="0" hangingPunct="1">
        <a:lnSpc>
          <a:spcPct val="90000"/>
        </a:lnSpc>
        <a:spcBef>
          <a:spcPct val="0"/>
        </a:spcBef>
        <a:buNone/>
        <a:defRPr sz="35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012" indent="-186012" algn="l" defTabSz="744047" rtl="0" eaLnBrk="1" latinLnBrk="0" hangingPunct="1">
        <a:lnSpc>
          <a:spcPct val="90000"/>
        </a:lnSpc>
        <a:spcBef>
          <a:spcPts val="814"/>
        </a:spcBef>
        <a:buFont typeface="Arial" panose="020B0604020202020204" pitchFamily="34" charset="0"/>
        <a:buChar char="•"/>
        <a:defRPr sz="2278" kern="1200">
          <a:solidFill>
            <a:schemeClr val="tx1"/>
          </a:solidFill>
          <a:latin typeface="+mn-lt"/>
          <a:ea typeface="+mn-ea"/>
          <a:cs typeface="+mn-cs"/>
        </a:defRPr>
      </a:lvl1pPr>
      <a:lvl2pPr marL="558035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953" kern="1200">
          <a:solidFill>
            <a:schemeClr val="tx1"/>
          </a:solidFill>
          <a:latin typeface="+mn-lt"/>
          <a:ea typeface="+mn-ea"/>
          <a:cs typeface="+mn-cs"/>
        </a:defRPr>
      </a:lvl2pPr>
      <a:lvl3pPr marL="930059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627" kern="1200">
          <a:solidFill>
            <a:schemeClr val="tx1"/>
          </a:solidFill>
          <a:latin typeface="+mn-lt"/>
          <a:ea typeface="+mn-ea"/>
          <a:cs typeface="+mn-cs"/>
        </a:defRPr>
      </a:lvl3pPr>
      <a:lvl4pPr marL="1302083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674106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2046130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418154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790177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3162201" indent="-186012" algn="l" defTabSz="744047" rtl="0" eaLnBrk="1" latinLnBrk="0" hangingPunct="1">
        <a:lnSpc>
          <a:spcPct val="90000"/>
        </a:lnSpc>
        <a:spcBef>
          <a:spcPts val="407"/>
        </a:spcBef>
        <a:buFont typeface="Arial" panose="020B0604020202020204" pitchFamily="34" charset="0"/>
        <a:buChar char="•"/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1pPr>
      <a:lvl2pPr marL="372024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2pPr>
      <a:lvl3pPr marL="744047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3pPr>
      <a:lvl4pPr marL="1116071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4pPr>
      <a:lvl5pPr marL="148809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5pPr>
      <a:lvl6pPr marL="1860118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6pPr>
      <a:lvl7pPr marL="2232142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7pPr>
      <a:lvl8pPr marL="2604165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8pPr>
      <a:lvl9pPr marL="2976189" algn="l" defTabSz="744047" rtl="0" eaLnBrk="1" latinLnBrk="0" hangingPunct="1">
        <a:defRPr sz="14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97844736-3597-6621-F844-B3989BB17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068925"/>
                  </p:ext>
                </p:extLst>
              </p:nvPr>
            </p:nvGraphicFramePr>
            <p:xfrm>
              <a:off x="1736543" y="674079"/>
              <a:ext cx="4104000" cy="24924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99960071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1" i="0" smtClean="0"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97844736-3597-6621-F844-B3989BB170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068925"/>
                  </p:ext>
                </p:extLst>
              </p:nvPr>
            </p:nvGraphicFramePr>
            <p:xfrm>
              <a:off x="1736543" y="674079"/>
              <a:ext cx="4104000" cy="24924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999600711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00" t="-4412" r="-475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9307" t="-4412" r="-300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39604" t="-4412" r="-129703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231" t="-4412" r="-769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569307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9231" t="-104412" r="-769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4412" r="-569307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204412" r="-475000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9307" t="-204412" r="-300000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9604" t="-204412" r="-129703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9231" t="-204412" r="-769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4412" r="-569307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9231" t="-304412" r="-769" b="-2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98551" r="-569307" b="-1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398551" r="-475000" b="-1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9307" t="-398551" r="-300000" b="-1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39604" t="-398551" r="-129703" b="-1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9231" t="-398551" r="-769" b="-12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224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98551" r="-569307" b="-2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9231" t="-498551" r="-769" b="-2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79DDE713-5E6E-D2C4-7B60-EEC957D91C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468579"/>
                  </p:ext>
                </p:extLst>
              </p:nvPr>
            </p:nvGraphicFramePr>
            <p:xfrm>
              <a:off x="1597230" y="3404555"/>
              <a:ext cx="4248000" cy="20784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018928627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spc="-30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de-DE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79DDE713-5E6E-D2C4-7B60-EEC957D91C9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468579"/>
                  </p:ext>
                </p:extLst>
              </p:nvPr>
            </p:nvGraphicFramePr>
            <p:xfrm>
              <a:off x="1597230" y="3404555"/>
              <a:ext cx="4248000" cy="207840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56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2018928627"/>
                        </a:ext>
                      </a:extLst>
                    </a:gridCol>
                  </a:tblGrid>
                  <a:tr h="4224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286" r="-462903" b="-41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6154" t="-4286" r="-769" b="-41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7353" r="-462903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4000" t="-107353" r="-474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2079" t="-107353" r="-29901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000" t="-107353" r="-131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6154" t="-107353" r="-769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207353" r="-462903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6154" t="-207353" r="-769" b="-2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7353" r="-462903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4000" t="-307353" r="-474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2079" t="-307353" r="-29901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7000" t="-307353" r="-131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6154" t="-307353" r="-769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7353" r="-462903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6154" t="-407353" r="-769" b="-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Shape 46">
            <a:extLst>
              <a:ext uri="{FF2B5EF4-FFF2-40B4-BE49-F238E27FC236}">
                <a16:creationId xmlns:a16="http://schemas.microsoft.com/office/drawing/2014/main" id="{A9443E5D-C341-D3EA-F953-29FE77AEA6F5}"/>
              </a:ext>
            </a:extLst>
          </p:cNvPr>
          <p:cNvSpPr/>
          <p:nvPr/>
        </p:nvSpPr>
        <p:spPr>
          <a:xfrm>
            <a:off x="2349445" y="3287846"/>
            <a:ext cx="3495785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8208EC57-A92B-7287-282D-DD9D4A6E9F77}"/>
              </a:ext>
            </a:extLst>
          </p:cNvPr>
          <p:cNvSpPr txBox="1"/>
          <p:nvPr/>
        </p:nvSpPr>
        <p:spPr>
          <a:xfrm rot="16200000">
            <a:off x="479647" y="190915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BDFC8A3B-FDF8-9EF6-BE44-D32AB665D0A7}"/>
              </a:ext>
            </a:extLst>
          </p:cNvPr>
          <p:cNvSpPr txBox="1"/>
          <p:nvPr/>
        </p:nvSpPr>
        <p:spPr>
          <a:xfrm rot="16200000">
            <a:off x="479646" y="421389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35" name="Geschweifte Klammer links 34">
            <a:extLst>
              <a:ext uri="{FF2B5EF4-FFF2-40B4-BE49-F238E27FC236}">
                <a16:creationId xmlns:a16="http://schemas.microsoft.com/office/drawing/2014/main" id="{0F7C0437-FACF-04FB-E32D-6344A31621C7}"/>
              </a:ext>
            </a:extLst>
          </p:cNvPr>
          <p:cNvSpPr/>
          <p:nvPr/>
        </p:nvSpPr>
        <p:spPr>
          <a:xfrm>
            <a:off x="1205760" y="1088075"/>
            <a:ext cx="118872" cy="2070094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Geschweifte Klammer links 35">
            <a:extLst>
              <a:ext uri="{FF2B5EF4-FFF2-40B4-BE49-F238E27FC236}">
                <a16:creationId xmlns:a16="http://schemas.microsoft.com/office/drawing/2014/main" id="{4A16B343-5ED2-3A82-739C-7592A7FFF992}"/>
              </a:ext>
            </a:extLst>
          </p:cNvPr>
          <p:cNvSpPr/>
          <p:nvPr/>
        </p:nvSpPr>
        <p:spPr>
          <a:xfrm>
            <a:off x="1205760" y="340576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D80C4802-9947-E717-2B68-C542F8E3C9C7}"/>
              </a:ext>
            </a:extLst>
          </p:cNvPr>
          <p:cNvSpPr txBox="1"/>
          <p:nvPr/>
        </p:nvSpPr>
        <p:spPr>
          <a:xfrm>
            <a:off x="2349444" y="0"/>
            <a:ext cx="34910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Filtered count matrix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5782D779-5251-020A-AD4E-F778730B4F0F}"/>
              </a:ext>
            </a:extLst>
          </p:cNvPr>
          <p:cNvSpPr txBox="1"/>
          <p:nvPr/>
        </p:nvSpPr>
        <p:spPr>
          <a:xfrm>
            <a:off x="5909662" y="2808520"/>
            <a:ext cx="1284647" cy="953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200" dirty="0"/>
              <a:t>Total sum</a:t>
            </a:r>
          </a:p>
          <a:p>
            <a:pPr algn="ctr">
              <a:lnSpc>
                <a:spcPct val="150000"/>
              </a:lnSpc>
            </a:pPr>
            <a:r>
              <a:rPr lang="en-US" sz="2200" dirty="0"/>
              <a:t>scaling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70B0123-4D12-AE5F-798F-F09412F7E8E2}"/>
              </a:ext>
            </a:extLst>
          </p:cNvPr>
          <p:cNvCxnSpPr>
            <a:cxnSpLocks/>
          </p:cNvCxnSpPr>
          <p:nvPr/>
        </p:nvCxnSpPr>
        <p:spPr>
          <a:xfrm>
            <a:off x="5978663" y="3285990"/>
            <a:ext cx="127117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0" name="Tabelle 39">
                <a:extLst>
                  <a:ext uri="{FF2B5EF4-FFF2-40B4-BE49-F238E27FC236}">
                    <a16:creationId xmlns:a16="http://schemas.microsoft.com/office/drawing/2014/main" id="{42961016-50DA-18CC-55DB-9B8E4B3FD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3807180"/>
                  </p:ext>
                </p:extLst>
              </p:nvPr>
            </p:nvGraphicFramePr>
            <p:xfrm>
              <a:off x="7394565" y="675553"/>
              <a:ext cx="3780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949280250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1" i="0" smtClean="0">
                                    <a:latin typeface="Cambria Math" panose="02040503050406030204" pitchFamily="18" charset="0"/>
                                  </a:rPr>
                                  <m:t>𝚺</m:t>
                                </m:r>
                              </m:oMath>
                            </m:oMathPara>
                          </a14:m>
                          <a:endParaRPr lang="en-US" sz="2000" b="1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0.731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0" name="Tabelle 39">
                <a:extLst>
                  <a:ext uri="{FF2B5EF4-FFF2-40B4-BE49-F238E27FC236}">
                    <a16:creationId xmlns:a16="http://schemas.microsoft.com/office/drawing/2014/main" id="{42961016-50DA-18CC-55DB-9B8E4B3FDA7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03807180"/>
                  </p:ext>
                </p:extLst>
              </p:nvPr>
            </p:nvGraphicFramePr>
            <p:xfrm>
              <a:off x="7394565" y="675553"/>
              <a:ext cx="3780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3949280250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69" t="-4412" r="-378462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5385" t="-4412" r="-223846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10000" t="-4412" r="-69231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98876" t="-4412" r="-1124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0.858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0.020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201449" r="-378462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385" t="-201449" r="-223846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0000" t="-201449" r="-69231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8876" t="-201449" r="-1124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0.185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0.049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69" t="-405882" r="-378462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55385" t="-405882" r="-223846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0000" t="-405882" r="-6923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8876" t="-405882" r="-112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0.731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Tabelle 40">
                <a:extLst>
                  <a:ext uri="{FF2B5EF4-FFF2-40B4-BE49-F238E27FC236}">
                    <a16:creationId xmlns:a16="http://schemas.microsoft.com/office/drawing/2014/main" id="{198D06AF-45AD-B6D4-1BA4-54E6D62799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036851"/>
                  </p:ext>
                </p:extLst>
              </p:nvPr>
            </p:nvGraphicFramePr>
            <p:xfrm>
              <a:off x="7394565" y="3390592"/>
              <a:ext cx="3780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8355796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0.364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Tabelle 40">
                <a:extLst>
                  <a:ext uri="{FF2B5EF4-FFF2-40B4-BE49-F238E27FC236}">
                    <a16:creationId xmlns:a16="http://schemas.microsoft.com/office/drawing/2014/main" id="{198D06AF-45AD-B6D4-1BA4-54E6D62799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69036851"/>
                  </p:ext>
                </p:extLst>
              </p:nvPr>
            </p:nvGraphicFramePr>
            <p:xfrm>
              <a:off x="7394565" y="3390592"/>
              <a:ext cx="3780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9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79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  <a:gridCol w="540000">
                      <a:extLst>
                        <a:ext uri="{9D8B030D-6E8A-4147-A177-3AD203B41FA5}">
                          <a16:colId xmlns:a16="http://schemas.microsoft.com/office/drawing/2014/main" val="98355796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0.364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9" t="-105882" r="-378462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5385" t="-105882" r="-223846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0000" t="-105882" r="-69231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8876" t="-105882" r="-1124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0.000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0.136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0.051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69" t="-305882" r="-378462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5385" t="-305882" r="-223846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0000" t="-305882" r="-6923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98876" t="-305882" r="-1124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0.519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0.074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0.111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2" name="Shape 46">
            <a:extLst>
              <a:ext uri="{FF2B5EF4-FFF2-40B4-BE49-F238E27FC236}">
                <a16:creationId xmlns:a16="http://schemas.microsoft.com/office/drawing/2014/main" id="{9EC3309C-3594-92D9-1172-D8A4400EFE16}"/>
              </a:ext>
            </a:extLst>
          </p:cNvPr>
          <p:cNvSpPr/>
          <p:nvPr/>
        </p:nvSpPr>
        <p:spPr>
          <a:xfrm>
            <a:off x="7394129" y="3292255"/>
            <a:ext cx="3780436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AFAF4E34-A813-073C-9D66-74E9DCE37804}"/>
              </a:ext>
            </a:extLst>
          </p:cNvPr>
          <p:cNvSpPr txBox="1"/>
          <p:nvPr/>
        </p:nvSpPr>
        <p:spPr>
          <a:xfrm>
            <a:off x="7383429" y="0"/>
            <a:ext cx="378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Normalized matrix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F65C8378-3633-32C6-72AF-A97B503963A8}"/>
              </a:ext>
            </a:extLst>
          </p:cNvPr>
          <p:cNvSpPr txBox="1"/>
          <p:nvPr/>
        </p:nvSpPr>
        <p:spPr>
          <a:xfrm>
            <a:off x="2349002" y="394616"/>
            <a:ext cx="3496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60A036CD-C45E-82D6-83FE-A6CEFB4EAC78}"/>
              </a:ext>
            </a:extLst>
          </p:cNvPr>
          <p:cNvSpPr txBox="1"/>
          <p:nvPr/>
        </p:nvSpPr>
        <p:spPr>
          <a:xfrm>
            <a:off x="7388997" y="396000"/>
            <a:ext cx="378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C690D091-E118-C915-38F4-92EE584A6146}"/>
              </a:ext>
            </a:extLst>
          </p:cNvPr>
          <p:cNvSpPr txBox="1"/>
          <p:nvPr/>
        </p:nvSpPr>
        <p:spPr>
          <a:xfrm rot="16200000">
            <a:off x="429075" y="1920909"/>
            <a:ext cx="2064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54" name="Textfeld 53">
            <a:extLst>
              <a:ext uri="{FF2B5EF4-FFF2-40B4-BE49-F238E27FC236}">
                <a16:creationId xmlns:a16="http://schemas.microsoft.com/office/drawing/2014/main" id="{F89ACDC2-32CF-1C2F-E704-1A57F8CCA21F}"/>
              </a:ext>
            </a:extLst>
          </p:cNvPr>
          <p:cNvSpPr txBox="1"/>
          <p:nvPr/>
        </p:nvSpPr>
        <p:spPr>
          <a:xfrm rot="16200000">
            <a:off x="405485" y="4194836"/>
            <a:ext cx="2123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160</Words>
  <Application>Microsoft Office PowerPoint</Application>
  <PresentationFormat>Benutzerdefiniert</PresentationFormat>
  <Paragraphs>152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58</cp:revision>
  <dcterms:created xsi:type="dcterms:W3CDTF">2026-05-10T08:14:00Z</dcterms:created>
  <dcterms:modified xsi:type="dcterms:W3CDTF">2026-06-16T20:42:43Z</dcterms:modified>
</cp:coreProperties>
</file>