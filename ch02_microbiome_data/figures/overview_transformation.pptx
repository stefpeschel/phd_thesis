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19" r:id="rId1"/>
  </p:sldMasterIdLst>
  <p:notesMasterIdLst>
    <p:notesMasterId r:id="rId3"/>
  </p:notesMasterIdLst>
  <p:sldIdLst>
    <p:sldId id="258" r:id="rId2"/>
  </p:sldIdLst>
  <p:sldSz cx="12599988" cy="5580063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2F1FE"/>
    <a:srgbClr val="D6EBFE"/>
    <a:srgbClr val="CAEDFE"/>
    <a:srgbClr val="E2E9F6"/>
    <a:srgbClr val="F2FAF2"/>
    <a:srgbClr val="F1F6FD"/>
    <a:srgbClr val="EDF1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906" autoAdjust="0"/>
    <p:restoredTop sz="94610"/>
  </p:normalViewPr>
  <p:slideViewPr>
    <p:cSldViewPr snapToGrid="0" snapToObjects="1">
      <p:cViewPr varScale="1">
        <p:scale>
          <a:sx n="133" d="100"/>
          <a:sy n="133" d="100"/>
        </p:scale>
        <p:origin x="134" y="1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95191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21475" rtl="0" eaLnBrk="1" latinLnBrk="0" hangingPunct="1">
      <a:defRPr sz="947" kern="1200">
        <a:solidFill>
          <a:schemeClr val="tx1"/>
        </a:solidFill>
        <a:latin typeface="+mn-lt"/>
        <a:ea typeface="+mn-ea"/>
        <a:cs typeface="+mn-cs"/>
      </a:defRPr>
    </a:lvl1pPr>
    <a:lvl2pPr marL="360738" algn="l" defTabSz="721475" rtl="0" eaLnBrk="1" latinLnBrk="0" hangingPunct="1">
      <a:defRPr sz="947" kern="1200">
        <a:solidFill>
          <a:schemeClr val="tx1"/>
        </a:solidFill>
        <a:latin typeface="+mn-lt"/>
        <a:ea typeface="+mn-ea"/>
        <a:cs typeface="+mn-cs"/>
      </a:defRPr>
    </a:lvl2pPr>
    <a:lvl3pPr marL="721475" algn="l" defTabSz="721475" rtl="0" eaLnBrk="1" latinLnBrk="0" hangingPunct="1">
      <a:defRPr sz="947" kern="1200">
        <a:solidFill>
          <a:schemeClr val="tx1"/>
        </a:solidFill>
        <a:latin typeface="+mn-lt"/>
        <a:ea typeface="+mn-ea"/>
        <a:cs typeface="+mn-cs"/>
      </a:defRPr>
    </a:lvl3pPr>
    <a:lvl4pPr marL="1082213" algn="l" defTabSz="721475" rtl="0" eaLnBrk="1" latinLnBrk="0" hangingPunct="1">
      <a:defRPr sz="947" kern="1200">
        <a:solidFill>
          <a:schemeClr val="tx1"/>
        </a:solidFill>
        <a:latin typeface="+mn-lt"/>
        <a:ea typeface="+mn-ea"/>
        <a:cs typeface="+mn-cs"/>
      </a:defRPr>
    </a:lvl4pPr>
    <a:lvl5pPr marL="1442950" algn="l" defTabSz="721475" rtl="0" eaLnBrk="1" latinLnBrk="0" hangingPunct="1">
      <a:defRPr sz="947" kern="1200">
        <a:solidFill>
          <a:schemeClr val="tx1"/>
        </a:solidFill>
        <a:latin typeface="+mn-lt"/>
        <a:ea typeface="+mn-ea"/>
        <a:cs typeface="+mn-cs"/>
      </a:defRPr>
    </a:lvl5pPr>
    <a:lvl6pPr marL="1803688" algn="l" defTabSz="721475" rtl="0" eaLnBrk="1" latinLnBrk="0" hangingPunct="1">
      <a:defRPr sz="947" kern="1200">
        <a:solidFill>
          <a:schemeClr val="tx1"/>
        </a:solidFill>
        <a:latin typeface="+mn-lt"/>
        <a:ea typeface="+mn-ea"/>
        <a:cs typeface="+mn-cs"/>
      </a:defRPr>
    </a:lvl6pPr>
    <a:lvl7pPr marL="2164425" algn="l" defTabSz="721475" rtl="0" eaLnBrk="1" latinLnBrk="0" hangingPunct="1">
      <a:defRPr sz="947" kern="1200">
        <a:solidFill>
          <a:schemeClr val="tx1"/>
        </a:solidFill>
        <a:latin typeface="+mn-lt"/>
        <a:ea typeface="+mn-ea"/>
        <a:cs typeface="+mn-cs"/>
      </a:defRPr>
    </a:lvl7pPr>
    <a:lvl8pPr marL="2525163" algn="l" defTabSz="721475" rtl="0" eaLnBrk="1" latinLnBrk="0" hangingPunct="1">
      <a:defRPr sz="947" kern="1200">
        <a:solidFill>
          <a:schemeClr val="tx1"/>
        </a:solidFill>
        <a:latin typeface="+mn-lt"/>
        <a:ea typeface="+mn-ea"/>
        <a:cs typeface="+mn-cs"/>
      </a:defRPr>
    </a:lvl8pPr>
    <a:lvl9pPr marL="2885901" algn="l" defTabSz="721475" rtl="0" eaLnBrk="1" latinLnBrk="0" hangingPunct="1">
      <a:defRPr sz="947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74999" y="913219"/>
            <a:ext cx="9449991" cy="1942689"/>
          </a:xfrm>
        </p:spPr>
        <p:txBody>
          <a:bodyPr anchor="b"/>
          <a:lstStyle>
            <a:lvl1pPr algn="ctr">
              <a:defRPr sz="4882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74999" y="2930825"/>
            <a:ext cx="9449991" cy="1347223"/>
          </a:xfrm>
        </p:spPr>
        <p:txBody>
          <a:bodyPr/>
          <a:lstStyle>
            <a:lvl1pPr marL="0" indent="0" algn="ctr">
              <a:buNone/>
              <a:defRPr sz="1953"/>
            </a:lvl1pPr>
            <a:lvl2pPr marL="372024" indent="0" algn="ctr">
              <a:buNone/>
              <a:defRPr sz="1627"/>
            </a:lvl2pPr>
            <a:lvl3pPr marL="744047" indent="0" algn="ctr">
              <a:buNone/>
              <a:defRPr sz="1465"/>
            </a:lvl3pPr>
            <a:lvl4pPr marL="1116071" indent="0" algn="ctr">
              <a:buNone/>
              <a:defRPr sz="1302"/>
            </a:lvl4pPr>
            <a:lvl5pPr marL="1488095" indent="0" algn="ctr">
              <a:buNone/>
              <a:defRPr sz="1302"/>
            </a:lvl5pPr>
            <a:lvl6pPr marL="1860118" indent="0" algn="ctr">
              <a:buNone/>
              <a:defRPr sz="1302"/>
            </a:lvl6pPr>
            <a:lvl7pPr marL="2232142" indent="0" algn="ctr">
              <a:buNone/>
              <a:defRPr sz="1302"/>
            </a:lvl7pPr>
            <a:lvl8pPr marL="2604165" indent="0" algn="ctr">
              <a:buNone/>
              <a:defRPr sz="1302"/>
            </a:lvl8pPr>
            <a:lvl9pPr marL="2976189" indent="0" algn="ctr">
              <a:buNone/>
              <a:defRPr sz="1302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806651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519875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9687" y="1391141"/>
            <a:ext cx="10867490" cy="2321151"/>
          </a:xfrm>
        </p:spPr>
        <p:txBody>
          <a:bodyPr anchor="b"/>
          <a:lstStyle>
            <a:lvl1pPr>
              <a:defRPr sz="4882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9687" y="3734251"/>
            <a:ext cx="10867490" cy="1220638"/>
          </a:xfrm>
        </p:spPr>
        <p:txBody>
          <a:bodyPr/>
          <a:lstStyle>
            <a:lvl1pPr marL="0" indent="0">
              <a:buNone/>
              <a:defRPr sz="1953">
                <a:solidFill>
                  <a:schemeClr val="tx1">
                    <a:tint val="75000"/>
                  </a:schemeClr>
                </a:solidFill>
              </a:defRPr>
            </a:lvl1pPr>
            <a:lvl2pPr marL="372024" indent="0">
              <a:buNone/>
              <a:defRPr sz="1627">
                <a:solidFill>
                  <a:schemeClr val="tx1">
                    <a:tint val="75000"/>
                  </a:schemeClr>
                </a:solidFill>
              </a:defRPr>
            </a:lvl2pPr>
            <a:lvl3pPr marL="744047" indent="0">
              <a:buNone/>
              <a:defRPr sz="1465">
                <a:solidFill>
                  <a:schemeClr val="tx1">
                    <a:tint val="75000"/>
                  </a:schemeClr>
                </a:solidFill>
              </a:defRPr>
            </a:lvl3pPr>
            <a:lvl4pPr marL="1116071" indent="0">
              <a:buNone/>
              <a:defRPr sz="1302">
                <a:solidFill>
                  <a:schemeClr val="tx1">
                    <a:tint val="75000"/>
                  </a:schemeClr>
                </a:solidFill>
              </a:defRPr>
            </a:lvl4pPr>
            <a:lvl5pPr marL="1488095" indent="0">
              <a:buNone/>
              <a:defRPr sz="1302">
                <a:solidFill>
                  <a:schemeClr val="tx1">
                    <a:tint val="75000"/>
                  </a:schemeClr>
                </a:solidFill>
              </a:defRPr>
            </a:lvl5pPr>
            <a:lvl6pPr marL="1860118" indent="0">
              <a:buNone/>
              <a:defRPr sz="1302">
                <a:solidFill>
                  <a:schemeClr val="tx1">
                    <a:tint val="75000"/>
                  </a:schemeClr>
                </a:solidFill>
              </a:defRPr>
            </a:lvl6pPr>
            <a:lvl7pPr marL="2232142" indent="0">
              <a:buNone/>
              <a:defRPr sz="1302">
                <a:solidFill>
                  <a:schemeClr val="tx1">
                    <a:tint val="75000"/>
                  </a:schemeClr>
                </a:solidFill>
              </a:defRPr>
            </a:lvl7pPr>
            <a:lvl8pPr marL="2604165" indent="0">
              <a:buNone/>
              <a:defRPr sz="1302">
                <a:solidFill>
                  <a:schemeClr val="tx1">
                    <a:tint val="75000"/>
                  </a:schemeClr>
                </a:solidFill>
              </a:defRPr>
            </a:lvl8pPr>
            <a:lvl9pPr marL="2976189" indent="0">
              <a:buNone/>
              <a:defRPr sz="130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273963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249" y="1485433"/>
            <a:ext cx="5354995" cy="354049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8744" y="1485433"/>
            <a:ext cx="5354995" cy="354049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6809763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890" y="297087"/>
            <a:ext cx="10867490" cy="1078554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7891" y="1367891"/>
            <a:ext cx="5330385" cy="670382"/>
          </a:xfrm>
        </p:spPr>
        <p:txBody>
          <a:bodyPr anchor="b"/>
          <a:lstStyle>
            <a:lvl1pPr marL="0" indent="0">
              <a:buNone/>
              <a:defRPr sz="1953" b="1"/>
            </a:lvl1pPr>
            <a:lvl2pPr marL="372024" indent="0">
              <a:buNone/>
              <a:defRPr sz="1627" b="1"/>
            </a:lvl2pPr>
            <a:lvl3pPr marL="744047" indent="0">
              <a:buNone/>
              <a:defRPr sz="1465" b="1"/>
            </a:lvl3pPr>
            <a:lvl4pPr marL="1116071" indent="0">
              <a:buNone/>
              <a:defRPr sz="1302" b="1"/>
            </a:lvl4pPr>
            <a:lvl5pPr marL="1488095" indent="0">
              <a:buNone/>
              <a:defRPr sz="1302" b="1"/>
            </a:lvl5pPr>
            <a:lvl6pPr marL="1860118" indent="0">
              <a:buNone/>
              <a:defRPr sz="1302" b="1"/>
            </a:lvl6pPr>
            <a:lvl7pPr marL="2232142" indent="0">
              <a:buNone/>
              <a:defRPr sz="1302" b="1"/>
            </a:lvl7pPr>
            <a:lvl8pPr marL="2604165" indent="0">
              <a:buNone/>
              <a:defRPr sz="1302" b="1"/>
            </a:lvl8pPr>
            <a:lvl9pPr marL="2976189" indent="0">
              <a:buNone/>
              <a:defRPr sz="1302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7891" y="2038273"/>
            <a:ext cx="5330385" cy="299799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8744" y="1367891"/>
            <a:ext cx="5356636" cy="670382"/>
          </a:xfrm>
        </p:spPr>
        <p:txBody>
          <a:bodyPr anchor="b"/>
          <a:lstStyle>
            <a:lvl1pPr marL="0" indent="0">
              <a:buNone/>
              <a:defRPr sz="1953" b="1"/>
            </a:lvl1pPr>
            <a:lvl2pPr marL="372024" indent="0">
              <a:buNone/>
              <a:defRPr sz="1627" b="1"/>
            </a:lvl2pPr>
            <a:lvl3pPr marL="744047" indent="0">
              <a:buNone/>
              <a:defRPr sz="1465" b="1"/>
            </a:lvl3pPr>
            <a:lvl4pPr marL="1116071" indent="0">
              <a:buNone/>
              <a:defRPr sz="1302" b="1"/>
            </a:lvl4pPr>
            <a:lvl5pPr marL="1488095" indent="0">
              <a:buNone/>
              <a:defRPr sz="1302" b="1"/>
            </a:lvl5pPr>
            <a:lvl6pPr marL="1860118" indent="0">
              <a:buNone/>
              <a:defRPr sz="1302" b="1"/>
            </a:lvl6pPr>
            <a:lvl7pPr marL="2232142" indent="0">
              <a:buNone/>
              <a:defRPr sz="1302" b="1"/>
            </a:lvl7pPr>
            <a:lvl8pPr marL="2604165" indent="0">
              <a:buNone/>
              <a:defRPr sz="1302" b="1"/>
            </a:lvl8pPr>
            <a:lvl9pPr marL="2976189" indent="0">
              <a:buNone/>
              <a:defRPr sz="1302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8744" y="2038273"/>
            <a:ext cx="5356636" cy="299799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6/16/2026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286753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6/16/2026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541247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6/16/2026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561102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891" y="372004"/>
            <a:ext cx="4063824" cy="1302015"/>
          </a:xfrm>
        </p:spPr>
        <p:txBody>
          <a:bodyPr anchor="b"/>
          <a:lstStyle>
            <a:lvl1pPr>
              <a:defRPr sz="2604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56636" y="803426"/>
            <a:ext cx="6378744" cy="3965461"/>
          </a:xfrm>
        </p:spPr>
        <p:txBody>
          <a:bodyPr/>
          <a:lstStyle>
            <a:lvl1pPr>
              <a:defRPr sz="2604"/>
            </a:lvl1pPr>
            <a:lvl2pPr>
              <a:defRPr sz="2278"/>
            </a:lvl2pPr>
            <a:lvl3pPr>
              <a:defRPr sz="1953"/>
            </a:lvl3pPr>
            <a:lvl4pPr>
              <a:defRPr sz="1627"/>
            </a:lvl4pPr>
            <a:lvl5pPr>
              <a:defRPr sz="1627"/>
            </a:lvl5pPr>
            <a:lvl6pPr>
              <a:defRPr sz="1627"/>
            </a:lvl6pPr>
            <a:lvl7pPr>
              <a:defRPr sz="1627"/>
            </a:lvl7pPr>
            <a:lvl8pPr>
              <a:defRPr sz="1627"/>
            </a:lvl8pPr>
            <a:lvl9pPr>
              <a:defRPr sz="1627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7891" y="1674019"/>
            <a:ext cx="4063824" cy="3101327"/>
          </a:xfrm>
        </p:spPr>
        <p:txBody>
          <a:bodyPr/>
          <a:lstStyle>
            <a:lvl1pPr marL="0" indent="0">
              <a:buNone/>
              <a:defRPr sz="1302"/>
            </a:lvl1pPr>
            <a:lvl2pPr marL="372024" indent="0">
              <a:buNone/>
              <a:defRPr sz="1139"/>
            </a:lvl2pPr>
            <a:lvl3pPr marL="744047" indent="0">
              <a:buNone/>
              <a:defRPr sz="976"/>
            </a:lvl3pPr>
            <a:lvl4pPr marL="1116071" indent="0">
              <a:buNone/>
              <a:defRPr sz="814"/>
            </a:lvl4pPr>
            <a:lvl5pPr marL="1488095" indent="0">
              <a:buNone/>
              <a:defRPr sz="814"/>
            </a:lvl5pPr>
            <a:lvl6pPr marL="1860118" indent="0">
              <a:buNone/>
              <a:defRPr sz="814"/>
            </a:lvl6pPr>
            <a:lvl7pPr marL="2232142" indent="0">
              <a:buNone/>
              <a:defRPr sz="814"/>
            </a:lvl7pPr>
            <a:lvl8pPr marL="2604165" indent="0">
              <a:buNone/>
              <a:defRPr sz="814"/>
            </a:lvl8pPr>
            <a:lvl9pPr marL="2976189" indent="0">
              <a:buNone/>
              <a:defRPr sz="814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355242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891" y="372004"/>
            <a:ext cx="4063824" cy="1302015"/>
          </a:xfrm>
        </p:spPr>
        <p:txBody>
          <a:bodyPr anchor="b"/>
          <a:lstStyle>
            <a:lvl1pPr>
              <a:defRPr sz="2604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356636" y="803426"/>
            <a:ext cx="6378744" cy="3965461"/>
          </a:xfrm>
        </p:spPr>
        <p:txBody>
          <a:bodyPr anchor="t"/>
          <a:lstStyle>
            <a:lvl1pPr marL="0" indent="0">
              <a:buNone/>
              <a:defRPr sz="2604"/>
            </a:lvl1pPr>
            <a:lvl2pPr marL="372024" indent="0">
              <a:buNone/>
              <a:defRPr sz="2278"/>
            </a:lvl2pPr>
            <a:lvl3pPr marL="744047" indent="0">
              <a:buNone/>
              <a:defRPr sz="1953"/>
            </a:lvl3pPr>
            <a:lvl4pPr marL="1116071" indent="0">
              <a:buNone/>
              <a:defRPr sz="1627"/>
            </a:lvl4pPr>
            <a:lvl5pPr marL="1488095" indent="0">
              <a:buNone/>
              <a:defRPr sz="1627"/>
            </a:lvl5pPr>
            <a:lvl6pPr marL="1860118" indent="0">
              <a:buNone/>
              <a:defRPr sz="1627"/>
            </a:lvl6pPr>
            <a:lvl7pPr marL="2232142" indent="0">
              <a:buNone/>
              <a:defRPr sz="1627"/>
            </a:lvl7pPr>
            <a:lvl8pPr marL="2604165" indent="0">
              <a:buNone/>
              <a:defRPr sz="1627"/>
            </a:lvl8pPr>
            <a:lvl9pPr marL="2976189" indent="0">
              <a:buNone/>
              <a:defRPr sz="1627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7891" y="1674019"/>
            <a:ext cx="4063824" cy="3101327"/>
          </a:xfrm>
        </p:spPr>
        <p:txBody>
          <a:bodyPr/>
          <a:lstStyle>
            <a:lvl1pPr marL="0" indent="0">
              <a:buNone/>
              <a:defRPr sz="1302"/>
            </a:lvl1pPr>
            <a:lvl2pPr marL="372024" indent="0">
              <a:buNone/>
              <a:defRPr sz="1139"/>
            </a:lvl2pPr>
            <a:lvl3pPr marL="744047" indent="0">
              <a:buNone/>
              <a:defRPr sz="976"/>
            </a:lvl3pPr>
            <a:lvl4pPr marL="1116071" indent="0">
              <a:buNone/>
              <a:defRPr sz="814"/>
            </a:lvl4pPr>
            <a:lvl5pPr marL="1488095" indent="0">
              <a:buNone/>
              <a:defRPr sz="814"/>
            </a:lvl5pPr>
            <a:lvl6pPr marL="1860118" indent="0">
              <a:buNone/>
              <a:defRPr sz="814"/>
            </a:lvl6pPr>
            <a:lvl7pPr marL="2232142" indent="0">
              <a:buNone/>
              <a:defRPr sz="814"/>
            </a:lvl7pPr>
            <a:lvl8pPr marL="2604165" indent="0">
              <a:buNone/>
              <a:defRPr sz="814"/>
            </a:lvl8pPr>
            <a:lvl9pPr marL="2976189" indent="0">
              <a:buNone/>
              <a:defRPr sz="814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667636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405296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16867" y="297087"/>
            <a:ext cx="2716872" cy="4728845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249" y="297087"/>
            <a:ext cx="7993117" cy="4728845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121636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24564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66249" y="297087"/>
            <a:ext cx="10867490" cy="10785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49" y="1485433"/>
            <a:ext cx="10867490" cy="35404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6249" y="5171892"/>
            <a:ext cx="2834997" cy="2970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6/16/2026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73746" y="5171892"/>
            <a:ext cx="4252496" cy="2970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898742" y="5171892"/>
            <a:ext cx="2834997" cy="2970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37020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  <p:sldLayoutId id="2147483821" r:id="rId2"/>
    <p:sldLayoutId id="2147483822" r:id="rId3"/>
    <p:sldLayoutId id="2147483823" r:id="rId4"/>
    <p:sldLayoutId id="2147483824" r:id="rId5"/>
    <p:sldLayoutId id="2147483825" r:id="rId6"/>
    <p:sldLayoutId id="2147483826" r:id="rId7"/>
    <p:sldLayoutId id="2147483827" r:id="rId8"/>
    <p:sldLayoutId id="2147483828" r:id="rId9"/>
    <p:sldLayoutId id="2147483829" r:id="rId10"/>
    <p:sldLayoutId id="2147483830" r:id="rId11"/>
    <p:sldLayoutId id="2147483831" r:id="rId12"/>
  </p:sldLayoutIdLst>
  <p:hf sldNum="0" hdr="0" ftr="0" dt="0"/>
  <p:txStyles>
    <p:titleStyle>
      <a:lvl1pPr algn="l" defTabSz="744047" rtl="0" eaLnBrk="1" latinLnBrk="0" hangingPunct="1">
        <a:lnSpc>
          <a:spcPct val="90000"/>
        </a:lnSpc>
        <a:spcBef>
          <a:spcPct val="0"/>
        </a:spcBef>
        <a:buNone/>
        <a:defRPr sz="35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6012" indent="-186012" algn="l" defTabSz="744047" rtl="0" eaLnBrk="1" latinLnBrk="0" hangingPunct="1">
        <a:lnSpc>
          <a:spcPct val="90000"/>
        </a:lnSpc>
        <a:spcBef>
          <a:spcPts val="814"/>
        </a:spcBef>
        <a:buFont typeface="Arial" panose="020B0604020202020204" pitchFamily="34" charset="0"/>
        <a:buChar char="•"/>
        <a:defRPr sz="2278" kern="1200">
          <a:solidFill>
            <a:schemeClr val="tx1"/>
          </a:solidFill>
          <a:latin typeface="+mn-lt"/>
          <a:ea typeface="+mn-ea"/>
          <a:cs typeface="+mn-cs"/>
        </a:defRPr>
      </a:lvl1pPr>
      <a:lvl2pPr marL="558035" indent="-186012" algn="l" defTabSz="744047" rtl="0" eaLnBrk="1" latinLnBrk="0" hangingPunct="1">
        <a:lnSpc>
          <a:spcPct val="90000"/>
        </a:lnSpc>
        <a:spcBef>
          <a:spcPts val="407"/>
        </a:spcBef>
        <a:buFont typeface="Arial" panose="020B0604020202020204" pitchFamily="34" charset="0"/>
        <a:buChar char="•"/>
        <a:defRPr sz="1953" kern="1200">
          <a:solidFill>
            <a:schemeClr val="tx1"/>
          </a:solidFill>
          <a:latin typeface="+mn-lt"/>
          <a:ea typeface="+mn-ea"/>
          <a:cs typeface="+mn-cs"/>
        </a:defRPr>
      </a:lvl2pPr>
      <a:lvl3pPr marL="930059" indent="-186012" algn="l" defTabSz="744047" rtl="0" eaLnBrk="1" latinLnBrk="0" hangingPunct="1">
        <a:lnSpc>
          <a:spcPct val="90000"/>
        </a:lnSpc>
        <a:spcBef>
          <a:spcPts val="407"/>
        </a:spcBef>
        <a:buFont typeface="Arial" panose="020B0604020202020204" pitchFamily="34" charset="0"/>
        <a:buChar char="•"/>
        <a:defRPr sz="1627" kern="1200">
          <a:solidFill>
            <a:schemeClr val="tx1"/>
          </a:solidFill>
          <a:latin typeface="+mn-lt"/>
          <a:ea typeface="+mn-ea"/>
          <a:cs typeface="+mn-cs"/>
        </a:defRPr>
      </a:lvl3pPr>
      <a:lvl4pPr marL="1302083" indent="-186012" algn="l" defTabSz="744047" rtl="0" eaLnBrk="1" latinLnBrk="0" hangingPunct="1">
        <a:lnSpc>
          <a:spcPct val="90000"/>
        </a:lnSpc>
        <a:spcBef>
          <a:spcPts val="407"/>
        </a:spcBef>
        <a:buFont typeface="Arial" panose="020B0604020202020204" pitchFamily="34" charset="0"/>
        <a:buChar char="•"/>
        <a:defRPr sz="1465" kern="1200">
          <a:solidFill>
            <a:schemeClr val="tx1"/>
          </a:solidFill>
          <a:latin typeface="+mn-lt"/>
          <a:ea typeface="+mn-ea"/>
          <a:cs typeface="+mn-cs"/>
        </a:defRPr>
      </a:lvl4pPr>
      <a:lvl5pPr marL="1674106" indent="-186012" algn="l" defTabSz="744047" rtl="0" eaLnBrk="1" latinLnBrk="0" hangingPunct="1">
        <a:lnSpc>
          <a:spcPct val="90000"/>
        </a:lnSpc>
        <a:spcBef>
          <a:spcPts val="407"/>
        </a:spcBef>
        <a:buFont typeface="Arial" panose="020B0604020202020204" pitchFamily="34" charset="0"/>
        <a:buChar char="•"/>
        <a:defRPr sz="1465" kern="1200">
          <a:solidFill>
            <a:schemeClr val="tx1"/>
          </a:solidFill>
          <a:latin typeface="+mn-lt"/>
          <a:ea typeface="+mn-ea"/>
          <a:cs typeface="+mn-cs"/>
        </a:defRPr>
      </a:lvl5pPr>
      <a:lvl6pPr marL="2046130" indent="-186012" algn="l" defTabSz="744047" rtl="0" eaLnBrk="1" latinLnBrk="0" hangingPunct="1">
        <a:lnSpc>
          <a:spcPct val="90000"/>
        </a:lnSpc>
        <a:spcBef>
          <a:spcPts val="407"/>
        </a:spcBef>
        <a:buFont typeface="Arial" panose="020B0604020202020204" pitchFamily="34" charset="0"/>
        <a:buChar char="•"/>
        <a:defRPr sz="1465" kern="1200">
          <a:solidFill>
            <a:schemeClr val="tx1"/>
          </a:solidFill>
          <a:latin typeface="+mn-lt"/>
          <a:ea typeface="+mn-ea"/>
          <a:cs typeface="+mn-cs"/>
        </a:defRPr>
      </a:lvl6pPr>
      <a:lvl7pPr marL="2418154" indent="-186012" algn="l" defTabSz="744047" rtl="0" eaLnBrk="1" latinLnBrk="0" hangingPunct="1">
        <a:lnSpc>
          <a:spcPct val="90000"/>
        </a:lnSpc>
        <a:spcBef>
          <a:spcPts val="407"/>
        </a:spcBef>
        <a:buFont typeface="Arial" panose="020B0604020202020204" pitchFamily="34" charset="0"/>
        <a:buChar char="•"/>
        <a:defRPr sz="1465" kern="1200">
          <a:solidFill>
            <a:schemeClr val="tx1"/>
          </a:solidFill>
          <a:latin typeface="+mn-lt"/>
          <a:ea typeface="+mn-ea"/>
          <a:cs typeface="+mn-cs"/>
        </a:defRPr>
      </a:lvl7pPr>
      <a:lvl8pPr marL="2790177" indent="-186012" algn="l" defTabSz="744047" rtl="0" eaLnBrk="1" latinLnBrk="0" hangingPunct="1">
        <a:lnSpc>
          <a:spcPct val="90000"/>
        </a:lnSpc>
        <a:spcBef>
          <a:spcPts val="407"/>
        </a:spcBef>
        <a:buFont typeface="Arial" panose="020B0604020202020204" pitchFamily="34" charset="0"/>
        <a:buChar char="•"/>
        <a:defRPr sz="1465" kern="1200">
          <a:solidFill>
            <a:schemeClr val="tx1"/>
          </a:solidFill>
          <a:latin typeface="+mn-lt"/>
          <a:ea typeface="+mn-ea"/>
          <a:cs typeface="+mn-cs"/>
        </a:defRPr>
      </a:lvl8pPr>
      <a:lvl9pPr marL="3162201" indent="-186012" algn="l" defTabSz="744047" rtl="0" eaLnBrk="1" latinLnBrk="0" hangingPunct="1">
        <a:lnSpc>
          <a:spcPct val="90000"/>
        </a:lnSpc>
        <a:spcBef>
          <a:spcPts val="407"/>
        </a:spcBef>
        <a:buFont typeface="Arial" panose="020B0604020202020204" pitchFamily="34" charset="0"/>
        <a:buChar char="•"/>
        <a:defRPr sz="14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4047" rtl="0" eaLnBrk="1" latinLnBrk="0" hangingPunct="1">
        <a:defRPr sz="1465" kern="1200">
          <a:solidFill>
            <a:schemeClr val="tx1"/>
          </a:solidFill>
          <a:latin typeface="+mn-lt"/>
          <a:ea typeface="+mn-ea"/>
          <a:cs typeface="+mn-cs"/>
        </a:defRPr>
      </a:lvl1pPr>
      <a:lvl2pPr marL="372024" algn="l" defTabSz="744047" rtl="0" eaLnBrk="1" latinLnBrk="0" hangingPunct="1">
        <a:defRPr sz="1465" kern="1200">
          <a:solidFill>
            <a:schemeClr val="tx1"/>
          </a:solidFill>
          <a:latin typeface="+mn-lt"/>
          <a:ea typeface="+mn-ea"/>
          <a:cs typeface="+mn-cs"/>
        </a:defRPr>
      </a:lvl2pPr>
      <a:lvl3pPr marL="744047" algn="l" defTabSz="744047" rtl="0" eaLnBrk="1" latinLnBrk="0" hangingPunct="1">
        <a:defRPr sz="1465" kern="1200">
          <a:solidFill>
            <a:schemeClr val="tx1"/>
          </a:solidFill>
          <a:latin typeface="+mn-lt"/>
          <a:ea typeface="+mn-ea"/>
          <a:cs typeface="+mn-cs"/>
        </a:defRPr>
      </a:lvl3pPr>
      <a:lvl4pPr marL="1116071" algn="l" defTabSz="744047" rtl="0" eaLnBrk="1" latinLnBrk="0" hangingPunct="1">
        <a:defRPr sz="1465" kern="1200">
          <a:solidFill>
            <a:schemeClr val="tx1"/>
          </a:solidFill>
          <a:latin typeface="+mn-lt"/>
          <a:ea typeface="+mn-ea"/>
          <a:cs typeface="+mn-cs"/>
        </a:defRPr>
      </a:lvl4pPr>
      <a:lvl5pPr marL="1488095" algn="l" defTabSz="744047" rtl="0" eaLnBrk="1" latinLnBrk="0" hangingPunct="1">
        <a:defRPr sz="1465" kern="1200">
          <a:solidFill>
            <a:schemeClr val="tx1"/>
          </a:solidFill>
          <a:latin typeface="+mn-lt"/>
          <a:ea typeface="+mn-ea"/>
          <a:cs typeface="+mn-cs"/>
        </a:defRPr>
      </a:lvl5pPr>
      <a:lvl6pPr marL="1860118" algn="l" defTabSz="744047" rtl="0" eaLnBrk="1" latinLnBrk="0" hangingPunct="1">
        <a:defRPr sz="1465" kern="1200">
          <a:solidFill>
            <a:schemeClr val="tx1"/>
          </a:solidFill>
          <a:latin typeface="+mn-lt"/>
          <a:ea typeface="+mn-ea"/>
          <a:cs typeface="+mn-cs"/>
        </a:defRPr>
      </a:lvl6pPr>
      <a:lvl7pPr marL="2232142" algn="l" defTabSz="744047" rtl="0" eaLnBrk="1" latinLnBrk="0" hangingPunct="1">
        <a:defRPr sz="1465" kern="1200">
          <a:solidFill>
            <a:schemeClr val="tx1"/>
          </a:solidFill>
          <a:latin typeface="+mn-lt"/>
          <a:ea typeface="+mn-ea"/>
          <a:cs typeface="+mn-cs"/>
        </a:defRPr>
      </a:lvl7pPr>
      <a:lvl8pPr marL="2604165" algn="l" defTabSz="744047" rtl="0" eaLnBrk="1" latinLnBrk="0" hangingPunct="1">
        <a:defRPr sz="1465" kern="1200">
          <a:solidFill>
            <a:schemeClr val="tx1"/>
          </a:solidFill>
          <a:latin typeface="+mn-lt"/>
          <a:ea typeface="+mn-ea"/>
          <a:cs typeface="+mn-cs"/>
        </a:defRPr>
      </a:lvl8pPr>
      <a:lvl9pPr marL="2976189" algn="l" defTabSz="744047" rtl="0" eaLnBrk="1" latinLnBrk="0" hangingPunct="1">
        <a:defRPr sz="146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82056-E32C-0F52-059E-9DE5A9FE3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0" name="Tabelle 29">
                <a:extLst>
                  <a:ext uri="{FF2B5EF4-FFF2-40B4-BE49-F238E27FC236}">
                    <a16:creationId xmlns:a16="http://schemas.microsoft.com/office/drawing/2014/main" id="{97844736-3597-6621-F844-B3989BB170A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87181514"/>
                  </p:ext>
                </p:extLst>
              </p:nvPr>
            </p:nvGraphicFramePr>
            <p:xfrm>
              <a:off x="1821887" y="674079"/>
              <a:ext cx="3852000" cy="2484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12000">
                      <a:extLst>
                        <a:ext uri="{9D8B030D-6E8A-4147-A177-3AD203B41FA5}">
                          <a16:colId xmlns:a16="http://schemas.microsoft.com/office/drawing/2014/main" val="2608480187"/>
                        </a:ext>
                      </a:extLst>
                    </a:gridCol>
                    <a:gridCol w="792000">
                      <a:extLst>
                        <a:ext uri="{9D8B030D-6E8A-4147-A177-3AD203B41FA5}">
                          <a16:colId xmlns:a16="http://schemas.microsoft.com/office/drawing/2014/main" val="753834404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2684235349"/>
                        </a:ext>
                      </a:extLst>
                    </a:gridCol>
                    <a:gridCol w="792000">
                      <a:extLst>
                        <a:ext uri="{9D8B030D-6E8A-4147-A177-3AD203B41FA5}">
                          <a16:colId xmlns:a16="http://schemas.microsoft.com/office/drawing/2014/main" val="3788594237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3315053427"/>
                        </a:ext>
                      </a:extLst>
                    </a:gridCol>
                    <a:gridCol w="792000">
                      <a:extLst>
                        <a:ext uri="{9D8B030D-6E8A-4147-A177-3AD203B41FA5}">
                          <a16:colId xmlns:a16="http://schemas.microsoft.com/office/drawing/2014/main" val="3848392705"/>
                        </a:ext>
                      </a:extLst>
                    </a:gridCol>
                  </a:tblGrid>
                  <a:tr h="414000">
                    <a:tc>
                      <a:txBody>
                        <a:bodyPr/>
                        <a:lstStyle/>
                        <a:p>
                          <a:pPr algn="ctr"/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92283216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0.835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0.020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0.053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4025773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marL="0" marR="0" lvl="0" indent="0" algn="ctr" defTabSz="72009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72009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44368992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0.002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0.181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0.048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27233137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marL="0" marR="0" lvl="0" indent="0" algn="ctr" defTabSz="72009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5362136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DE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20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de-DE" sz="20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0.714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0.003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0.002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37557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0" name="Tabelle 29">
                <a:extLst>
                  <a:ext uri="{FF2B5EF4-FFF2-40B4-BE49-F238E27FC236}">
                    <a16:creationId xmlns:a16="http://schemas.microsoft.com/office/drawing/2014/main" id="{97844736-3597-6621-F844-B3989BB170A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87181514"/>
                  </p:ext>
                </p:extLst>
              </p:nvPr>
            </p:nvGraphicFramePr>
            <p:xfrm>
              <a:off x="1821887" y="674079"/>
              <a:ext cx="3852000" cy="2484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12000">
                      <a:extLst>
                        <a:ext uri="{9D8B030D-6E8A-4147-A177-3AD203B41FA5}">
                          <a16:colId xmlns:a16="http://schemas.microsoft.com/office/drawing/2014/main" val="2608480187"/>
                        </a:ext>
                      </a:extLst>
                    </a:gridCol>
                    <a:gridCol w="792000">
                      <a:extLst>
                        <a:ext uri="{9D8B030D-6E8A-4147-A177-3AD203B41FA5}">
                          <a16:colId xmlns:a16="http://schemas.microsoft.com/office/drawing/2014/main" val="753834404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2684235349"/>
                        </a:ext>
                      </a:extLst>
                    </a:gridCol>
                    <a:gridCol w="792000">
                      <a:extLst>
                        <a:ext uri="{9D8B030D-6E8A-4147-A177-3AD203B41FA5}">
                          <a16:colId xmlns:a16="http://schemas.microsoft.com/office/drawing/2014/main" val="3788594237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3315053427"/>
                        </a:ext>
                      </a:extLst>
                    </a:gridCol>
                    <a:gridCol w="792000">
                      <a:extLst>
                        <a:ext uri="{9D8B030D-6E8A-4147-A177-3AD203B41FA5}">
                          <a16:colId xmlns:a16="http://schemas.microsoft.com/office/drawing/2014/main" val="3848392705"/>
                        </a:ext>
                      </a:extLst>
                    </a:gridCol>
                  </a:tblGrid>
                  <a:tr h="414000">
                    <a:tc>
                      <a:txBody>
                        <a:bodyPr/>
                        <a:lstStyle/>
                        <a:p>
                          <a:pPr algn="ctr"/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77692" t="-4412" r="-310000" b="-5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32308" t="-4412" r="-155385" b="-5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86923" t="-4412" r="-769" b="-52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2283216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104412" r="-527723" b="-4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0.835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0.020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0.053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4025773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201449" r="-527723" b="-3188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7692" t="-201449" r="-310000" b="-3188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32308" t="-201449" r="-155385" b="-3188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86923" t="-201449" r="-769" b="-3188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44368992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305882" r="-527723" b="-2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0.002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0.181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0.048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27233137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405882" r="-527723" b="-1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7692" t="-405882" r="-310000" b="-1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32308" t="-405882" r="-155385" b="-1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86923" t="-405882" r="-769" b="-1235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5362136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505882" r="-527723" b="-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0.714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0.003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0.002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375570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1" name="Tabelle 30">
                <a:extLst>
                  <a:ext uri="{FF2B5EF4-FFF2-40B4-BE49-F238E27FC236}">
                    <a16:creationId xmlns:a16="http://schemas.microsoft.com/office/drawing/2014/main" id="{79DDE713-5E6E-D2C4-7B60-EEC957D91C9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31096780"/>
                  </p:ext>
                </p:extLst>
              </p:nvPr>
            </p:nvGraphicFramePr>
            <p:xfrm>
              <a:off x="1682574" y="3404555"/>
              <a:ext cx="3996000" cy="20522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56000">
                      <a:extLst>
                        <a:ext uri="{9D8B030D-6E8A-4147-A177-3AD203B41FA5}">
                          <a16:colId xmlns:a16="http://schemas.microsoft.com/office/drawing/2014/main" val="2608480187"/>
                        </a:ext>
                      </a:extLst>
                    </a:gridCol>
                    <a:gridCol w="792000">
                      <a:extLst>
                        <a:ext uri="{9D8B030D-6E8A-4147-A177-3AD203B41FA5}">
                          <a16:colId xmlns:a16="http://schemas.microsoft.com/office/drawing/2014/main" val="753834404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2906188155"/>
                        </a:ext>
                      </a:extLst>
                    </a:gridCol>
                    <a:gridCol w="792000">
                      <a:extLst>
                        <a:ext uri="{9D8B030D-6E8A-4147-A177-3AD203B41FA5}">
                          <a16:colId xmlns:a16="http://schemas.microsoft.com/office/drawing/2014/main" val="3788594237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1509302849"/>
                        </a:ext>
                      </a:extLst>
                    </a:gridCol>
                    <a:gridCol w="792000">
                      <a:extLst>
                        <a:ext uri="{9D8B030D-6E8A-4147-A177-3AD203B41FA5}">
                          <a16:colId xmlns:a16="http://schemas.microsoft.com/office/drawing/2014/main" val="3848392705"/>
                        </a:ext>
                      </a:extLst>
                    </a:gridCol>
                  </a:tblGrid>
                  <a:tr h="396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DE" sz="2000" b="0" i="1" spc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2000" b="0" i="1" spc="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de-DE" sz="2000" b="0" i="1" spc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en-US" sz="2000" b="0" spc="0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de-DE" sz="2000" b="0" i="1" spc="0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000" b="0" spc="-30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0.074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0.354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0.002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4025773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72009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8877184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0.002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0.133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0.050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5362136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marL="0" marR="0" lvl="0" indent="0" algn="ctr" defTabSz="72009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0161794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0.508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0.073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0.109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375570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1" name="Tabelle 30">
                <a:extLst>
                  <a:ext uri="{FF2B5EF4-FFF2-40B4-BE49-F238E27FC236}">
                    <a16:creationId xmlns:a16="http://schemas.microsoft.com/office/drawing/2014/main" id="{79DDE713-5E6E-D2C4-7B60-EEC957D91C9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31096780"/>
                  </p:ext>
                </p:extLst>
              </p:nvPr>
            </p:nvGraphicFramePr>
            <p:xfrm>
              <a:off x="1682574" y="3404555"/>
              <a:ext cx="3996000" cy="20522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56000">
                      <a:extLst>
                        <a:ext uri="{9D8B030D-6E8A-4147-A177-3AD203B41FA5}">
                          <a16:colId xmlns:a16="http://schemas.microsoft.com/office/drawing/2014/main" val="2608480187"/>
                        </a:ext>
                      </a:extLst>
                    </a:gridCol>
                    <a:gridCol w="792000">
                      <a:extLst>
                        <a:ext uri="{9D8B030D-6E8A-4147-A177-3AD203B41FA5}">
                          <a16:colId xmlns:a16="http://schemas.microsoft.com/office/drawing/2014/main" val="753834404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2906188155"/>
                        </a:ext>
                      </a:extLst>
                    </a:gridCol>
                    <a:gridCol w="792000">
                      <a:extLst>
                        <a:ext uri="{9D8B030D-6E8A-4147-A177-3AD203B41FA5}">
                          <a16:colId xmlns:a16="http://schemas.microsoft.com/office/drawing/2014/main" val="3788594237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1509302849"/>
                        </a:ext>
                      </a:extLst>
                    </a:gridCol>
                    <a:gridCol w="792000">
                      <a:extLst>
                        <a:ext uri="{9D8B030D-6E8A-4147-A177-3AD203B41FA5}">
                          <a16:colId xmlns:a16="http://schemas.microsoft.com/office/drawing/2014/main" val="3848392705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t="-7692" r="-429839" b="-44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0.074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0.354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0.002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4025773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t="-102941" r="-429839" b="-3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95385" t="-102941" r="-310000" b="-3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50000" t="-102941" r="-155385" b="-3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04615" t="-102941" r="-769" b="-32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8877184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t="-200000" r="-429839" b="-2202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0.002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0.133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0.050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5362136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t="-304412" r="-429839" b="-1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95385" t="-304412" r="-310000" b="-1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50000" t="-304412" r="-155385" b="-1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04615" t="-304412" r="-769" b="-1235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0161794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t="-404412" r="-429839" b="-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0.508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0.073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0.109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375570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2" name="Shape 46">
            <a:extLst>
              <a:ext uri="{FF2B5EF4-FFF2-40B4-BE49-F238E27FC236}">
                <a16:creationId xmlns:a16="http://schemas.microsoft.com/office/drawing/2014/main" id="{A9443E5D-C341-D3EA-F953-29FE77AEA6F5}"/>
              </a:ext>
            </a:extLst>
          </p:cNvPr>
          <p:cNvSpPr/>
          <p:nvPr/>
        </p:nvSpPr>
        <p:spPr>
          <a:xfrm>
            <a:off x="2434789" y="3287846"/>
            <a:ext cx="3243785" cy="0"/>
          </a:xfrm>
          <a:prstGeom prst="line">
            <a:avLst/>
          </a:prstGeom>
          <a:noFill/>
          <a:ln w="254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8208EC57-A92B-7287-282D-DD9D4A6E9F77}"/>
              </a:ext>
            </a:extLst>
          </p:cNvPr>
          <p:cNvSpPr txBox="1"/>
          <p:nvPr/>
        </p:nvSpPr>
        <p:spPr>
          <a:xfrm rot="16200000">
            <a:off x="564991" y="1909156"/>
            <a:ext cx="112216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200" b="1" dirty="0">
                <a:solidFill>
                  <a:schemeClr val="accent1">
                    <a:lumMod val="75000"/>
                  </a:schemeClr>
                </a:solidFill>
              </a:rPr>
              <a:t>Group 1</a:t>
            </a:r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BDFC8A3B-FDF8-9EF6-BE44-D32AB665D0A7}"/>
              </a:ext>
            </a:extLst>
          </p:cNvPr>
          <p:cNvSpPr txBox="1"/>
          <p:nvPr/>
        </p:nvSpPr>
        <p:spPr>
          <a:xfrm rot="16200000">
            <a:off x="564990" y="4213895"/>
            <a:ext cx="112216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200" b="1" dirty="0">
                <a:solidFill>
                  <a:schemeClr val="accent6">
                    <a:lumMod val="75000"/>
                  </a:schemeClr>
                </a:solidFill>
              </a:rPr>
              <a:t>Group 2</a:t>
            </a:r>
          </a:p>
        </p:txBody>
      </p:sp>
      <p:sp>
        <p:nvSpPr>
          <p:cNvPr id="35" name="Geschweifte Klammer links 34">
            <a:extLst>
              <a:ext uri="{FF2B5EF4-FFF2-40B4-BE49-F238E27FC236}">
                <a16:creationId xmlns:a16="http://schemas.microsoft.com/office/drawing/2014/main" id="{0F7C0437-FACF-04FB-E32D-6344A31621C7}"/>
              </a:ext>
            </a:extLst>
          </p:cNvPr>
          <p:cNvSpPr/>
          <p:nvPr/>
        </p:nvSpPr>
        <p:spPr>
          <a:xfrm>
            <a:off x="1291104" y="1088075"/>
            <a:ext cx="118872" cy="2070094"/>
          </a:xfrm>
          <a:prstGeom prst="leftBrace">
            <a:avLst>
              <a:gd name="adj1" fmla="val 38058"/>
              <a:gd name="adj2" fmla="val 50000"/>
            </a:avLst>
          </a:prstGeom>
          <a:ln w="254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Geschweifte Klammer links 35">
            <a:extLst>
              <a:ext uri="{FF2B5EF4-FFF2-40B4-BE49-F238E27FC236}">
                <a16:creationId xmlns:a16="http://schemas.microsoft.com/office/drawing/2014/main" id="{4A16B343-5ED2-3A82-739C-7592A7FFF992}"/>
              </a:ext>
            </a:extLst>
          </p:cNvPr>
          <p:cNvSpPr/>
          <p:nvPr/>
        </p:nvSpPr>
        <p:spPr>
          <a:xfrm>
            <a:off x="1291104" y="3405768"/>
            <a:ext cx="118872" cy="2051027"/>
          </a:xfrm>
          <a:prstGeom prst="leftBrace">
            <a:avLst>
              <a:gd name="adj1" fmla="val 38058"/>
              <a:gd name="adj2" fmla="val 50000"/>
            </a:avLst>
          </a:prstGeom>
          <a:ln w="254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D80C4802-9947-E717-2B68-C542F8E3C9C7}"/>
              </a:ext>
            </a:extLst>
          </p:cNvPr>
          <p:cNvSpPr txBox="1"/>
          <p:nvPr/>
        </p:nvSpPr>
        <p:spPr>
          <a:xfrm>
            <a:off x="2434788" y="0"/>
            <a:ext cx="32390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/>
              <a:t>Zero replaced matrix</a:t>
            </a:r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5782D779-5251-020A-AD4E-F778730B4F0F}"/>
              </a:ext>
            </a:extLst>
          </p:cNvPr>
          <p:cNvSpPr txBox="1"/>
          <p:nvPr/>
        </p:nvSpPr>
        <p:spPr>
          <a:xfrm>
            <a:off x="5760914" y="2808520"/>
            <a:ext cx="1902187" cy="953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2200" dirty="0"/>
              <a:t>CLR</a:t>
            </a:r>
          </a:p>
          <a:p>
            <a:pPr algn="ctr">
              <a:lnSpc>
                <a:spcPct val="150000"/>
              </a:lnSpc>
            </a:pPr>
            <a:r>
              <a:rPr lang="en-US" sz="2200" dirty="0"/>
              <a:t>transformation</a:t>
            </a:r>
          </a:p>
        </p:txBody>
      </p:sp>
      <p:cxnSp>
        <p:nvCxnSpPr>
          <p:cNvPr id="39" name="Gerade Verbindung mit Pfeil 38">
            <a:extLst>
              <a:ext uri="{FF2B5EF4-FFF2-40B4-BE49-F238E27FC236}">
                <a16:creationId xmlns:a16="http://schemas.microsoft.com/office/drawing/2014/main" id="{970B0123-4D12-AE5F-798F-F09412F7E8E2}"/>
              </a:ext>
            </a:extLst>
          </p:cNvPr>
          <p:cNvCxnSpPr>
            <a:cxnSpLocks/>
            <a:endCxn id="38" idx="3"/>
          </p:cNvCxnSpPr>
          <p:nvPr/>
        </p:nvCxnSpPr>
        <p:spPr>
          <a:xfrm>
            <a:off x="5811551" y="3285510"/>
            <a:ext cx="185155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0" name="Tabelle 39">
                <a:extLst>
                  <a:ext uri="{FF2B5EF4-FFF2-40B4-BE49-F238E27FC236}">
                    <a16:creationId xmlns:a16="http://schemas.microsoft.com/office/drawing/2014/main" id="{42961016-50DA-18CC-55DB-9B8E4B3FDA7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19304165"/>
                  </p:ext>
                </p:extLst>
              </p:nvPr>
            </p:nvGraphicFramePr>
            <p:xfrm>
              <a:off x="7752705" y="675553"/>
              <a:ext cx="3456000" cy="2484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64000">
                      <a:extLst>
                        <a:ext uri="{9D8B030D-6E8A-4147-A177-3AD203B41FA5}">
                          <a16:colId xmlns:a16="http://schemas.microsoft.com/office/drawing/2014/main" val="753834404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4024056052"/>
                        </a:ext>
                      </a:extLst>
                    </a:gridCol>
                    <a:gridCol w="864000">
                      <a:extLst>
                        <a:ext uri="{9D8B030D-6E8A-4147-A177-3AD203B41FA5}">
                          <a16:colId xmlns:a16="http://schemas.microsoft.com/office/drawing/2014/main" val="3113494738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3477662860"/>
                        </a:ext>
                      </a:extLst>
                    </a:gridCol>
                    <a:gridCol w="864000">
                      <a:extLst>
                        <a:ext uri="{9D8B030D-6E8A-4147-A177-3AD203B41FA5}">
                          <a16:colId xmlns:a16="http://schemas.microsoft.com/office/drawing/2014/main" val="3848392705"/>
                        </a:ext>
                      </a:extLst>
                    </a:gridCol>
                  </a:tblGrid>
                  <a:tr h="414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5047680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5.139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1.393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2.374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4025773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72009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33292461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-1.395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3.128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1.806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27233137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8877184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4.983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-0.506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-0.913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37557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0" name="Tabelle 39">
                <a:extLst>
                  <a:ext uri="{FF2B5EF4-FFF2-40B4-BE49-F238E27FC236}">
                    <a16:creationId xmlns:a16="http://schemas.microsoft.com/office/drawing/2014/main" id="{42961016-50DA-18CC-55DB-9B8E4B3FDA7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19304165"/>
                  </p:ext>
                </p:extLst>
              </p:nvPr>
            </p:nvGraphicFramePr>
            <p:xfrm>
              <a:off x="7752705" y="675553"/>
              <a:ext cx="3456000" cy="2484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64000">
                      <a:extLst>
                        <a:ext uri="{9D8B030D-6E8A-4147-A177-3AD203B41FA5}">
                          <a16:colId xmlns:a16="http://schemas.microsoft.com/office/drawing/2014/main" val="753834404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4024056052"/>
                        </a:ext>
                      </a:extLst>
                    </a:gridCol>
                    <a:gridCol w="864000">
                      <a:extLst>
                        <a:ext uri="{9D8B030D-6E8A-4147-A177-3AD203B41FA5}">
                          <a16:colId xmlns:a16="http://schemas.microsoft.com/office/drawing/2014/main" val="3113494738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3477662860"/>
                        </a:ext>
                      </a:extLst>
                    </a:gridCol>
                    <a:gridCol w="864000">
                      <a:extLst>
                        <a:ext uri="{9D8B030D-6E8A-4147-A177-3AD203B41FA5}">
                          <a16:colId xmlns:a16="http://schemas.microsoft.com/office/drawing/2014/main" val="3848392705"/>
                        </a:ext>
                      </a:extLst>
                    </a:gridCol>
                  </a:tblGrid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4412" r="-300704" b="-5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50000" t="-4412" r="-150704" b="-5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300000" t="-4412" r="-704" b="-52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5047680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5.139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1.393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2.374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4025773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201449" r="-300704" b="-3188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50000" t="-201449" r="-150704" b="-3188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00000" t="-201449" r="-704" b="-3188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33292461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-1.395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3.128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1.806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27233137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405882" r="-300704" b="-1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50000" t="-405882" r="-150704" b="-1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00000" t="-405882" r="-704" b="-1235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8877184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4.983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-0.506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-0.913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375570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1" name="Tabelle 40">
                <a:extLst>
                  <a:ext uri="{FF2B5EF4-FFF2-40B4-BE49-F238E27FC236}">
                    <a16:creationId xmlns:a16="http://schemas.microsoft.com/office/drawing/2014/main" id="{198D06AF-45AD-B6D4-1BA4-54E6D627993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06342547"/>
                  </p:ext>
                </p:extLst>
              </p:nvPr>
            </p:nvGraphicFramePr>
            <p:xfrm>
              <a:off x="7752705" y="3390592"/>
              <a:ext cx="3456000" cy="2070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64000">
                      <a:extLst>
                        <a:ext uri="{9D8B030D-6E8A-4147-A177-3AD203B41FA5}">
                          <a16:colId xmlns:a16="http://schemas.microsoft.com/office/drawing/2014/main" val="753834404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900725617"/>
                        </a:ext>
                      </a:extLst>
                    </a:gridCol>
                    <a:gridCol w="864000">
                      <a:extLst>
                        <a:ext uri="{9D8B030D-6E8A-4147-A177-3AD203B41FA5}">
                          <a16:colId xmlns:a16="http://schemas.microsoft.com/office/drawing/2014/main" val="3113494738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3477662860"/>
                        </a:ext>
                      </a:extLst>
                    </a:gridCol>
                    <a:gridCol w="864000">
                      <a:extLst>
                        <a:ext uri="{9D8B030D-6E8A-4147-A177-3AD203B41FA5}">
                          <a16:colId xmlns:a16="http://schemas.microsoft.com/office/drawing/2014/main" val="3848392705"/>
                        </a:ext>
                      </a:extLst>
                    </a:gridCol>
                  </a:tblGrid>
                  <a:tr h="41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2.278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3.847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-1.349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4025773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72009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50041623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-1.721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2.491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1.519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27233137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8877184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3.841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1.896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2.301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37557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1" name="Tabelle 40">
                <a:extLst>
                  <a:ext uri="{FF2B5EF4-FFF2-40B4-BE49-F238E27FC236}">
                    <a16:creationId xmlns:a16="http://schemas.microsoft.com/office/drawing/2014/main" id="{198D06AF-45AD-B6D4-1BA4-54E6D627993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06342547"/>
                  </p:ext>
                </p:extLst>
              </p:nvPr>
            </p:nvGraphicFramePr>
            <p:xfrm>
              <a:off x="7752705" y="3390592"/>
              <a:ext cx="3456000" cy="2070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64000">
                      <a:extLst>
                        <a:ext uri="{9D8B030D-6E8A-4147-A177-3AD203B41FA5}">
                          <a16:colId xmlns:a16="http://schemas.microsoft.com/office/drawing/2014/main" val="753834404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900725617"/>
                        </a:ext>
                      </a:extLst>
                    </a:gridCol>
                    <a:gridCol w="864000">
                      <a:extLst>
                        <a:ext uri="{9D8B030D-6E8A-4147-A177-3AD203B41FA5}">
                          <a16:colId xmlns:a16="http://schemas.microsoft.com/office/drawing/2014/main" val="3113494738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3477662860"/>
                        </a:ext>
                      </a:extLst>
                    </a:gridCol>
                    <a:gridCol w="864000">
                      <a:extLst>
                        <a:ext uri="{9D8B030D-6E8A-4147-A177-3AD203B41FA5}">
                          <a16:colId xmlns:a16="http://schemas.microsoft.com/office/drawing/2014/main" val="3848392705"/>
                        </a:ext>
                      </a:extLst>
                    </a:gridCol>
                  </a:tblGrid>
                  <a:tr h="41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2.278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3.847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-1.349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4025773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t="-105882" r="-300704" b="-3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50000" t="-105882" r="-150704" b="-3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00000" t="-105882" r="-704" b="-3235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50041623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-1.721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2.491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1.519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27233137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t="-305882" r="-300704" b="-1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50000" t="-305882" r="-150704" b="-1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00000" t="-305882" r="-704" b="-1235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8877184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3.841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1.896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2.301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375570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2" name="Shape 46">
            <a:extLst>
              <a:ext uri="{FF2B5EF4-FFF2-40B4-BE49-F238E27FC236}">
                <a16:creationId xmlns:a16="http://schemas.microsoft.com/office/drawing/2014/main" id="{9EC3309C-3594-92D9-1172-D8A4400EFE16}"/>
              </a:ext>
            </a:extLst>
          </p:cNvPr>
          <p:cNvSpPr/>
          <p:nvPr/>
        </p:nvSpPr>
        <p:spPr>
          <a:xfrm>
            <a:off x="7752269" y="3292255"/>
            <a:ext cx="3456436" cy="0"/>
          </a:xfrm>
          <a:prstGeom prst="line">
            <a:avLst/>
          </a:prstGeom>
          <a:noFill/>
          <a:ln w="254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AFAF4E34-A813-073C-9D66-74E9DCE37804}"/>
              </a:ext>
            </a:extLst>
          </p:cNvPr>
          <p:cNvSpPr txBox="1"/>
          <p:nvPr/>
        </p:nvSpPr>
        <p:spPr>
          <a:xfrm>
            <a:off x="7741569" y="0"/>
            <a:ext cx="346713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/>
              <a:t>CLR transformed matrix</a:t>
            </a:r>
          </a:p>
        </p:txBody>
      </p:sp>
      <p:sp>
        <p:nvSpPr>
          <p:cNvPr id="44" name="Textfeld 43">
            <a:extLst>
              <a:ext uri="{FF2B5EF4-FFF2-40B4-BE49-F238E27FC236}">
                <a16:creationId xmlns:a16="http://schemas.microsoft.com/office/drawing/2014/main" id="{F65C8378-3633-32C6-72AF-A97B503963A8}"/>
              </a:ext>
            </a:extLst>
          </p:cNvPr>
          <p:cNvSpPr txBox="1"/>
          <p:nvPr/>
        </p:nvSpPr>
        <p:spPr>
          <a:xfrm>
            <a:off x="2434346" y="394616"/>
            <a:ext cx="32442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Genera</a:t>
            </a:r>
          </a:p>
        </p:txBody>
      </p:sp>
      <p:sp>
        <p:nvSpPr>
          <p:cNvPr id="52" name="Textfeld 51">
            <a:extLst>
              <a:ext uri="{FF2B5EF4-FFF2-40B4-BE49-F238E27FC236}">
                <a16:creationId xmlns:a16="http://schemas.microsoft.com/office/drawing/2014/main" id="{60A036CD-C45E-82D6-83FE-A6CEFB4EAC78}"/>
              </a:ext>
            </a:extLst>
          </p:cNvPr>
          <p:cNvSpPr txBox="1"/>
          <p:nvPr/>
        </p:nvSpPr>
        <p:spPr>
          <a:xfrm>
            <a:off x="7747136" y="396000"/>
            <a:ext cx="34671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Genera</a:t>
            </a:r>
          </a:p>
        </p:txBody>
      </p:sp>
      <p:sp>
        <p:nvSpPr>
          <p:cNvPr id="53" name="Textfeld 52">
            <a:extLst>
              <a:ext uri="{FF2B5EF4-FFF2-40B4-BE49-F238E27FC236}">
                <a16:creationId xmlns:a16="http://schemas.microsoft.com/office/drawing/2014/main" id="{C690D091-E118-C915-38F4-92EE584A6146}"/>
              </a:ext>
            </a:extLst>
          </p:cNvPr>
          <p:cNvSpPr txBox="1"/>
          <p:nvPr/>
        </p:nvSpPr>
        <p:spPr>
          <a:xfrm rot="16200000">
            <a:off x="514419" y="1920909"/>
            <a:ext cx="20640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Samples</a:t>
            </a:r>
          </a:p>
        </p:txBody>
      </p:sp>
      <p:sp>
        <p:nvSpPr>
          <p:cNvPr id="54" name="Textfeld 53">
            <a:extLst>
              <a:ext uri="{FF2B5EF4-FFF2-40B4-BE49-F238E27FC236}">
                <a16:creationId xmlns:a16="http://schemas.microsoft.com/office/drawing/2014/main" id="{F89ACDC2-32CF-1C2F-E704-1A57F8CCA21F}"/>
              </a:ext>
            </a:extLst>
          </p:cNvPr>
          <p:cNvSpPr txBox="1"/>
          <p:nvPr/>
        </p:nvSpPr>
        <p:spPr>
          <a:xfrm rot="16200000">
            <a:off x="490829" y="4194836"/>
            <a:ext cx="21238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Samples</a:t>
            </a:r>
          </a:p>
        </p:txBody>
      </p:sp>
    </p:spTree>
    <p:extLst>
      <p:ext uri="{BB962C8B-B14F-4D97-AF65-F5344CB8AC3E}">
        <p14:creationId xmlns:p14="http://schemas.microsoft.com/office/powerpoint/2010/main" val="2608067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– 2022-Design">
  <a:themeElements>
    <a:clrScheme name="Office 2013 – 2022-Design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– 2022-Design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– 2022-Design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143</Words>
  <Application>Microsoft Office PowerPoint</Application>
  <PresentationFormat>Benutzerdefiniert</PresentationFormat>
  <Paragraphs>130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 Math</vt:lpstr>
      <vt:lpstr>Office 2013 – 2022-Design</vt:lpstr>
      <vt:lpstr>PowerPoint-Präsentation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Zero replacement in microbiome count matrices</dc:title>
  <dc:subject>Zero handling schematic</dc:subject>
  <dc:creator>OpenAI</dc:creator>
  <cp:lastModifiedBy>Stefanie Peschel</cp:lastModifiedBy>
  <cp:revision>62</cp:revision>
  <dcterms:created xsi:type="dcterms:W3CDTF">2026-05-10T08:14:00Z</dcterms:created>
  <dcterms:modified xsi:type="dcterms:W3CDTF">2026-06-16T20:42:00Z</dcterms:modified>
</cp:coreProperties>
</file>