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9" r:id="rId1"/>
  </p:sldMasterIdLst>
  <p:notesMasterIdLst>
    <p:notesMasterId r:id="rId3"/>
  </p:notesMasterIdLst>
  <p:sldIdLst>
    <p:sldId id="258" r:id="rId2"/>
  </p:sldIdLst>
  <p:sldSz cx="12599988" cy="5580063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CC"/>
    <a:srgbClr val="BBDEFD"/>
    <a:srgbClr val="E2F1FE"/>
    <a:srgbClr val="D6EBFE"/>
    <a:srgbClr val="CAEDFE"/>
    <a:srgbClr val="E2E9F6"/>
    <a:srgbClr val="F2FAF2"/>
    <a:srgbClr val="F1F6FD"/>
    <a:srgbClr val="EDF1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06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653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9519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1pPr>
    <a:lvl2pPr marL="360738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2pPr>
    <a:lvl3pPr marL="721475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3pPr>
    <a:lvl4pPr marL="1082213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4pPr>
    <a:lvl5pPr marL="1442950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5pPr>
    <a:lvl6pPr marL="1803688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6pPr>
    <a:lvl7pPr marL="2164425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7pPr>
    <a:lvl8pPr marL="2525163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8pPr>
    <a:lvl9pPr marL="2885901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4999" y="913219"/>
            <a:ext cx="9449991" cy="1942689"/>
          </a:xfrm>
        </p:spPr>
        <p:txBody>
          <a:bodyPr anchor="b"/>
          <a:lstStyle>
            <a:lvl1pPr algn="ctr">
              <a:defRPr sz="488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4999" y="2930825"/>
            <a:ext cx="9449991" cy="1347223"/>
          </a:xfrm>
        </p:spPr>
        <p:txBody>
          <a:bodyPr/>
          <a:lstStyle>
            <a:lvl1pPr marL="0" indent="0" algn="ctr">
              <a:buNone/>
              <a:defRPr sz="1953"/>
            </a:lvl1pPr>
            <a:lvl2pPr marL="372024" indent="0" algn="ctr">
              <a:buNone/>
              <a:defRPr sz="1627"/>
            </a:lvl2pPr>
            <a:lvl3pPr marL="744047" indent="0" algn="ctr">
              <a:buNone/>
              <a:defRPr sz="1465"/>
            </a:lvl3pPr>
            <a:lvl4pPr marL="1116071" indent="0" algn="ctr">
              <a:buNone/>
              <a:defRPr sz="1302"/>
            </a:lvl4pPr>
            <a:lvl5pPr marL="1488095" indent="0" algn="ctr">
              <a:buNone/>
              <a:defRPr sz="1302"/>
            </a:lvl5pPr>
            <a:lvl6pPr marL="1860118" indent="0" algn="ctr">
              <a:buNone/>
              <a:defRPr sz="1302"/>
            </a:lvl6pPr>
            <a:lvl7pPr marL="2232142" indent="0" algn="ctr">
              <a:buNone/>
              <a:defRPr sz="1302"/>
            </a:lvl7pPr>
            <a:lvl8pPr marL="2604165" indent="0" algn="ctr">
              <a:buNone/>
              <a:defRPr sz="1302"/>
            </a:lvl8pPr>
            <a:lvl9pPr marL="2976189" indent="0" algn="ctr">
              <a:buNone/>
              <a:defRPr sz="1302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06651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1987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687" y="1391141"/>
            <a:ext cx="10867490" cy="2321151"/>
          </a:xfrm>
        </p:spPr>
        <p:txBody>
          <a:bodyPr anchor="b"/>
          <a:lstStyle>
            <a:lvl1pPr>
              <a:defRPr sz="488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687" y="3734251"/>
            <a:ext cx="10867490" cy="1220638"/>
          </a:xfrm>
        </p:spPr>
        <p:txBody>
          <a:bodyPr/>
          <a:lstStyle>
            <a:lvl1pPr marL="0" indent="0">
              <a:buNone/>
              <a:defRPr sz="1953">
                <a:solidFill>
                  <a:schemeClr val="tx1">
                    <a:tint val="75000"/>
                  </a:schemeClr>
                </a:solidFill>
              </a:defRPr>
            </a:lvl1pPr>
            <a:lvl2pPr marL="372024" indent="0">
              <a:buNone/>
              <a:defRPr sz="1627">
                <a:solidFill>
                  <a:schemeClr val="tx1">
                    <a:tint val="75000"/>
                  </a:schemeClr>
                </a:solidFill>
              </a:defRPr>
            </a:lvl2pPr>
            <a:lvl3pPr marL="744047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3pPr>
            <a:lvl4pPr marL="1116071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4pPr>
            <a:lvl5pPr marL="1488095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5pPr>
            <a:lvl6pPr marL="1860118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6pPr>
            <a:lvl7pPr marL="2232142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7pPr>
            <a:lvl8pPr marL="2604165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8pPr>
            <a:lvl9pPr marL="2976189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73963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49" y="1485433"/>
            <a:ext cx="5354995" cy="35404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8744" y="1485433"/>
            <a:ext cx="5354995" cy="35404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80976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297087"/>
            <a:ext cx="10867490" cy="107855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91" y="1367891"/>
            <a:ext cx="5330385" cy="670382"/>
          </a:xfrm>
        </p:spPr>
        <p:txBody>
          <a:bodyPr anchor="b"/>
          <a:lstStyle>
            <a:lvl1pPr marL="0" indent="0">
              <a:buNone/>
              <a:defRPr sz="1953" b="1"/>
            </a:lvl1pPr>
            <a:lvl2pPr marL="372024" indent="0">
              <a:buNone/>
              <a:defRPr sz="1627" b="1"/>
            </a:lvl2pPr>
            <a:lvl3pPr marL="744047" indent="0">
              <a:buNone/>
              <a:defRPr sz="1465" b="1"/>
            </a:lvl3pPr>
            <a:lvl4pPr marL="1116071" indent="0">
              <a:buNone/>
              <a:defRPr sz="1302" b="1"/>
            </a:lvl4pPr>
            <a:lvl5pPr marL="1488095" indent="0">
              <a:buNone/>
              <a:defRPr sz="1302" b="1"/>
            </a:lvl5pPr>
            <a:lvl6pPr marL="1860118" indent="0">
              <a:buNone/>
              <a:defRPr sz="1302" b="1"/>
            </a:lvl6pPr>
            <a:lvl7pPr marL="2232142" indent="0">
              <a:buNone/>
              <a:defRPr sz="1302" b="1"/>
            </a:lvl7pPr>
            <a:lvl8pPr marL="2604165" indent="0">
              <a:buNone/>
              <a:defRPr sz="1302" b="1"/>
            </a:lvl8pPr>
            <a:lvl9pPr marL="2976189" indent="0">
              <a:buNone/>
              <a:defRPr sz="130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91" y="2038273"/>
            <a:ext cx="5330385" cy="299799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8744" y="1367891"/>
            <a:ext cx="5356636" cy="670382"/>
          </a:xfrm>
        </p:spPr>
        <p:txBody>
          <a:bodyPr anchor="b"/>
          <a:lstStyle>
            <a:lvl1pPr marL="0" indent="0">
              <a:buNone/>
              <a:defRPr sz="1953" b="1"/>
            </a:lvl1pPr>
            <a:lvl2pPr marL="372024" indent="0">
              <a:buNone/>
              <a:defRPr sz="1627" b="1"/>
            </a:lvl2pPr>
            <a:lvl3pPr marL="744047" indent="0">
              <a:buNone/>
              <a:defRPr sz="1465" b="1"/>
            </a:lvl3pPr>
            <a:lvl4pPr marL="1116071" indent="0">
              <a:buNone/>
              <a:defRPr sz="1302" b="1"/>
            </a:lvl4pPr>
            <a:lvl5pPr marL="1488095" indent="0">
              <a:buNone/>
              <a:defRPr sz="1302" b="1"/>
            </a:lvl5pPr>
            <a:lvl6pPr marL="1860118" indent="0">
              <a:buNone/>
              <a:defRPr sz="1302" b="1"/>
            </a:lvl6pPr>
            <a:lvl7pPr marL="2232142" indent="0">
              <a:buNone/>
              <a:defRPr sz="1302" b="1"/>
            </a:lvl7pPr>
            <a:lvl8pPr marL="2604165" indent="0">
              <a:buNone/>
              <a:defRPr sz="1302" b="1"/>
            </a:lvl8pPr>
            <a:lvl9pPr marL="2976189" indent="0">
              <a:buNone/>
              <a:defRPr sz="130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8744" y="2038273"/>
            <a:ext cx="5356636" cy="299799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86753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41247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61102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372004"/>
            <a:ext cx="4063824" cy="1302015"/>
          </a:xfrm>
        </p:spPr>
        <p:txBody>
          <a:bodyPr anchor="b"/>
          <a:lstStyle>
            <a:lvl1pPr>
              <a:defRPr sz="260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6636" y="803426"/>
            <a:ext cx="6378744" cy="3965461"/>
          </a:xfrm>
        </p:spPr>
        <p:txBody>
          <a:bodyPr/>
          <a:lstStyle>
            <a:lvl1pPr>
              <a:defRPr sz="2604"/>
            </a:lvl1pPr>
            <a:lvl2pPr>
              <a:defRPr sz="2278"/>
            </a:lvl2pPr>
            <a:lvl3pPr>
              <a:defRPr sz="1953"/>
            </a:lvl3pPr>
            <a:lvl4pPr>
              <a:defRPr sz="1627"/>
            </a:lvl4pPr>
            <a:lvl5pPr>
              <a:defRPr sz="1627"/>
            </a:lvl5pPr>
            <a:lvl6pPr>
              <a:defRPr sz="1627"/>
            </a:lvl6pPr>
            <a:lvl7pPr>
              <a:defRPr sz="1627"/>
            </a:lvl7pPr>
            <a:lvl8pPr>
              <a:defRPr sz="1627"/>
            </a:lvl8pPr>
            <a:lvl9pPr>
              <a:defRPr sz="1627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1674019"/>
            <a:ext cx="4063824" cy="3101327"/>
          </a:xfrm>
        </p:spPr>
        <p:txBody>
          <a:bodyPr/>
          <a:lstStyle>
            <a:lvl1pPr marL="0" indent="0">
              <a:buNone/>
              <a:defRPr sz="1302"/>
            </a:lvl1pPr>
            <a:lvl2pPr marL="372024" indent="0">
              <a:buNone/>
              <a:defRPr sz="1139"/>
            </a:lvl2pPr>
            <a:lvl3pPr marL="744047" indent="0">
              <a:buNone/>
              <a:defRPr sz="976"/>
            </a:lvl3pPr>
            <a:lvl4pPr marL="1116071" indent="0">
              <a:buNone/>
              <a:defRPr sz="814"/>
            </a:lvl4pPr>
            <a:lvl5pPr marL="1488095" indent="0">
              <a:buNone/>
              <a:defRPr sz="814"/>
            </a:lvl5pPr>
            <a:lvl6pPr marL="1860118" indent="0">
              <a:buNone/>
              <a:defRPr sz="814"/>
            </a:lvl6pPr>
            <a:lvl7pPr marL="2232142" indent="0">
              <a:buNone/>
              <a:defRPr sz="814"/>
            </a:lvl7pPr>
            <a:lvl8pPr marL="2604165" indent="0">
              <a:buNone/>
              <a:defRPr sz="814"/>
            </a:lvl8pPr>
            <a:lvl9pPr marL="2976189" indent="0">
              <a:buNone/>
              <a:defRPr sz="81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55242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372004"/>
            <a:ext cx="4063824" cy="1302015"/>
          </a:xfrm>
        </p:spPr>
        <p:txBody>
          <a:bodyPr anchor="b"/>
          <a:lstStyle>
            <a:lvl1pPr>
              <a:defRPr sz="260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56636" y="803426"/>
            <a:ext cx="6378744" cy="3965461"/>
          </a:xfrm>
        </p:spPr>
        <p:txBody>
          <a:bodyPr anchor="t"/>
          <a:lstStyle>
            <a:lvl1pPr marL="0" indent="0">
              <a:buNone/>
              <a:defRPr sz="2604"/>
            </a:lvl1pPr>
            <a:lvl2pPr marL="372024" indent="0">
              <a:buNone/>
              <a:defRPr sz="2278"/>
            </a:lvl2pPr>
            <a:lvl3pPr marL="744047" indent="0">
              <a:buNone/>
              <a:defRPr sz="1953"/>
            </a:lvl3pPr>
            <a:lvl4pPr marL="1116071" indent="0">
              <a:buNone/>
              <a:defRPr sz="1627"/>
            </a:lvl4pPr>
            <a:lvl5pPr marL="1488095" indent="0">
              <a:buNone/>
              <a:defRPr sz="1627"/>
            </a:lvl5pPr>
            <a:lvl6pPr marL="1860118" indent="0">
              <a:buNone/>
              <a:defRPr sz="1627"/>
            </a:lvl6pPr>
            <a:lvl7pPr marL="2232142" indent="0">
              <a:buNone/>
              <a:defRPr sz="1627"/>
            </a:lvl7pPr>
            <a:lvl8pPr marL="2604165" indent="0">
              <a:buNone/>
              <a:defRPr sz="1627"/>
            </a:lvl8pPr>
            <a:lvl9pPr marL="2976189" indent="0">
              <a:buNone/>
              <a:defRPr sz="1627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1674019"/>
            <a:ext cx="4063824" cy="3101327"/>
          </a:xfrm>
        </p:spPr>
        <p:txBody>
          <a:bodyPr/>
          <a:lstStyle>
            <a:lvl1pPr marL="0" indent="0">
              <a:buNone/>
              <a:defRPr sz="1302"/>
            </a:lvl1pPr>
            <a:lvl2pPr marL="372024" indent="0">
              <a:buNone/>
              <a:defRPr sz="1139"/>
            </a:lvl2pPr>
            <a:lvl3pPr marL="744047" indent="0">
              <a:buNone/>
              <a:defRPr sz="976"/>
            </a:lvl3pPr>
            <a:lvl4pPr marL="1116071" indent="0">
              <a:buNone/>
              <a:defRPr sz="814"/>
            </a:lvl4pPr>
            <a:lvl5pPr marL="1488095" indent="0">
              <a:buNone/>
              <a:defRPr sz="814"/>
            </a:lvl5pPr>
            <a:lvl6pPr marL="1860118" indent="0">
              <a:buNone/>
              <a:defRPr sz="814"/>
            </a:lvl6pPr>
            <a:lvl7pPr marL="2232142" indent="0">
              <a:buNone/>
              <a:defRPr sz="814"/>
            </a:lvl7pPr>
            <a:lvl8pPr marL="2604165" indent="0">
              <a:buNone/>
              <a:defRPr sz="814"/>
            </a:lvl8pPr>
            <a:lvl9pPr marL="2976189" indent="0">
              <a:buNone/>
              <a:defRPr sz="81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67636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05296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6867" y="297087"/>
            <a:ext cx="2716872" cy="472884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49" y="297087"/>
            <a:ext cx="7993117" cy="472884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2163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456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249" y="297087"/>
            <a:ext cx="10867490" cy="10785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49" y="1485433"/>
            <a:ext cx="10867490" cy="3540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6249" y="5171892"/>
            <a:ext cx="2834997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73746" y="5171892"/>
            <a:ext cx="4252496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8742" y="5171892"/>
            <a:ext cx="2834997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702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  <p:sldLayoutId id="2147483831" r:id="rId12"/>
  </p:sldLayoutIdLst>
  <p:hf sldNum="0" hdr="0" ftr="0" dt="0"/>
  <p:txStyles>
    <p:titleStyle>
      <a:lvl1pPr algn="l" defTabSz="744047" rtl="0" eaLnBrk="1" latinLnBrk="0" hangingPunct="1">
        <a:lnSpc>
          <a:spcPct val="90000"/>
        </a:lnSpc>
        <a:spcBef>
          <a:spcPct val="0"/>
        </a:spcBef>
        <a:buNone/>
        <a:defRPr sz="35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6012" indent="-186012" algn="l" defTabSz="744047" rtl="0" eaLnBrk="1" latinLnBrk="0" hangingPunct="1">
        <a:lnSpc>
          <a:spcPct val="90000"/>
        </a:lnSpc>
        <a:spcBef>
          <a:spcPts val="814"/>
        </a:spcBef>
        <a:buFont typeface="Arial" panose="020B0604020202020204" pitchFamily="34" charset="0"/>
        <a:buChar char="•"/>
        <a:defRPr sz="2278" kern="1200">
          <a:solidFill>
            <a:schemeClr val="tx1"/>
          </a:solidFill>
          <a:latin typeface="+mn-lt"/>
          <a:ea typeface="+mn-ea"/>
          <a:cs typeface="+mn-cs"/>
        </a:defRPr>
      </a:lvl1pPr>
      <a:lvl2pPr marL="558035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953" kern="1200">
          <a:solidFill>
            <a:schemeClr val="tx1"/>
          </a:solidFill>
          <a:latin typeface="+mn-lt"/>
          <a:ea typeface="+mn-ea"/>
          <a:cs typeface="+mn-cs"/>
        </a:defRPr>
      </a:lvl2pPr>
      <a:lvl3pPr marL="930059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627" kern="1200">
          <a:solidFill>
            <a:schemeClr val="tx1"/>
          </a:solidFill>
          <a:latin typeface="+mn-lt"/>
          <a:ea typeface="+mn-ea"/>
          <a:cs typeface="+mn-cs"/>
        </a:defRPr>
      </a:lvl3pPr>
      <a:lvl4pPr marL="1302083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4pPr>
      <a:lvl5pPr marL="1674106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5pPr>
      <a:lvl6pPr marL="2046130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6pPr>
      <a:lvl7pPr marL="2418154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7pPr>
      <a:lvl8pPr marL="2790177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8pPr>
      <a:lvl9pPr marL="3162201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1pPr>
      <a:lvl2pPr marL="372024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2pPr>
      <a:lvl3pPr marL="744047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3pPr>
      <a:lvl4pPr marL="1116071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4pPr>
      <a:lvl5pPr marL="1488095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5pPr>
      <a:lvl6pPr marL="1860118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6pPr>
      <a:lvl7pPr marL="2232142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7pPr>
      <a:lvl8pPr marL="2604165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8pPr>
      <a:lvl9pPr marL="2976189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82056-E32C-0F52-059E-9DE5A9FE3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0" name="Tabelle 29">
                <a:extLst>
                  <a:ext uri="{FF2B5EF4-FFF2-40B4-BE49-F238E27FC236}">
                    <a16:creationId xmlns:a16="http://schemas.microsoft.com/office/drawing/2014/main" id="{97844736-3597-6621-F844-B3989BB170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4658979"/>
                  </p:ext>
                </p:extLst>
              </p:nvPr>
            </p:nvGraphicFramePr>
            <p:xfrm>
              <a:off x="1517087" y="674079"/>
              <a:ext cx="4392000" cy="248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684235349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315053427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999600711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1" i="0" smtClean="0">
                                    <a:latin typeface="Cambria Math" panose="02040503050406030204" pitchFamily="18" charset="0"/>
                                  </a:rPr>
                                  <m:t>𝚺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228321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0.858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0.054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436899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0.185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0.049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0.731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0" name="Tabelle 29">
                <a:extLst>
                  <a:ext uri="{FF2B5EF4-FFF2-40B4-BE49-F238E27FC236}">
                    <a16:creationId xmlns:a16="http://schemas.microsoft.com/office/drawing/2014/main" id="{97844736-3597-6621-F844-B3989BB170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4658979"/>
                  </p:ext>
                </p:extLst>
              </p:nvPr>
            </p:nvGraphicFramePr>
            <p:xfrm>
              <a:off x="1517087" y="674079"/>
              <a:ext cx="4392000" cy="248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684235349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315053427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999600711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7692" t="-4412" r="-378462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32308" t="-4412" r="-223846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86923" t="-4412" r="-69231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11236" t="-4412" r="-1124" b="-5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228321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4412" r="-615842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0.858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0.054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01449" r="-615842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7692" t="-201449" r="-378462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32308" t="-201449" r="-223846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6923" t="-201449" r="-69231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11236" t="-201449" r="-1124" b="-3188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436899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305882" r="-615842" b="-2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0.185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0.049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405882" r="-615842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7692" t="-405882" r="-378462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32308" t="-405882" r="-223846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86923" t="-405882" r="-69231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11236" t="-405882" r="-1124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505882" r="-615842" b="-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0.731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1" name="Tabelle 30">
                <a:extLst>
                  <a:ext uri="{FF2B5EF4-FFF2-40B4-BE49-F238E27FC236}">
                    <a16:creationId xmlns:a16="http://schemas.microsoft.com/office/drawing/2014/main" id="{79DDE713-5E6E-D2C4-7B60-EEC957D91C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0036"/>
                  </p:ext>
                </p:extLst>
              </p:nvPr>
            </p:nvGraphicFramePr>
            <p:xfrm>
              <a:off x="1377774" y="3404555"/>
              <a:ext cx="4536000" cy="2052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56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906188155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09302849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18928627"/>
                        </a:ext>
                      </a:extLst>
                    </a:gridCol>
                  </a:tblGrid>
                  <a:tr h="396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2000" b="0" spc="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de-DE" sz="2000" b="0" i="1" spc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b="0" spc="-30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0.076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0.364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0.136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0.051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16179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0.519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0.074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0.111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1" name="Tabelle 30">
                <a:extLst>
                  <a:ext uri="{FF2B5EF4-FFF2-40B4-BE49-F238E27FC236}">
                    <a16:creationId xmlns:a16="http://schemas.microsoft.com/office/drawing/2014/main" id="{79DDE713-5E6E-D2C4-7B60-EEC957D91C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0036"/>
                  </p:ext>
                </p:extLst>
              </p:nvPr>
            </p:nvGraphicFramePr>
            <p:xfrm>
              <a:off x="1377774" y="3404555"/>
              <a:ext cx="4536000" cy="2052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56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906188155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09302849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2018928627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7692" r="-501613" b="-44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0.076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0.364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02941" r="-501613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5385" t="-102941" r="-378462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0000" t="-102941" r="-223846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4615" t="-102941" r="-69231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37079" t="-102941" r="-1124" b="-3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200000" r="-501613" b="-2202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0.136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0.051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304412" r="-501613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5385" t="-304412" r="-378462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0000" t="-304412" r="-223846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4615" t="-304412" r="-69231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37079" t="-304412" r="-1124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16179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404412" r="-501613" b="-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0.519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0.074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0.111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2" name="Shape 46">
            <a:extLst>
              <a:ext uri="{FF2B5EF4-FFF2-40B4-BE49-F238E27FC236}">
                <a16:creationId xmlns:a16="http://schemas.microsoft.com/office/drawing/2014/main" id="{A9443E5D-C341-D3EA-F953-29FE77AEA6F5}"/>
              </a:ext>
            </a:extLst>
          </p:cNvPr>
          <p:cNvSpPr/>
          <p:nvPr/>
        </p:nvSpPr>
        <p:spPr>
          <a:xfrm>
            <a:off x="2129989" y="3287846"/>
            <a:ext cx="3778655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8208EC57-A92B-7287-282D-DD9D4A6E9F77}"/>
              </a:ext>
            </a:extLst>
          </p:cNvPr>
          <p:cNvSpPr txBox="1"/>
          <p:nvPr/>
        </p:nvSpPr>
        <p:spPr>
          <a:xfrm rot="16200000">
            <a:off x="260191" y="1909156"/>
            <a:ext cx="11221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Group 1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BDFC8A3B-FDF8-9EF6-BE44-D32AB665D0A7}"/>
              </a:ext>
            </a:extLst>
          </p:cNvPr>
          <p:cNvSpPr txBox="1"/>
          <p:nvPr/>
        </p:nvSpPr>
        <p:spPr>
          <a:xfrm rot="16200000">
            <a:off x="260190" y="4213895"/>
            <a:ext cx="11221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Group 2</a:t>
            </a:r>
          </a:p>
        </p:txBody>
      </p:sp>
      <p:sp>
        <p:nvSpPr>
          <p:cNvPr id="35" name="Geschweifte Klammer links 34">
            <a:extLst>
              <a:ext uri="{FF2B5EF4-FFF2-40B4-BE49-F238E27FC236}">
                <a16:creationId xmlns:a16="http://schemas.microsoft.com/office/drawing/2014/main" id="{0F7C0437-FACF-04FB-E32D-6344A31621C7}"/>
              </a:ext>
            </a:extLst>
          </p:cNvPr>
          <p:cNvSpPr/>
          <p:nvPr/>
        </p:nvSpPr>
        <p:spPr>
          <a:xfrm>
            <a:off x="986304" y="1088075"/>
            <a:ext cx="118872" cy="2070094"/>
          </a:xfrm>
          <a:prstGeom prst="leftBrace">
            <a:avLst>
              <a:gd name="adj1" fmla="val 38058"/>
              <a:gd name="adj2" fmla="val 50000"/>
            </a:avLst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Geschweifte Klammer links 35">
            <a:extLst>
              <a:ext uri="{FF2B5EF4-FFF2-40B4-BE49-F238E27FC236}">
                <a16:creationId xmlns:a16="http://schemas.microsoft.com/office/drawing/2014/main" id="{4A16B343-5ED2-3A82-739C-7592A7FFF992}"/>
              </a:ext>
            </a:extLst>
          </p:cNvPr>
          <p:cNvSpPr/>
          <p:nvPr/>
        </p:nvSpPr>
        <p:spPr>
          <a:xfrm>
            <a:off x="986304" y="3405768"/>
            <a:ext cx="118872" cy="2051027"/>
          </a:xfrm>
          <a:prstGeom prst="leftBrace">
            <a:avLst>
              <a:gd name="adj1" fmla="val 38058"/>
              <a:gd name="adj2" fmla="val 50000"/>
            </a:avLst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D80C4802-9947-E717-2B68-C542F8E3C9C7}"/>
              </a:ext>
            </a:extLst>
          </p:cNvPr>
          <p:cNvSpPr txBox="1"/>
          <p:nvPr/>
        </p:nvSpPr>
        <p:spPr>
          <a:xfrm>
            <a:off x="2129988" y="0"/>
            <a:ext cx="37790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Normalized matrix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5782D779-5251-020A-AD4E-F778730B4F0F}"/>
              </a:ext>
            </a:extLst>
          </p:cNvPr>
          <p:cNvSpPr txBox="1"/>
          <p:nvPr/>
        </p:nvSpPr>
        <p:spPr>
          <a:xfrm>
            <a:off x="5968502" y="2808520"/>
            <a:ext cx="1743041" cy="953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200" dirty="0"/>
              <a:t>Multiplicative</a:t>
            </a:r>
          </a:p>
          <a:p>
            <a:pPr algn="ctr">
              <a:lnSpc>
                <a:spcPct val="150000"/>
              </a:lnSpc>
            </a:pPr>
            <a:r>
              <a:rPr lang="en-US" sz="2200" dirty="0"/>
              <a:t>replacement</a:t>
            </a: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970B0123-4D12-AE5F-798F-F09412F7E8E2}"/>
              </a:ext>
            </a:extLst>
          </p:cNvPr>
          <p:cNvCxnSpPr>
            <a:cxnSpLocks/>
          </p:cNvCxnSpPr>
          <p:nvPr/>
        </p:nvCxnSpPr>
        <p:spPr>
          <a:xfrm flipV="1">
            <a:off x="6044195" y="3285510"/>
            <a:ext cx="1674968" cy="48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0" name="Tabelle 39">
                <a:extLst>
                  <a:ext uri="{FF2B5EF4-FFF2-40B4-BE49-F238E27FC236}">
                    <a16:creationId xmlns:a16="http://schemas.microsoft.com/office/drawing/2014/main" id="{42961016-50DA-18CC-55DB-9B8E4B3FDA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93050895"/>
                  </p:ext>
                </p:extLst>
              </p:nvPr>
            </p:nvGraphicFramePr>
            <p:xfrm>
              <a:off x="7831953" y="675553"/>
              <a:ext cx="3780000" cy="248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9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4024056052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113494738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477662860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949280250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1" i="0" smtClean="0">
                                    <a:latin typeface="Cambria Math" panose="02040503050406030204" pitchFamily="18" charset="0"/>
                                  </a:rPr>
                                  <m:t>𝚺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5047680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0.835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0.053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3292461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0.181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0.048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0.714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0" name="Tabelle 39">
                <a:extLst>
                  <a:ext uri="{FF2B5EF4-FFF2-40B4-BE49-F238E27FC236}">
                    <a16:creationId xmlns:a16="http://schemas.microsoft.com/office/drawing/2014/main" id="{42961016-50DA-18CC-55DB-9B8E4B3FDA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93050895"/>
                  </p:ext>
                </p:extLst>
              </p:nvPr>
            </p:nvGraphicFramePr>
            <p:xfrm>
              <a:off x="7831953" y="675553"/>
              <a:ext cx="3780000" cy="248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9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4024056052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113494738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477662860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949280250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4412" r="-378462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54615" t="-4412" r="-223846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9231" t="-4412" r="-69231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97753" t="-4412" r="-1124" b="-5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5047680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0.835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0.053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01449" r="-378462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4615" t="-201449" r="-223846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9231" t="-201449" r="-69231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97753" t="-201449" r="-1124" b="-3188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3292461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0.181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0.048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405882" r="-378462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4615" t="-405882" r="-223846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9231" t="-405882" r="-69231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97753" t="-405882" r="-1124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0.714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BDEF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1" name="Tabelle 40">
                <a:extLst>
                  <a:ext uri="{FF2B5EF4-FFF2-40B4-BE49-F238E27FC236}">
                    <a16:creationId xmlns:a16="http://schemas.microsoft.com/office/drawing/2014/main" id="{198D06AF-45AD-B6D4-1BA4-54E6D62799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2971970"/>
                  </p:ext>
                </p:extLst>
              </p:nvPr>
            </p:nvGraphicFramePr>
            <p:xfrm>
              <a:off x="7831953" y="3390592"/>
              <a:ext cx="3780000" cy="207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9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900725617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113494738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477662860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98355796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0.074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0.354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004162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0.133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0.508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0.073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0.109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1" name="Tabelle 40">
                <a:extLst>
                  <a:ext uri="{FF2B5EF4-FFF2-40B4-BE49-F238E27FC236}">
                    <a16:creationId xmlns:a16="http://schemas.microsoft.com/office/drawing/2014/main" id="{198D06AF-45AD-B6D4-1BA4-54E6D62799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2971970"/>
                  </p:ext>
                </p:extLst>
              </p:nvPr>
            </p:nvGraphicFramePr>
            <p:xfrm>
              <a:off x="7831953" y="3390592"/>
              <a:ext cx="3780000" cy="207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9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900725617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113494738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477662860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98355796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0.074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0.354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105882" r="-378462" b="-3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54615" t="-105882" r="-223846" b="-3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9231" t="-105882" r="-69231" b="-3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97753" t="-105882" r="-1124" b="-3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004162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EC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0.133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0.050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305882" r="-378462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54615" t="-305882" r="-223846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9231" t="-305882" r="-69231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97753" t="-305882" r="-1124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0.508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0.073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0.109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Shape 46">
            <a:extLst>
              <a:ext uri="{FF2B5EF4-FFF2-40B4-BE49-F238E27FC236}">
                <a16:creationId xmlns:a16="http://schemas.microsoft.com/office/drawing/2014/main" id="{9EC3309C-3594-92D9-1172-D8A4400EFE16}"/>
              </a:ext>
            </a:extLst>
          </p:cNvPr>
          <p:cNvSpPr/>
          <p:nvPr/>
        </p:nvSpPr>
        <p:spPr>
          <a:xfrm>
            <a:off x="7831517" y="3292255"/>
            <a:ext cx="3780436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AFAF4E34-A813-073C-9D66-74E9DCE37804}"/>
              </a:ext>
            </a:extLst>
          </p:cNvPr>
          <p:cNvSpPr txBox="1"/>
          <p:nvPr/>
        </p:nvSpPr>
        <p:spPr>
          <a:xfrm>
            <a:off x="7820817" y="0"/>
            <a:ext cx="37790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Zero-replaced matrix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F65C8378-3633-32C6-72AF-A97B503963A8}"/>
              </a:ext>
            </a:extLst>
          </p:cNvPr>
          <p:cNvSpPr txBox="1"/>
          <p:nvPr/>
        </p:nvSpPr>
        <p:spPr>
          <a:xfrm>
            <a:off x="2129546" y="394616"/>
            <a:ext cx="3779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Genera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60A036CD-C45E-82D6-83FE-A6CEFB4EAC78}"/>
              </a:ext>
            </a:extLst>
          </p:cNvPr>
          <p:cNvSpPr txBox="1"/>
          <p:nvPr/>
        </p:nvSpPr>
        <p:spPr>
          <a:xfrm>
            <a:off x="7826384" y="396000"/>
            <a:ext cx="37790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Genera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C690D091-E118-C915-38F4-92EE584A6146}"/>
              </a:ext>
            </a:extLst>
          </p:cNvPr>
          <p:cNvSpPr txBox="1"/>
          <p:nvPr/>
        </p:nvSpPr>
        <p:spPr>
          <a:xfrm rot="16200000">
            <a:off x="209619" y="1920909"/>
            <a:ext cx="20640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Samples</a:t>
            </a: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F89ACDC2-32CF-1C2F-E704-1A57F8CCA21F}"/>
              </a:ext>
            </a:extLst>
          </p:cNvPr>
          <p:cNvSpPr txBox="1"/>
          <p:nvPr/>
        </p:nvSpPr>
        <p:spPr>
          <a:xfrm rot="16200000">
            <a:off x="186029" y="4194836"/>
            <a:ext cx="21238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Samples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0B16EC6-EAEE-EFB2-021E-B7DBDE89F7F6}"/>
              </a:ext>
            </a:extLst>
          </p:cNvPr>
          <p:cNvSpPr/>
          <p:nvPr/>
        </p:nvSpPr>
        <p:spPr>
          <a:xfrm>
            <a:off x="2128464" y="1920659"/>
            <a:ext cx="792000" cy="414000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3DD7F25-02F5-FD60-32C5-15A0F2CA43A7}"/>
              </a:ext>
            </a:extLst>
          </p:cNvPr>
          <p:cNvSpPr/>
          <p:nvPr/>
        </p:nvSpPr>
        <p:spPr>
          <a:xfrm>
            <a:off x="4581182" y="3396191"/>
            <a:ext cx="792000" cy="414000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9C6F8FBA-1DC5-B827-416E-DB7A525CC1B2}"/>
              </a:ext>
            </a:extLst>
          </p:cNvPr>
          <p:cNvSpPr/>
          <p:nvPr/>
        </p:nvSpPr>
        <p:spPr>
          <a:xfrm>
            <a:off x="2131405" y="4218592"/>
            <a:ext cx="792000" cy="414000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5BCD982-0E96-CE18-3370-61472B863425}"/>
              </a:ext>
            </a:extLst>
          </p:cNvPr>
          <p:cNvSpPr/>
          <p:nvPr/>
        </p:nvSpPr>
        <p:spPr>
          <a:xfrm>
            <a:off x="4575566" y="2743041"/>
            <a:ext cx="792000" cy="414000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FDC82B1-0A55-247B-9649-B40DEEFE3512}"/>
              </a:ext>
            </a:extLst>
          </p:cNvPr>
          <p:cNvSpPr/>
          <p:nvPr/>
        </p:nvSpPr>
        <p:spPr>
          <a:xfrm>
            <a:off x="7829340" y="1915060"/>
            <a:ext cx="792000" cy="414000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B0B0B17A-39A2-6C2C-74D4-32480AEE1D26}"/>
              </a:ext>
            </a:extLst>
          </p:cNvPr>
          <p:cNvSpPr/>
          <p:nvPr/>
        </p:nvSpPr>
        <p:spPr>
          <a:xfrm>
            <a:off x="10282058" y="3390592"/>
            <a:ext cx="792000" cy="414000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A2BD269F-0BD6-81A9-63B5-561AE8F03BA5}"/>
              </a:ext>
            </a:extLst>
          </p:cNvPr>
          <p:cNvSpPr/>
          <p:nvPr/>
        </p:nvSpPr>
        <p:spPr>
          <a:xfrm>
            <a:off x="7832281" y="4212993"/>
            <a:ext cx="792000" cy="414000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0F0652B6-FA92-0ED8-B263-0B241C393A41}"/>
              </a:ext>
            </a:extLst>
          </p:cNvPr>
          <p:cNvSpPr/>
          <p:nvPr/>
        </p:nvSpPr>
        <p:spPr>
          <a:xfrm>
            <a:off x="10276442" y="2737442"/>
            <a:ext cx="792000" cy="414000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06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158</Words>
  <Application>Microsoft Office PowerPoint</Application>
  <PresentationFormat>Benutzerdefiniert</PresentationFormat>
  <Paragraphs>152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2013 – 2022-Design</vt:lpstr>
      <vt:lpstr>PowerPoint-Präsentation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replacement in microbiome count matrices</dc:title>
  <dc:subject>Zero handling schematic</dc:subject>
  <dc:creator>OpenAI</dc:creator>
  <cp:lastModifiedBy>Stefanie Peschel</cp:lastModifiedBy>
  <cp:revision>59</cp:revision>
  <dcterms:created xsi:type="dcterms:W3CDTF">2026-05-10T08:14:00Z</dcterms:created>
  <dcterms:modified xsi:type="dcterms:W3CDTF">2026-07-04T17:51:19Z</dcterms:modified>
</cp:coreProperties>
</file>