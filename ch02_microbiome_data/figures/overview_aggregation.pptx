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4" r:id="rId1"/>
  </p:sldMasterIdLst>
  <p:notesMasterIdLst>
    <p:notesMasterId r:id="rId3"/>
  </p:notesMasterIdLst>
  <p:sldIdLst>
    <p:sldId id="258" r:id="rId2"/>
  </p:sldIdLst>
  <p:sldSz cx="12779375" cy="4751388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F1FE"/>
    <a:srgbClr val="FCEBE0"/>
    <a:srgbClr val="F2FAF2"/>
    <a:srgbClr val="FAFAFA"/>
    <a:srgbClr val="D6EBFE"/>
    <a:srgbClr val="CAEDFE"/>
    <a:srgbClr val="E2E9F6"/>
    <a:srgbClr val="F1F6FD"/>
    <a:srgbClr val="EDF1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06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600" y="9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9519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1pPr>
    <a:lvl2pPr marL="360738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2pPr>
    <a:lvl3pPr marL="721475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3pPr>
    <a:lvl4pPr marL="1082213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4pPr>
    <a:lvl5pPr marL="1442950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5pPr>
    <a:lvl6pPr marL="1803688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6pPr>
    <a:lvl7pPr marL="2164425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7pPr>
    <a:lvl8pPr marL="2525163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8pPr>
    <a:lvl9pPr marL="2885901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7422" y="777600"/>
            <a:ext cx="9584531" cy="1654187"/>
          </a:xfrm>
        </p:spPr>
        <p:txBody>
          <a:bodyPr anchor="b"/>
          <a:lstStyle>
            <a:lvl1pPr algn="ctr">
              <a:defRPr sz="415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7422" y="2495579"/>
            <a:ext cx="9584531" cy="1147152"/>
          </a:xfrm>
        </p:spPr>
        <p:txBody>
          <a:bodyPr/>
          <a:lstStyle>
            <a:lvl1pPr marL="0" indent="0" algn="ctr">
              <a:buNone/>
              <a:defRPr sz="1663"/>
            </a:lvl1pPr>
            <a:lvl2pPr marL="316748" indent="0" algn="ctr">
              <a:buNone/>
              <a:defRPr sz="1386"/>
            </a:lvl2pPr>
            <a:lvl3pPr marL="633496" indent="0" algn="ctr">
              <a:buNone/>
              <a:defRPr sz="1247"/>
            </a:lvl3pPr>
            <a:lvl4pPr marL="950244" indent="0" algn="ctr">
              <a:buNone/>
              <a:defRPr sz="1108"/>
            </a:lvl4pPr>
            <a:lvl5pPr marL="1266993" indent="0" algn="ctr">
              <a:buNone/>
              <a:defRPr sz="1108"/>
            </a:lvl5pPr>
            <a:lvl6pPr marL="1583741" indent="0" algn="ctr">
              <a:buNone/>
              <a:defRPr sz="1108"/>
            </a:lvl6pPr>
            <a:lvl7pPr marL="1900489" indent="0" algn="ctr">
              <a:buNone/>
              <a:defRPr sz="1108"/>
            </a:lvl7pPr>
            <a:lvl8pPr marL="2217237" indent="0" algn="ctr">
              <a:buNone/>
              <a:defRPr sz="1108"/>
            </a:lvl8pPr>
            <a:lvl9pPr marL="2533985" indent="0" algn="ctr">
              <a:buNone/>
              <a:defRPr sz="1108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14914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66692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1926" y="1184548"/>
            <a:ext cx="11022211" cy="1976445"/>
          </a:xfrm>
        </p:spPr>
        <p:txBody>
          <a:bodyPr anchor="b"/>
          <a:lstStyle>
            <a:lvl1pPr>
              <a:defRPr sz="415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1926" y="3179691"/>
            <a:ext cx="11022211" cy="1039366"/>
          </a:xfrm>
        </p:spPr>
        <p:txBody>
          <a:bodyPr/>
          <a:lstStyle>
            <a:lvl1pPr marL="0" indent="0">
              <a:buNone/>
              <a:defRPr sz="1663">
                <a:solidFill>
                  <a:schemeClr val="tx1">
                    <a:tint val="75000"/>
                  </a:schemeClr>
                </a:solidFill>
              </a:defRPr>
            </a:lvl1pPr>
            <a:lvl2pPr marL="316748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2pPr>
            <a:lvl3pPr marL="633496" indent="0">
              <a:buNone/>
              <a:defRPr sz="1247">
                <a:solidFill>
                  <a:schemeClr val="tx1">
                    <a:tint val="75000"/>
                  </a:schemeClr>
                </a:solidFill>
              </a:defRPr>
            </a:lvl3pPr>
            <a:lvl4pPr marL="950244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4pPr>
            <a:lvl5pPr marL="1266993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5pPr>
            <a:lvl6pPr marL="1583741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6pPr>
            <a:lvl7pPr marL="1900489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7pPr>
            <a:lvl8pPr marL="2217237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8pPr>
            <a:lvl9pPr marL="2533985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24490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78582" y="1264837"/>
            <a:ext cx="5431234" cy="301471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9559" y="1264837"/>
            <a:ext cx="5431234" cy="301471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31291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0247" y="252968"/>
            <a:ext cx="11022211" cy="91838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247" y="1164750"/>
            <a:ext cx="5406274" cy="570826"/>
          </a:xfrm>
        </p:spPr>
        <p:txBody>
          <a:bodyPr anchor="b"/>
          <a:lstStyle>
            <a:lvl1pPr marL="0" indent="0">
              <a:buNone/>
              <a:defRPr sz="1663" b="1"/>
            </a:lvl1pPr>
            <a:lvl2pPr marL="316748" indent="0">
              <a:buNone/>
              <a:defRPr sz="1386" b="1"/>
            </a:lvl2pPr>
            <a:lvl3pPr marL="633496" indent="0">
              <a:buNone/>
              <a:defRPr sz="1247" b="1"/>
            </a:lvl3pPr>
            <a:lvl4pPr marL="950244" indent="0">
              <a:buNone/>
              <a:defRPr sz="1108" b="1"/>
            </a:lvl4pPr>
            <a:lvl5pPr marL="1266993" indent="0">
              <a:buNone/>
              <a:defRPr sz="1108" b="1"/>
            </a:lvl5pPr>
            <a:lvl6pPr marL="1583741" indent="0">
              <a:buNone/>
              <a:defRPr sz="1108" b="1"/>
            </a:lvl6pPr>
            <a:lvl7pPr marL="1900489" indent="0">
              <a:buNone/>
              <a:defRPr sz="1108" b="1"/>
            </a:lvl7pPr>
            <a:lvl8pPr marL="2217237" indent="0">
              <a:buNone/>
              <a:defRPr sz="1108" b="1"/>
            </a:lvl8pPr>
            <a:lvl9pPr marL="2533985" indent="0">
              <a:buNone/>
              <a:defRPr sz="1108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0247" y="1735576"/>
            <a:ext cx="5406274" cy="25527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69559" y="1164750"/>
            <a:ext cx="5432899" cy="570826"/>
          </a:xfrm>
        </p:spPr>
        <p:txBody>
          <a:bodyPr anchor="b"/>
          <a:lstStyle>
            <a:lvl1pPr marL="0" indent="0">
              <a:buNone/>
              <a:defRPr sz="1663" b="1"/>
            </a:lvl1pPr>
            <a:lvl2pPr marL="316748" indent="0">
              <a:buNone/>
              <a:defRPr sz="1386" b="1"/>
            </a:lvl2pPr>
            <a:lvl3pPr marL="633496" indent="0">
              <a:buNone/>
              <a:defRPr sz="1247" b="1"/>
            </a:lvl3pPr>
            <a:lvl4pPr marL="950244" indent="0">
              <a:buNone/>
              <a:defRPr sz="1108" b="1"/>
            </a:lvl4pPr>
            <a:lvl5pPr marL="1266993" indent="0">
              <a:buNone/>
              <a:defRPr sz="1108" b="1"/>
            </a:lvl5pPr>
            <a:lvl6pPr marL="1583741" indent="0">
              <a:buNone/>
              <a:defRPr sz="1108" b="1"/>
            </a:lvl6pPr>
            <a:lvl7pPr marL="1900489" indent="0">
              <a:buNone/>
              <a:defRPr sz="1108" b="1"/>
            </a:lvl7pPr>
            <a:lvl8pPr marL="2217237" indent="0">
              <a:buNone/>
              <a:defRPr sz="1108" b="1"/>
            </a:lvl8pPr>
            <a:lvl9pPr marL="2533985" indent="0">
              <a:buNone/>
              <a:defRPr sz="1108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69559" y="1735576"/>
            <a:ext cx="5432899" cy="25527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82260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98042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89644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0247" y="316759"/>
            <a:ext cx="4121681" cy="1108657"/>
          </a:xfrm>
        </p:spPr>
        <p:txBody>
          <a:bodyPr anchor="b"/>
          <a:lstStyle>
            <a:lvl1pPr>
              <a:defRPr sz="221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2899" y="684112"/>
            <a:ext cx="6469559" cy="3376565"/>
          </a:xfrm>
        </p:spPr>
        <p:txBody>
          <a:bodyPr/>
          <a:lstStyle>
            <a:lvl1pPr>
              <a:defRPr sz="2217"/>
            </a:lvl1pPr>
            <a:lvl2pPr>
              <a:defRPr sz="1940"/>
            </a:lvl2pPr>
            <a:lvl3pPr>
              <a:defRPr sz="1663"/>
            </a:lvl3pPr>
            <a:lvl4pPr>
              <a:defRPr sz="1386"/>
            </a:lvl4pPr>
            <a:lvl5pPr>
              <a:defRPr sz="1386"/>
            </a:lvl5pPr>
            <a:lvl6pPr>
              <a:defRPr sz="1386"/>
            </a:lvl6pPr>
            <a:lvl7pPr>
              <a:defRPr sz="1386"/>
            </a:lvl7pPr>
            <a:lvl8pPr>
              <a:defRPr sz="1386"/>
            </a:lvl8pPr>
            <a:lvl9pPr>
              <a:defRPr sz="1386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0247" y="1425417"/>
            <a:ext cx="4121681" cy="2640760"/>
          </a:xfrm>
        </p:spPr>
        <p:txBody>
          <a:bodyPr/>
          <a:lstStyle>
            <a:lvl1pPr marL="0" indent="0">
              <a:buNone/>
              <a:defRPr sz="1108"/>
            </a:lvl1pPr>
            <a:lvl2pPr marL="316748" indent="0">
              <a:buNone/>
              <a:defRPr sz="970"/>
            </a:lvl2pPr>
            <a:lvl3pPr marL="633496" indent="0">
              <a:buNone/>
              <a:defRPr sz="831"/>
            </a:lvl3pPr>
            <a:lvl4pPr marL="950244" indent="0">
              <a:buNone/>
              <a:defRPr sz="693"/>
            </a:lvl4pPr>
            <a:lvl5pPr marL="1266993" indent="0">
              <a:buNone/>
              <a:defRPr sz="693"/>
            </a:lvl5pPr>
            <a:lvl6pPr marL="1583741" indent="0">
              <a:buNone/>
              <a:defRPr sz="693"/>
            </a:lvl6pPr>
            <a:lvl7pPr marL="1900489" indent="0">
              <a:buNone/>
              <a:defRPr sz="693"/>
            </a:lvl7pPr>
            <a:lvl8pPr marL="2217237" indent="0">
              <a:buNone/>
              <a:defRPr sz="693"/>
            </a:lvl8pPr>
            <a:lvl9pPr marL="2533985" indent="0">
              <a:buNone/>
              <a:defRPr sz="69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47486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0247" y="316759"/>
            <a:ext cx="4121681" cy="1108657"/>
          </a:xfrm>
        </p:spPr>
        <p:txBody>
          <a:bodyPr anchor="b"/>
          <a:lstStyle>
            <a:lvl1pPr>
              <a:defRPr sz="221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32899" y="684112"/>
            <a:ext cx="6469559" cy="3376565"/>
          </a:xfrm>
        </p:spPr>
        <p:txBody>
          <a:bodyPr anchor="t"/>
          <a:lstStyle>
            <a:lvl1pPr marL="0" indent="0">
              <a:buNone/>
              <a:defRPr sz="2217"/>
            </a:lvl1pPr>
            <a:lvl2pPr marL="316748" indent="0">
              <a:buNone/>
              <a:defRPr sz="1940"/>
            </a:lvl2pPr>
            <a:lvl3pPr marL="633496" indent="0">
              <a:buNone/>
              <a:defRPr sz="1663"/>
            </a:lvl3pPr>
            <a:lvl4pPr marL="950244" indent="0">
              <a:buNone/>
              <a:defRPr sz="1386"/>
            </a:lvl4pPr>
            <a:lvl5pPr marL="1266993" indent="0">
              <a:buNone/>
              <a:defRPr sz="1386"/>
            </a:lvl5pPr>
            <a:lvl6pPr marL="1583741" indent="0">
              <a:buNone/>
              <a:defRPr sz="1386"/>
            </a:lvl6pPr>
            <a:lvl7pPr marL="1900489" indent="0">
              <a:buNone/>
              <a:defRPr sz="1386"/>
            </a:lvl7pPr>
            <a:lvl8pPr marL="2217237" indent="0">
              <a:buNone/>
              <a:defRPr sz="1386"/>
            </a:lvl8pPr>
            <a:lvl9pPr marL="2533985" indent="0">
              <a:buNone/>
              <a:defRPr sz="1386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0247" y="1425417"/>
            <a:ext cx="4121681" cy="2640760"/>
          </a:xfrm>
        </p:spPr>
        <p:txBody>
          <a:bodyPr/>
          <a:lstStyle>
            <a:lvl1pPr marL="0" indent="0">
              <a:buNone/>
              <a:defRPr sz="1108"/>
            </a:lvl1pPr>
            <a:lvl2pPr marL="316748" indent="0">
              <a:buNone/>
              <a:defRPr sz="970"/>
            </a:lvl2pPr>
            <a:lvl3pPr marL="633496" indent="0">
              <a:buNone/>
              <a:defRPr sz="831"/>
            </a:lvl3pPr>
            <a:lvl4pPr marL="950244" indent="0">
              <a:buNone/>
              <a:defRPr sz="693"/>
            </a:lvl4pPr>
            <a:lvl5pPr marL="1266993" indent="0">
              <a:buNone/>
              <a:defRPr sz="693"/>
            </a:lvl5pPr>
            <a:lvl6pPr marL="1583741" indent="0">
              <a:buNone/>
              <a:defRPr sz="693"/>
            </a:lvl6pPr>
            <a:lvl7pPr marL="1900489" indent="0">
              <a:buNone/>
              <a:defRPr sz="693"/>
            </a:lvl7pPr>
            <a:lvl8pPr marL="2217237" indent="0">
              <a:buNone/>
              <a:defRPr sz="693"/>
            </a:lvl8pPr>
            <a:lvl9pPr marL="2533985" indent="0">
              <a:buNone/>
              <a:defRPr sz="69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6051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06462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5240" y="252967"/>
            <a:ext cx="2755553" cy="4026582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78582" y="252967"/>
            <a:ext cx="8106916" cy="4026582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56570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8235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78582" y="252968"/>
            <a:ext cx="11022211" cy="9183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8582" y="1264837"/>
            <a:ext cx="11022211" cy="3014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78582" y="4403833"/>
            <a:ext cx="2875359" cy="2529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33168" y="4403833"/>
            <a:ext cx="4313039" cy="2529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25434" y="4403833"/>
            <a:ext cx="2875359" cy="2529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023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  <p:sldLayoutId id="2147483886" r:id="rId2"/>
    <p:sldLayoutId id="2147483887" r:id="rId3"/>
    <p:sldLayoutId id="2147483888" r:id="rId4"/>
    <p:sldLayoutId id="2147483889" r:id="rId5"/>
    <p:sldLayoutId id="2147483890" r:id="rId6"/>
    <p:sldLayoutId id="2147483891" r:id="rId7"/>
    <p:sldLayoutId id="2147483892" r:id="rId8"/>
    <p:sldLayoutId id="2147483893" r:id="rId9"/>
    <p:sldLayoutId id="2147483894" r:id="rId10"/>
    <p:sldLayoutId id="2147483895" r:id="rId11"/>
    <p:sldLayoutId id="2147483896" r:id="rId12"/>
  </p:sldLayoutIdLst>
  <p:hf sldNum="0" hdr="0" ftr="0" dt="0"/>
  <p:txStyles>
    <p:titleStyle>
      <a:lvl1pPr algn="l" defTabSz="633496" rtl="0" eaLnBrk="1" latinLnBrk="0" hangingPunct="1">
        <a:lnSpc>
          <a:spcPct val="90000"/>
        </a:lnSpc>
        <a:spcBef>
          <a:spcPct val="0"/>
        </a:spcBef>
        <a:buNone/>
        <a:defRPr sz="30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8374" indent="-158374" algn="l" defTabSz="633496" rtl="0" eaLnBrk="1" latinLnBrk="0" hangingPunct="1">
        <a:lnSpc>
          <a:spcPct val="90000"/>
        </a:lnSpc>
        <a:spcBef>
          <a:spcPts val="693"/>
        </a:spcBef>
        <a:buFont typeface="Arial" panose="020B0604020202020204" pitchFamily="34" charset="0"/>
        <a:buChar char="•"/>
        <a:defRPr sz="1940" kern="1200">
          <a:solidFill>
            <a:schemeClr val="tx1"/>
          </a:solidFill>
          <a:latin typeface="+mn-lt"/>
          <a:ea typeface="+mn-ea"/>
          <a:cs typeface="+mn-cs"/>
        </a:defRPr>
      </a:lvl1pPr>
      <a:lvl2pPr marL="475122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663" kern="1200">
          <a:solidFill>
            <a:schemeClr val="tx1"/>
          </a:solidFill>
          <a:latin typeface="+mn-lt"/>
          <a:ea typeface="+mn-ea"/>
          <a:cs typeface="+mn-cs"/>
        </a:defRPr>
      </a:lvl2pPr>
      <a:lvl3pPr marL="791870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386" kern="1200">
          <a:solidFill>
            <a:schemeClr val="tx1"/>
          </a:solidFill>
          <a:latin typeface="+mn-lt"/>
          <a:ea typeface="+mn-ea"/>
          <a:cs typeface="+mn-cs"/>
        </a:defRPr>
      </a:lvl3pPr>
      <a:lvl4pPr marL="1108619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7" kern="1200">
          <a:solidFill>
            <a:schemeClr val="tx1"/>
          </a:solidFill>
          <a:latin typeface="+mn-lt"/>
          <a:ea typeface="+mn-ea"/>
          <a:cs typeface="+mn-cs"/>
        </a:defRPr>
      </a:lvl4pPr>
      <a:lvl5pPr marL="1425367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7" kern="1200">
          <a:solidFill>
            <a:schemeClr val="tx1"/>
          </a:solidFill>
          <a:latin typeface="+mn-lt"/>
          <a:ea typeface="+mn-ea"/>
          <a:cs typeface="+mn-cs"/>
        </a:defRPr>
      </a:lvl5pPr>
      <a:lvl6pPr marL="1742115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7" kern="1200">
          <a:solidFill>
            <a:schemeClr val="tx1"/>
          </a:solidFill>
          <a:latin typeface="+mn-lt"/>
          <a:ea typeface="+mn-ea"/>
          <a:cs typeface="+mn-cs"/>
        </a:defRPr>
      </a:lvl6pPr>
      <a:lvl7pPr marL="2058863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7" kern="1200">
          <a:solidFill>
            <a:schemeClr val="tx1"/>
          </a:solidFill>
          <a:latin typeface="+mn-lt"/>
          <a:ea typeface="+mn-ea"/>
          <a:cs typeface="+mn-cs"/>
        </a:defRPr>
      </a:lvl7pPr>
      <a:lvl8pPr marL="2375611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7" kern="1200">
          <a:solidFill>
            <a:schemeClr val="tx1"/>
          </a:solidFill>
          <a:latin typeface="+mn-lt"/>
          <a:ea typeface="+mn-ea"/>
          <a:cs typeface="+mn-cs"/>
        </a:defRPr>
      </a:lvl8pPr>
      <a:lvl9pPr marL="2692359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1pPr>
      <a:lvl2pPr marL="316748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2pPr>
      <a:lvl3pPr marL="633496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3pPr>
      <a:lvl4pPr marL="950244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4pPr>
      <a:lvl5pPr marL="1266993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5pPr>
      <a:lvl6pPr marL="1583741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6pPr>
      <a:lvl7pPr marL="1900489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7pPr>
      <a:lvl8pPr marL="2217237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8pPr>
      <a:lvl9pPr marL="2533985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82056-E32C-0F52-059E-9DE5A9FE3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63" name="Tabelle 562">
                <a:extLst>
                  <a:ext uri="{FF2B5EF4-FFF2-40B4-BE49-F238E27FC236}">
                    <a16:creationId xmlns:a16="http://schemas.microsoft.com/office/drawing/2014/main" id="{F083770F-BB2F-1CC8-3F9D-EFF579CF70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48409221"/>
                  </p:ext>
                </p:extLst>
              </p:nvPr>
            </p:nvGraphicFramePr>
            <p:xfrm>
              <a:off x="9811870" y="731383"/>
              <a:ext cx="2375245" cy="2898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39245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A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B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C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9228321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127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B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436899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26725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63" name="Tabelle 562">
                <a:extLst>
                  <a:ext uri="{FF2B5EF4-FFF2-40B4-BE49-F238E27FC236}">
                    <a16:creationId xmlns:a16="http://schemas.microsoft.com/office/drawing/2014/main" id="{F083770F-BB2F-1CC8-3F9D-EFF579CF70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48409221"/>
                  </p:ext>
                </p:extLst>
              </p:nvPr>
            </p:nvGraphicFramePr>
            <p:xfrm>
              <a:off x="9811870" y="731383"/>
              <a:ext cx="2375245" cy="2898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39245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A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B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C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9228321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04412" r="-340449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127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B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04412" r="-340449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436899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300000" r="-340449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8119" t="-300000" r="-200000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0000" t="-300000" r="-102000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87129" t="-300000" r="-990" b="-3188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26725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405882" r="-340449" b="-2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505882" r="-340449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8119" t="-505882" r="-200000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0000" t="-505882" r="-102000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87129" t="-505882" r="-990" b="-1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605882" r="-340449" b="-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64" name="Textfeld 563">
            <a:extLst>
              <a:ext uri="{FF2B5EF4-FFF2-40B4-BE49-F238E27FC236}">
                <a16:creationId xmlns:a16="http://schemas.microsoft.com/office/drawing/2014/main" id="{BF1684F1-646F-748E-C29D-AA8F46206C75}"/>
              </a:ext>
            </a:extLst>
          </p:cNvPr>
          <p:cNvSpPr txBox="1"/>
          <p:nvPr/>
        </p:nvSpPr>
        <p:spPr>
          <a:xfrm>
            <a:off x="9722959" y="0"/>
            <a:ext cx="307584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Aggregated count matrix</a:t>
            </a:r>
          </a:p>
        </p:txBody>
      </p:sp>
      <p:grpSp>
        <p:nvGrpSpPr>
          <p:cNvPr id="565" name="Gruppieren 564">
            <a:extLst>
              <a:ext uri="{FF2B5EF4-FFF2-40B4-BE49-F238E27FC236}">
                <a16:creationId xmlns:a16="http://schemas.microsoft.com/office/drawing/2014/main" id="{F9D0606F-7196-33ED-CCAE-637B5D4D7581}"/>
              </a:ext>
            </a:extLst>
          </p:cNvPr>
          <p:cNvGrpSpPr/>
          <p:nvPr/>
        </p:nvGrpSpPr>
        <p:grpSpPr>
          <a:xfrm>
            <a:off x="8279367" y="1916472"/>
            <a:ext cx="1390965" cy="953979"/>
            <a:chOff x="10023917" y="2232133"/>
            <a:chExt cx="1390965" cy="953979"/>
          </a:xfrm>
        </p:grpSpPr>
        <p:sp>
          <p:nvSpPr>
            <p:cNvPr id="566" name="Textfeld 565">
              <a:extLst>
                <a:ext uri="{FF2B5EF4-FFF2-40B4-BE49-F238E27FC236}">
                  <a16:creationId xmlns:a16="http://schemas.microsoft.com/office/drawing/2014/main" id="{F73EF1A5-CBD9-1CFE-D1E5-7D3A45E69BF2}"/>
                </a:ext>
              </a:extLst>
            </p:cNvPr>
            <p:cNvSpPr txBox="1"/>
            <p:nvPr/>
          </p:nvSpPr>
          <p:spPr>
            <a:xfrm>
              <a:off x="10023917" y="2232133"/>
              <a:ext cx="1344471" cy="9539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2200" dirty="0"/>
                <a:t>Aggregate</a:t>
              </a:r>
            </a:p>
            <a:p>
              <a:pPr algn="ctr">
                <a:lnSpc>
                  <a:spcPct val="150000"/>
                </a:lnSpc>
              </a:pPr>
              <a:r>
                <a:rPr lang="en-US" sz="2200" dirty="0"/>
                <a:t>ASVs</a:t>
              </a:r>
            </a:p>
          </p:txBody>
        </p:sp>
        <p:cxnSp>
          <p:nvCxnSpPr>
            <p:cNvPr id="567" name="Gerade Verbindung mit Pfeil 566">
              <a:extLst>
                <a:ext uri="{FF2B5EF4-FFF2-40B4-BE49-F238E27FC236}">
                  <a16:creationId xmlns:a16="http://schemas.microsoft.com/office/drawing/2014/main" id="{713A0EB1-F294-F909-F79E-73C07733B528}"/>
                </a:ext>
              </a:extLst>
            </p:cNvPr>
            <p:cNvCxnSpPr>
              <a:cxnSpLocks/>
            </p:cNvCxnSpPr>
            <p:nvPr/>
          </p:nvCxnSpPr>
          <p:spPr>
            <a:xfrm>
              <a:off x="10070411" y="2740119"/>
              <a:ext cx="1344471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8" name="Textfeld 567">
            <a:extLst>
              <a:ext uri="{FF2B5EF4-FFF2-40B4-BE49-F238E27FC236}">
                <a16:creationId xmlns:a16="http://schemas.microsoft.com/office/drawing/2014/main" id="{6355DF73-405D-CB25-B474-8F4DA88DCA75}"/>
              </a:ext>
            </a:extLst>
          </p:cNvPr>
          <p:cNvSpPr txBox="1"/>
          <p:nvPr/>
        </p:nvSpPr>
        <p:spPr>
          <a:xfrm>
            <a:off x="10334783" y="459669"/>
            <a:ext cx="18416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Genera</a:t>
            </a:r>
          </a:p>
        </p:txBody>
      </p:sp>
      <p:sp>
        <p:nvSpPr>
          <p:cNvPr id="569" name="Textfeld 568">
            <a:extLst>
              <a:ext uri="{FF2B5EF4-FFF2-40B4-BE49-F238E27FC236}">
                <a16:creationId xmlns:a16="http://schemas.microsoft.com/office/drawing/2014/main" id="{A37A099D-CDD3-BF55-C3D3-319E4B14D973}"/>
              </a:ext>
            </a:extLst>
          </p:cNvPr>
          <p:cNvSpPr txBox="1"/>
          <p:nvPr/>
        </p:nvSpPr>
        <p:spPr>
          <a:xfrm rot="16200000">
            <a:off x="-1059114" y="2193406"/>
            <a:ext cx="2518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Samples</a:t>
            </a:r>
          </a:p>
        </p:txBody>
      </p:sp>
      <p:graphicFrame>
        <p:nvGraphicFramePr>
          <p:cNvPr id="570" name="Tabelle 569">
            <a:extLst>
              <a:ext uri="{FF2B5EF4-FFF2-40B4-BE49-F238E27FC236}">
                <a16:creationId xmlns:a16="http://schemas.microsoft.com/office/drawing/2014/main" id="{D17395F3-8DC5-ABD2-83EB-564A2E21E0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3657060"/>
              </p:ext>
            </p:extLst>
          </p:nvPr>
        </p:nvGraphicFramePr>
        <p:xfrm>
          <a:off x="6515324" y="1134289"/>
          <a:ext cx="1620000" cy="3566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2000">
                  <a:extLst>
                    <a:ext uri="{9D8B030D-6E8A-4147-A177-3AD203B41FA5}">
                      <a16:colId xmlns:a16="http://schemas.microsoft.com/office/drawing/2014/main" val="2709942448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4109955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ASV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Genus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8581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112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925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70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B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914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B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169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748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046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639080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71" name="Tabelle 570">
                <a:extLst>
                  <a:ext uri="{FF2B5EF4-FFF2-40B4-BE49-F238E27FC236}">
                    <a16:creationId xmlns:a16="http://schemas.microsoft.com/office/drawing/2014/main" id="{0A95C30C-A4A6-52CB-84E9-74CB6C5FAA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6578975"/>
                  </p:ext>
                </p:extLst>
              </p:nvPr>
            </p:nvGraphicFramePr>
            <p:xfrm>
              <a:off x="287205" y="720937"/>
              <a:ext cx="5508000" cy="293169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608723">
                      <a:extLst>
                        <a:ext uri="{9D8B030D-6E8A-4147-A177-3AD203B41FA5}">
                          <a16:colId xmlns:a16="http://schemas.microsoft.com/office/drawing/2014/main" val="2925187987"/>
                        </a:ext>
                      </a:extLst>
                    </a:gridCol>
                    <a:gridCol w="615277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2694285665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747536543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2033017538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2085420838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9228321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110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B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B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47693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436899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26725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71" name="Tabelle 570">
                <a:extLst>
                  <a:ext uri="{FF2B5EF4-FFF2-40B4-BE49-F238E27FC236}">
                    <a16:creationId xmlns:a16="http://schemas.microsoft.com/office/drawing/2014/main" id="{0A95C30C-A4A6-52CB-84E9-74CB6C5FAA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6578975"/>
                  </p:ext>
                </p:extLst>
              </p:nvPr>
            </p:nvGraphicFramePr>
            <p:xfrm>
              <a:off x="287205" y="720937"/>
              <a:ext cx="5508000" cy="293169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608723">
                      <a:extLst>
                        <a:ext uri="{9D8B030D-6E8A-4147-A177-3AD203B41FA5}">
                          <a16:colId xmlns:a16="http://schemas.microsoft.com/office/drawing/2014/main" val="2925187987"/>
                        </a:ext>
                      </a:extLst>
                    </a:gridCol>
                    <a:gridCol w="615277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2694285665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747536543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2033017538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2085420838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99010" r="-697030" b="-63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1000" r="-604000" b="-63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1000" r="-504000" b="-63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97030" r="-399010" b="-63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97030" r="-299010" b="-63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03000" r="-202000" b="-63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96040" r="-100000" b="-63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804000" r="-1000" b="-63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228321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100000" r="-805000" b="-53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110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B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BE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476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183784" r="-805000" b="-3891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436899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308824" r="-805000" b="-3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9010" t="-308824" r="-697030" b="-3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000" t="-308824" r="-604000" b="-3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000" t="-308824" r="-504000" b="-3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7030" t="-308824" r="-399010" b="-3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97030" t="-308824" r="-299010" b="-3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03000" t="-308824" r="-202000" b="-3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96040" t="-308824" r="-100000" b="-3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04000" t="-308824" r="-1000" b="-3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26725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408824" r="-805000" b="-2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508824" r="-805000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9010" t="-508824" r="-697030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000" t="-508824" r="-604000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000" t="-508824" r="-504000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7030" t="-508824" r="-399010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97030" t="-508824" r="-299010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03000" t="-508824" r="-202000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96040" t="-508824" r="-100000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04000" t="-508824" r="-1000" b="-1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608824" r="-805000" b="-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72" name="Rechteck 571">
            <a:extLst>
              <a:ext uri="{FF2B5EF4-FFF2-40B4-BE49-F238E27FC236}">
                <a16:creationId xmlns:a16="http://schemas.microsoft.com/office/drawing/2014/main" id="{71EFB025-DB9A-AD64-589A-51B23B2E13BB}"/>
              </a:ext>
            </a:extLst>
          </p:cNvPr>
          <p:cNvSpPr/>
          <p:nvPr/>
        </p:nvSpPr>
        <p:spPr>
          <a:xfrm>
            <a:off x="894615" y="1134289"/>
            <a:ext cx="1825200" cy="414000"/>
          </a:xfrm>
          <a:prstGeom prst="rect">
            <a:avLst/>
          </a:prstGeom>
          <a:noFill/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3" name="Rechteck 572">
            <a:extLst>
              <a:ext uri="{FF2B5EF4-FFF2-40B4-BE49-F238E27FC236}">
                <a16:creationId xmlns:a16="http://schemas.microsoft.com/office/drawing/2014/main" id="{5C8944FE-4AB9-3543-7C45-DB3A9C1FA4E3}"/>
              </a:ext>
            </a:extLst>
          </p:cNvPr>
          <p:cNvSpPr/>
          <p:nvPr/>
        </p:nvSpPr>
        <p:spPr>
          <a:xfrm>
            <a:off x="10345514" y="1147397"/>
            <a:ext cx="602344" cy="414000"/>
          </a:xfrm>
          <a:prstGeom prst="rect">
            <a:avLst/>
          </a:prstGeom>
          <a:noFill/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4" name="Rechteck 573">
            <a:extLst>
              <a:ext uri="{FF2B5EF4-FFF2-40B4-BE49-F238E27FC236}">
                <a16:creationId xmlns:a16="http://schemas.microsoft.com/office/drawing/2014/main" id="{7E93852C-0E24-20AC-1261-8B5BAE33CD8B}"/>
              </a:ext>
            </a:extLst>
          </p:cNvPr>
          <p:cNvSpPr/>
          <p:nvPr/>
        </p:nvSpPr>
        <p:spPr>
          <a:xfrm>
            <a:off x="2747802" y="1134289"/>
            <a:ext cx="1195705" cy="414000"/>
          </a:xfrm>
          <a:prstGeom prst="rect">
            <a:avLst/>
          </a:prstGeom>
          <a:noFill/>
          <a:ln w="28575">
            <a:solidFill>
              <a:srgbClr val="ED7C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5" name="Rechteck 574">
            <a:extLst>
              <a:ext uri="{FF2B5EF4-FFF2-40B4-BE49-F238E27FC236}">
                <a16:creationId xmlns:a16="http://schemas.microsoft.com/office/drawing/2014/main" id="{FFBA7E91-D3DC-1CE6-AA21-E9D8FBBA9B6F}"/>
              </a:ext>
            </a:extLst>
          </p:cNvPr>
          <p:cNvSpPr/>
          <p:nvPr/>
        </p:nvSpPr>
        <p:spPr>
          <a:xfrm>
            <a:off x="3971121" y="1134289"/>
            <a:ext cx="1824083" cy="414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6" name="Rechteck 575">
            <a:extLst>
              <a:ext uri="{FF2B5EF4-FFF2-40B4-BE49-F238E27FC236}">
                <a16:creationId xmlns:a16="http://schemas.microsoft.com/office/drawing/2014/main" id="{91D97168-7B2A-C767-FD5C-DF1DAE313987}"/>
              </a:ext>
            </a:extLst>
          </p:cNvPr>
          <p:cNvSpPr/>
          <p:nvPr/>
        </p:nvSpPr>
        <p:spPr>
          <a:xfrm>
            <a:off x="10974715" y="1146434"/>
            <a:ext cx="583200" cy="414000"/>
          </a:xfrm>
          <a:prstGeom prst="rect">
            <a:avLst/>
          </a:prstGeom>
          <a:noFill/>
          <a:ln w="28575">
            <a:solidFill>
              <a:srgbClr val="ED7C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7" name="Rechteck 576">
            <a:extLst>
              <a:ext uri="{FF2B5EF4-FFF2-40B4-BE49-F238E27FC236}">
                <a16:creationId xmlns:a16="http://schemas.microsoft.com/office/drawing/2014/main" id="{E6B7BC27-90D8-B4D1-5DD7-CACB74C933C8}"/>
              </a:ext>
            </a:extLst>
          </p:cNvPr>
          <p:cNvSpPr/>
          <p:nvPr/>
        </p:nvSpPr>
        <p:spPr>
          <a:xfrm>
            <a:off x="11584772" y="1147499"/>
            <a:ext cx="602343" cy="414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8" name="Textfeld 577">
            <a:extLst>
              <a:ext uri="{FF2B5EF4-FFF2-40B4-BE49-F238E27FC236}">
                <a16:creationId xmlns:a16="http://schemas.microsoft.com/office/drawing/2014/main" id="{3E4B6A14-2775-43FD-0900-4B96E4D38832}"/>
              </a:ext>
            </a:extLst>
          </p:cNvPr>
          <p:cNvSpPr txBox="1"/>
          <p:nvPr/>
        </p:nvSpPr>
        <p:spPr>
          <a:xfrm>
            <a:off x="894615" y="432010"/>
            <a:ext cx="4900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ASVs</a:t>
            </a:r>
          </a:p>
        </p:txBody>
      </p:sp>
      <p:sp>
        <p:nvSpPr>
          <p:cNvPr id="579" name="Textfeld 578">
            <a:extLst>
              <a:ext uri="{FF2B5EF4-FFF2-40B4-BE49-F238E27FC236}">
                <a16:creationId xmlns:a16="http://schemas.microsoft.com/office/drawing/2014/main" id="{A00D08C5-8B02-A05C-9AA0-098320AF3CA2}"/>
              </a:ext>
            </a:extLst>
          </p:cNvPr>
          <p:cNvSpPr txBox="1"/>
          <p:nvPr/>
        </p:nvSpPr>
        <p:spPr>
          <a:xfrm>
            <a:off x="6515323" y="1122"/>
            <a:ext cx="1619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Taxonomic</a:t>
            </a:r>
          </a:p>
          <a:p>
            <a:pPr algn="ctr"/>
            <a:r>
              <a:rPr lang="en-US" sz="2200" b="1" dirty="0"/>
              <a:t>annotation</a:t>
            </a:r>
          </a:p>
        </p:txBody>
      </p:sp>
      <p:sp>
        <p:nvSpPr>
          <p:cNvPr id="580" name="Textfeld 579">
            <a:extLst>
              <a:ext uri="{FF2B5EF4-FFF2-40B4-BE49-F238E27FC236}">
                <a16:creationId xmlns:a16="http://schemas.microsoft.com/office/drawing/2014/main" id="{3E57C32E-6913-F05A-BC95-E3163137D8F9}"/>
              </a:ext>
            </a:extLst>
          </p:cNvPr>
          <p:cNvSpPr txBox="1"/>
          <p:nvPr/>
        </p:nvSpPr>
        <p:spPr>
          <a:xfrm>
            <a:off x="894616" y="1123"/>
            <a:ext cx="49005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ASV-level count matrix</a:t>
            </a:r>
          </a:p>
        </p:txBody>
      </p:sp>
      <p:sp>
        <p:nvSpPr>
          <p:cNvPr id="581" name="Textfeld 580">
            <a:extLst>
              <a:ext uri="{FF2B5EF4-FFF2-40B4-BE49-F238E27FC236}">
                <a16:creationId xmlns:a16="http://schemas.microsoft.com/office/drawing/2014/main" id="{301427CE-6A12-B6D0-C4A9-2A754D28C367}"/>
              </a:ext>
            </a:extLst>
          </p:cNvPr>
          <p:cNvSpPr txBox="1"/>
          <p:nvPr/>
        </p:nvSpPr>
        <p:spPr>
          <a:xfrm>
            <a:off x="5936744" y="2039518"/>
            <a:ext cx="4395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260806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– 2022-Design">
  <a:themeElements>
    <a:clrScheme name="Office 2013 – 2022-Desig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121</Words>
  <Application>Microsoft Office PowerPoint</Application>
  <PresentationFormat>Benutzerdefiniert</PresentationFormat>
  <Paragraphs>117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2013 – 2022-Design</vt:lpstr>
      <vt:lpstr>PowerPoint-Präsentation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 replacement in microbiome count matrices</dc:title>
  <dc:subject>Zero handling schematic</dc:subject>
  <dc:creator>OpenAI</dc:creator>
  <cp:lastModifiedBy>Stefanie Peschel</cp:lastModifiedBy>
  <cp:revision>52</cp:revision>
  <dcterms:created xsi:type="dcterms:W3CDTF">2026-05-10T08:14:00Z</dcterms:created>
  <dcterms:modified xsi:type="dcterms:W3CDTF">2026-07-04T14:27:26Z</dcterms:modified>
</cp:coreProperties>
</file>