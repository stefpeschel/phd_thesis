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10" r:id="rId1"/>
  </p:sldMasterIdLst>
  <p:notesMasterIdLst>
    <p:notesMasterId r:id="rId3"/>
  </p:notesMasterIdLst>
  <p:sldIdLst>
    <p:sldId id="258" r:id="rId2"/>
  </p:sldIdLst>
  <p:sldSz cx="13139738" cy="489585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DD7EE"/>
    <a:srgbClr val="F8CBAD"/>
    <a:srgbClr val="FFC5C5"/>
    <a:srgbClr val="C5E0B4"/>
    <a:srgbClr val="B4BAE8"/>
    <a:srgbClr val="ED7C2F"/>
    <a:srgbClr val="FCFEFC"/>
    <a:srgbClr val="F0F7FE"/>
    <a:srgbClr val="C00000"/>
    <a:srgbClr val="E2F1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05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2122" y="13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9519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48844" rtl="0" eaLnBrk="1" latinLnBrk="0" hangingPunct="1">
      <a:defRPr sz="983" kern="1200">
        <a:solidFill>
          <a:schemeClr val="tx1"/>
        </a:solidFill>
        <a:latin typeface="+mn-lt"/>
        <a:ea typeface="+mn-ea"/>
        <a:cs typeface="+mn-cs"/>
      </a:defRPr>
    </a:lvl1pPr>
    <a:lvl2pPr marL="374422" algn="l" defTabSz="748844" rtl="0" eaLnBrk="1" latinLnBrk="0" hangingPunct="1">
      <a:defRPr sz="983" kern="1200">
        <a:solidFill>
          <a:schemeClr val="tx1"/>
        </a:solidFill>
        <a:latin typeface="+mn-lt"/>
        <a:ea typeface="+mn-ea"/>
        <a:cs typeface="+mn-cs"/>
      </a:defRPr>
    </a:lvl2pPr>
    <a:lvl3pPr marL="748844" algn="l" defTabSz="748844" rtl="0" eaLnBrk="1" latinLnBrk="0" hangingPunct="1">
      <a:defRPr sz="983" kern="1200">
        <a:solidFill>
          <a:schemeClr val="tx1"/>
        </a:solidFill>
        <a:latin typeface="+mn-lt"/>
        <a:ea typeface="+mn-ea"/>
        <a:cs typeface="+mn-cs"/>
      </a:defRPr>
    </a:lvl3pPr>
    <a:lvl4pPr marL="1123266" algn="l" defTabSz="748844" rtl="0" eaLnBrk="1" latinLnBrk="0" hangingPunct="1">
      <a:defRPr sz="983" kern="1200">
        <a:solidFill>
          <a:schemeClr val="tx1"/>
        </a:solidFill>
        <a:latin typeface="+mn-lt"/>
        <a:ea typeface="+mn-ea"/>
        <a:cs typeface="+mn-cs"/>
      </a:defRPr>
    </a:lvl4pPr>
    <a:lvl5pPr marL="1497688" algn="l" defTabSz="748844" rtl="0" eaLnBrk="1" latinLnBrk="0" hangingPunct="1">
      <a:defRPr sz="983" kern="1200">
        <a:solidFill>
          <a:schemeClr val="tx1"/>
        </a:solidFill>
        <a:latin typeface="+mn-lt"/>
        <a:ea typeface="+mn-ea"/>
        <a:cs typeface="+mn-cs"/>
      </a:defRPr>
    </a:lvl5pPr>
    <a:lvl6pPr marL="1872111" algn="l" defTabSz="748844" rtl="0" eaLnBrk="1" latinLnBrk="0" hangingPunct="1">
      <a:defRPr sz="983" kern="1200">
        <a:solidFill>
          <a:schemeClr val="tx1"/>
        </a:solidFill>
        <a:latin typeface="+mn-lt"/>
        <a:ea typeface="+mn-ea"/>
        <a:cs typeface="+mn-cs"/>
      </a:defRPr>
    </a:lvl6pPr>
    <a:lvl7pPr marL="2246533" algn="l" defTabSz="748844" rtl="0" eaLnBrk="1" latinLnBrk="0" hangingPunct="1">
      <a:defRPr sz="983" kern="1200">
        <a:solidFill>
          <a:schemeClr val="tx1"/>
        </a:solidFill>
        <a:latin typeface="+mn-lt"/>
        <a:ea typeface="+mn-ea"/>
        <a:cs typeface="+mn-cs"/>
      </a:defRPr>
    </a:lvl7pPr>
    <a:lvl8pPr marL="2620955" algn="l" defTabSz="748844" rtl="0" eaLnBrk="1" latinLnBrk="0" hangingPunct="1">
      <a:defRPr sz="983" kern="1200">
        <a:solidFill>
          <a:schemeClr val="tx1"/>
        </a:solidFill>
        <a:latin typeface="+mn-lt"/>
        <a:ea typeface="+mn-ea"/>
        <a:cs typeface="+mn-cs"/>
      </a:defRPr>
    </a:lvl8pPr>
    <a:lvl9pPr marL="2995378" algn="l" defTabSz="748844" rtl="0" eaLnBrk="1" latinLnBrk="0" hangingPunct="1">
      <a:defRPr sz="98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2467" y="801243"/>
            <a:ext cx="9854804" cy="1704481"/>
          </a:xfrm>
        </p:spPr>
        <p:txBody>
          <a:bodyPr anchor="b"/>
          <a:lstStyle>
            <a:lvl1pPr algn="ctr">
              <a:defRPr sz="428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42467" y="2571455"/>
            <a:ext cx="9854804" cy="1182030"/>
          </a:xfrm>
        </p:spPr>
        <p:txBody>
          <a:bodyPr/>
          <a:lstStyle>
            <a:lvl1pPr marL="0" indent="0" algn="ctr">
              <a:buNone/>
              <a:defRPr sz="1713"/>
            </a:lvl1pPr>
            <a:lvl2pPr marL="326395" indent="0" algn="ctr">
              <a:buNone/>
              <a:defRPr sz="1428"/>
            </a:lvl2pPr>
            <a:lvl3pPr marL="652790" indent="0" algn="ctr">
              <a:buNone/>
              <a:defRPr sz="1285"/>
            </a:lvl3pPr>
            <a:lvl4pPr marL="979185" indent="0" algn="ctr">
              <a:buNone/>
              <a:defRPr sz="1142"/>
            </a:lvl4pPr>
            <a:lvl5pPr marL="1305580" indent="0" algn="ctr">
              <a:buNone/>
              <a:defRPr sz="1142"/>
            </a:lvl5pPr>
            <a:lvl6pPr marL="1631975" indent="0" algn="ctr">
              <a:buNone/>
              <a:defRPr sz="1142"/>
            </a:lvl6pPr>
            <a:lvl7pPr marL="1958370" indent="0" algn="ctr">
              <a:buNone/>
              <a:defRPr sz="1142"/>
            </a:lvl7pPr>
            <a:lvl8pPr marL="2284766" indent="0" algn="ctr">
              <a:buNone/>
              <a:defRPr sz="1142"/>
            </a:lvl8pPr>
            <a:lvl9pPr marL="2611161" indent="0" algn="ctr">
              <a:buNone/>
              <a:defRPr sz="1142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86265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41447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6513" y="1220563"/>
            <a:ext cx="11333024" cy="2036537"/>
          </a:xfrm>
        </p:spPr>
        <p:txBody>
          <a:bodyPr anchor="b"/>
          <a:lstStyle>
            <a:lvl1pPr>
              <a:defRPr sz="428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6513" y="3276367"/>
            <a:ext cx="11333024" cy="1070967"/>
          </a:xfrm>
        </p:spPr>
        <p:txBody>
          <a:bodyPr/>
          <a:lstStyle>
            <a:lvl1pPr marL="0" indent="0">
              <a:buNone/>
              <a:defRPr sz="1713">
                <a:solidFill>
                  <a:schemeClr val="tx1">
                    <a:tint val="75000"/>
                  </a:schemeClr>
                </a:solidFill>
              </a:defRPr>
            </a:lvl1pPr>
            <a:lvl2pPr marL="326395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2pPr>
            <a:lvl3pPr marL="652790" indent="0">
              <a:buNone/>
              <a:defRPr sz="1285">
                <a:solidFill>
                  <a:schemeClr val="tx1">
                    <a:tint val="75000"/>
                  </a:schemeClr>
                </a:solidFill>
              </a:defRPr>
            </a:lvl3pPr>
            <a:lvl4pPr marL="979185" indent="0">
              <a:buNone/>
              <a:defRPr sz="1142">
                <a:solidFill>
                  <a:schemeClr val="tx1">
                    <a:tint val="75000"/>
                  </a:schemeClr>
                </a:solidFill>
              </a:defRPr>
            </a:lvl4pPr>
            <a:lvl5pPr marL="1305580" indent="0">
              <a:buNone/>
              <a:defRPr sz="1142">
                <a:solidFill>
                  <a:schemeClr val="tx1">
                    <a:tint val="75000"/>
                  </a:schemeClr>
                </a:solidFill>
              </a:defRPr>
            </a:lvl5pPr>
            <a:lvl6pPr marL="1631975" indent="0">
              <a:buNone/>
              <a:defRPr sz="1142">
                <a:solidFill>
                  <a:schemeClr val="tx1">
                    <a:tint val="75000"/>
                  </a:schemeClr>
                </a:solidFill>
              </a:defRPr>
            </a:lvl6pPr>
            <a:lvl7pPr marL="1958370" indent="0">
              <a:buNone/>
              <a:defRPr sz="1142">
                <a:solidFill>
                  <a:schemeClr val="tx1">
                    <a:tint val="75000"/>
                  </a:schemeClr>
                </a:solidFill>
              </a:defRPr>
            </a:lvl7pPr>
            <a:lvl8pPr marL="2284766" indent="0">
              <a:buNone/>
              <a:defRPr sz="1142">
                <a:solidFill>
                  <a:schemeClr val="tx1">
                    <a:tint val="75000"/>
                  </a:schemeClr>
                </a:solidFill>
              </a:defRPr>
            </a:lvl8pPr>
            <a:lvl9pPr marL="2611161" indent="0">
              <a:buNone/>
              <a:defRPr sz="114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43703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3357" y="1303293"/>
            <a:ext cx="5584389" cy="31063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51992" y="1303293"/>
            <a:ext cx="5584389" cy="31063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34067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5068" y="260659"/>
            <a:ext cx="11333024" cy="94630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5069" y="1200163"/>
            <a:ext cx="5558725" cy="588182"/>
          </a:xfrm>
        </p:spPr>
        <p:txBody>
          <a:bodyPr anchor="b"/>
          <a:lstStyle>
            <a:lvl1pPr marL="0" indent="0">
              <a:buNone/>
              <a:defRPr sz="1713" b="1"/>
            </a:lvl1pPr>
            <a:lvl2pPr marL="326395" indent="0">
              <a:buNone/>
              <a:defRPr sz="1428" b="1"/>
            </a:lvl2pPr>
            <a:lvl3pPr marL="652790" indent="0">
              <a:buNone/>
              <a:defRPr sz="1285" b="1"/>
            </a:lvl3pPr>
            <a:lvl4pPr marL="979185" indent="0">
              <a:buNone/>
              <a:defRPr sz="1142" b="1"/>
            </a:lvl4pPr>
            <a:lvl5pPr marL="1305580" indent="0">
              <a:buNone/>
              <a:defRPr sz="1142" b="1"/>
            </a:lvl5pPr>
            <a:lvl6pPr marL="1631975" indent="0">
              <a:buNone/>
              <a:defRPr sz="1142" b="1"/>
            </a:lvl6pPr>
            <a:lvl7pPr marL="1958370" indent="0">
              <a:buNone/>
              <a:defRPr sz="1142" b="1"/>
            </a:lvl7pPr>
            <a:lvl8pPr marL="2284766" indent="0">
              <a:buNone/>
              <a:defRPr sz="1142" b="1"/>
            </a:lvl8pPr>
            <a:lvl9pPr marL="2611161" indent="0">
              <a:buNone/>
              <a:defRPr sz="1142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5069" y="1788345"/>
            <a:ext cx="5558725" cy="263038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51992" y="1200163"/>
            <a:ext cx="5586100" cy="588182"/>
          </a:xfrm>
        </p:spPr>
        <p:txBody>
          <a:bodyPr anchor="b"/>
          <a:lstStyle>
            <a:lvl1pPr marL="0" indent="0">
              <a:buNone/>
              <a:defRPr sz="1713" b="1"/>
            </a:lvl1pPr>
            <a:lvl2pPr marL="326395" indent="0">
              <a:buNone/>
              <a:defRPr sz="1428" b="1"/>
            </a:lvl2pPr>
            <a:lvl3pPr marL="652790" indent="0">
              <a:buNone/>
              <a:defRPr sz="1285" b="1"/>
            </a:lvl3pPr>
            <a:lvl4pPr marL="979185" indent="0">
              <a:buNone/>
              <a:defRPr sz="1142" b="1"/>
            </a:lvl4pPr>
            <a:lvl5pPr marL="1305580" indent="0">
              <a:buNone/>
              <a:defRPr sz="1142" b="1"/>
            </a:lvl5pPr>
            <a:lvl6pPr marL="1631975" indent="0">
              <a:buNone/>
              <a:defRPr sz="1142" b="1"/>
            </a:lvl6pPr>
            <a:lvl7pPr marL="1958370" indent="0">
              <a:buNone/>
              <a:defRPr sz="1142" b="1"/>
            </a:lvl7pPr>
            <a:lvl8pPr marL="2284766" indent="0">
              <a:buNone/>
              <a:defRPr sz="1142" b="1"/>
            </a:lvl8pPr>
            <a:lvl9pPr marL="2611161" indent="0">
              <a:buNone/>
              <a:defRPr sz="1142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51992" y="1788345"/>
            <a:ext cx="5586100" cy="263038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460192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84756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5004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5069" y="326390"/>
            <a:ext cx="4237907" cy="1142365"/>
          </a:xfrm>
        </p:spPr>
        <p:txBody>
          <a:bodyPr anchor="b"/>
          <a:lstStyle>
            <a:lvl1pPr>
              <a:defRPr sz="228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86100" y="704912"/>
            <a:ext cx="6651992" cy="3479227"/>
          </a:xfrm>
        </p:spPr>
        <p:txBody>
          <a:bodyPr/>
          <a:lstStyle>
            <a:lvl1pPr>
              <a:defRPr sz="2284"/>
            </a:lvl1pPr>
            <a:lvl2pPr>
              <a:defRPr sz="1999"/>
            </a:lvl2pPr>
            <a:lvl3pPr>
              <a:defRPr sz="1713"/>
            </a:lvl3pPr>
            <a:lvl4pPr>
              <a:defRPr sz="1428"/>
            </a:lvl4pPr>
            <a:lvl5pPr>
              <a:defRPr sz="1428"/>
            </a:lvl5pPr>
            <a:lvl6pPr>
              <a:defRPr sz="1428"/>
            </a:lvl6pPr>
            <a:lvl7pPr>
              <a:defRPr sz="1428"/>
            </a:lvl7pPr>
            <a:lvl8pPr>
              <a:defRPr sz="1428"/>
            </a:lvl8pPr>
            <a:lvl9pPr>
              <a:defRPr sz="1428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5069" y="1468755"/>
            <a:ext cx="4237907" cy="2721050"/>
          </a:xfrm>
        </p:spPr>
        <p:txBody>
          <a:bodyPr/>
          <a:lstStyle>
            <a:lvl1pPr marL="0" indent="0">
              <a:buNone/>
              <a:defRPr sz="1142"/>
            </a:lvl1pPr>
            <a:lvl2pPr marL="326395" indent="0">
              <a:buNone/>
              <a:defRPr sz="999"/>
            </a:lvl2pPr>
            <a:lvl3pPr marL="652790" indent="0">
              <a:buNone/>
              <a:defRPr sz="857"/>
            </a:lvl3pPr>
            <a:lvl4pPr marL="979185" indent="0">
              <a:buNone/>
              <a:defRPr sz="714"/>
            </a:lvl4pPr>
            <a:lvl5pPr marL="1305580" indent="0">
              <a:buNone/>
              <a:defRPr sz="714"/>
            </a:lvl5pPr>
            <a:lvl6pPr marL="1631975" indent="0">
              <a:buNone/>
              <a:defRPr sz="714"/>
            </a:lvl6pPr>
            <a:lvl7pPr marL="1958370" indent="0">
              <a:buNone/>
              <a:defRPr sz="714"/>
            </a:lvl7pPr>
            <a:lvl8pPr marL="2284766" indent="0">
              <a:buNone/>
              <a:defRPr sz="714"/>
            </a:lvl8pPr>
            <a:lvl9pPr marL="2611161" indent="0">
              <a:buNone/>
              <a:defRPr sz="71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36204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5069" y="326390"/>
            <a:ext cx="4237907" cy="1142365"/>
          </a:xfrm>
        </p:spPr>
        <p:txBody>
          <a:bodyPr anchor="b"/>
          <a:lstStyle>
            <a:lvl1pPr>
              <a:defRPr sz="228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86100" y="704912"/>
            <a:ext cx="6651992" cy="3479227"/>
          </a:xfrm>
        </p:spPr>
        <p:txBody>
          <a:bodyPr anchor="t"/>
          <a:lstStyle>
            <a:lvl1pPr marL="0" indent="0">
              <a:buNone/>
              <a:defRPr sz="2284"/>
            </a:lvl1pPr>
            <a:lvl2pPr marL="326395" indent="0">
              <a:buNone/>
              <a:defRPr sz="1999"/>
            </a:lvl2pPr>
            <a:lvl3pPr marL="652790" indent="0">
              <a:buNone/>
              <a:defRPr sz="1713"/>
            </a:lvl3pPr>
            <a:lvl4pPr marL="979185" indent="0">
              <a:buNone/>
              <a:defRPr sz="1428"/>
            </a:lvl4pPr>
            <a:lvl5pPr marL="1305580" indent="0">
              <a:buNone/>
              <a:defRPr sz="1428"/>
            </a:lvl5pPr>
            <a:lvl6pPr marL="1631975" indent="0">
              <a:buNone/>
              <a:defRPr sz="1428"/>
            </a:lvl6pPr>
            <a:lvl7pPr marL="1958370" indent="0">
              <a:buNone/>
              <a:defRPr sz="1428"/>
            </a:lvl7pPr>
            <a:lvl8pPr marL="2284766" indent="0">
              <a:buNone/>
              <a:defRPr sz="1428"/>
            </a:lvl8pPr>
            <a:lvl9pPr marL="2611161" indent="0">
              <a:buNone/>
              <a:defRPr sz="1428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5069" y="1468755"/>
            <a:ext cx="4237907" cy="2721050"/>
          </a:xfrm>
        </p:spPr>
        <p:txBody>
          <a:bodyPr/>
          <a:lstStyle>
            <a:lvl1pPr marL="0" indent="0">
              <a:buNone/>
              <a:defRPr sz="1142"/>
            </a:lvl1pPr>
            <a:lvl2pPr marL="326395" indent="0">
              <a:buNone/>
              <a:defRPr sz="999"/>
            </a:lvl2pPr>
            <a:lvl3pPr marL="652790" indent="0">
              <a:buNone/>
              <a:defRPr sz="857"/>
            </a:lvl3pPr>
            <a:lvl4pPr marL="979185" indent="0">
              <a:buNone/>
              <a:defRPr sz="714"/>
            </a:lvl4pPr>
            <a:lvl5pPr marL="1305580" indent="0">
              <a:buNone/>
              <a:defRPr sz="714"/>
            </a:lvl5pPr>
            <a:lvl6pPr marL="1631975" indent="0">
              <a:buNone/>
              <a:defRPr sz="714"/>
            </a:lvl6pPr>
            <a:lvl7pPr marL="1958370" indent="0">
              <a:buNone/>
              <a:defRPr sz="714"/>
            </a:lvl7pPr>
            <a:lvl8pPr marL="2284766" indent="0">
              <a:buNone/>
              <a:defRPr sz="714"/>
            </a:lvl8pPr>
            <a:lvl9pPr marL="2611161" indent="0">
              <a:buNone/>
              <a:defRPr sz="714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22149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97488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03125" y="260658"/>
            <a:ext cx="2833256" cy="4149007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03357" y="260658"/>
            <a:ext cx="8335521" cy="4149007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30604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7808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03357" y="260659"/>
            <a:ext cx="11333024" cy="946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3357" y="1303293"/>
            <a:ext cx="11333024" cy="31063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3357" y="4537728"/>
            <a:ext cx="2956441" cy="260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6/30/2026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52538" y="4537728"/>
            <a:ext cx="4434662" cy="260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79940" y="4537728"/>
            <a:ext cx="2956441" cy="260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78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1" r:id="rId1"/>
    <p:sldLayoutId id="2147483912" r:id="rId2"/>
    <p:sldLayoutId id="2147483913" r:id="rId3"/>
    <p:sldLayoutId id="2147483914" r:id="rId4"/>
    <p:sldLayoutId id="2147483915" r:id="rId5"/>
    <p:sldLayoutId id="2147483916" r:id="rId6"/>
    <p:sldLayoutId id="2147483917" r:id="rId7"/>
    <p:sldLayoutId id="2147483918" r:id="rId8"/>
    <p:sldLayoutId id="2147483919" r:id="rId9"/>
    <p:sldLayoutId id="2147483920" r:id="rId10"/>
    <p:sldLayoutId id="2147483921" r:id="rId11"/>
    <p:sldLayoutId id="2147483922" r:id="rId12"/>
  </p:sldLayoutIdLst>
  <p:hf sldNum="0" hdr="0" ftr="0" dt="0"/>
  <p:txStyles>
    <p:titleStyle>
      <a:lvl1pPr algn="l" defTabSz="652790" rtl="0" eaLnBrk="1" latinLnBrk="0" hangingPunct="1">
        <a:lnSpc>
          <a:spcPct val="90000"/>
        </a:lnSpc>
        <a:spcBef>
          <a:spcPct val="0"/>
        </a:spcBef>
        <a:buNone/>
        <a:defRPr sz="314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3198" indent="-163198" algn="l" defTabSz="652790" rtl="0" eaLnBrk="1" latinLnBrk="0" hangingPunct="1">
        <a:lnSpc>
          <a:spcPct val="90000"/>
        </a:lnSpc>
        <a:spcBef>
          <a:spcPts val="714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1pPr>
      <a:lvl2pPr marL="489593" indent="-163198" algn="l" defTabSz="652790" rtl="0" eaLnBrk="1" latinLnBrk="0" hangingPunct="1">
        <a:lnSpc>
          <a:spcPct val="90000"/>
        </a:lnSpc>
        <a:spcBef>
          <a:spcPts val="357"/>
        </a:spcBef>
        <a:buFont typeface="Arial" panose="020B0604020202020204" pitchFamily="34" charset="0"/>
        <a:buChar char="•"/>
        <a:defRPr sz="1713" kern="1200">
          <a:solidFill>
            <a:schemeClr val="tx1"/>
          </a:solidFill>
          <a:latin typeface="+mn-lt"/>
          <a:ea typeface="+mn-ea"/>
          <a:cs typeface="+mn-cs"/>
        </a:defRPr>
      </a:lvl2pPr>
      <a:lvl3pPr marL="815988" indent="-163198" algn="l" defTabSz="652790" rtl="0" eaLnBrk="1" latinLnBrk="0" hangingPunct="1">
        <a:lnSpc>
          <a:spcPct val="90000"/>
        </a:lnSpc>
        <a:spcBef>
          <a:spcPts val="357"/>
        </a:spcBef>
        <a:buFont typeface="Arial" panose="020B0604020202020204" pitchFamily="34" charset="0"/>
        <a:buChar char="•"/>
        <a:defRPr sz="1428" kern="1200">
          <a:solidFill>
            <a:schemeClr val="tx1"/>
          </a:solidFill>
          <a:latin typeface="+mn-lt"/>
          <a:ea typeface="+mn-ea"/>
          <a:cs typeface="+mn-cs"/>
        </a:defRPr>
      </a:lvl3pPr>
      <a:lvl4pPr marL="1142383" indent="-163198" algn="l" defTabSz="652790" rtl="0" eaLnBrk="1" latinLnBrk="0" hangingPunct="1">
        <a:lnSpc>
          <a:spcPct val="90000"/>
        </a:lnSpc>
        <a:spcBef>
          <a:spcPts val="357"/>
        </a:spcBef>
        <a:buFont typeface="Arial" panose="020B0604020202020204" pitchFamily="34" charset="0"/>
        <a:buChar char="•"/>
        <a:defRPr sz="1285" kern="1200">
          <a:solidFill>
            <a:schemeClr val="tx1"/>
          </a:solidFill>
          <a:latin typeface="+mn-lt"/>
          <a:ea typeface="+mn-ea"/>
          <a:cs typeface="+mn-cs"/>
        </a:defRPr>
      </a:lvl4pPr>
      <a:lvl5pPr marL="1468778" indent="-163198" algn="l" defTabSz="652790" rtl="0" eaLnBrk="1" latinLnBrk="0" hangingPunct="1">
        <a:lnSpc>
          <a:spcPct val="90000"/>
        </a:lnSpc>
        <a:spcBef>
          <a:spcPts val="357"/>
        </a:spcBef>
        <a:buFont typeface="Arial" panose="020B0604020202020204" pitchFamily="34" charset="0"/>
        <a:buChar char="•"/>
        <a:defRPr sz="1285" kern="1200">
          <a:solidFill>
            <a:schemeClr val="tx1"/>
          </a:solidFill>
          <a:latin typeface="+mn-lt"/>
          <a:ea typeface="+mn-ea"/>
          <a:cs typeface="+mn-cs"/>
        </a:defRPr>
      </a:lvl5pPr>
      <a:lvl6pPr marL="1795173" indent="-163198" algn="l" defTabSz="652790" rtl="0" eaLnBrk="1" latinLnBrk="0" hangingPunct="1">
        <a:lnSpc>
          <a:spcPct val="90000"/>
        </a:lnSpc>
        <a:spcBef>
          <a:spcPts val="357"/>
        </a:spcBef>
        <a:buFont typeface="Arial" panose="020B0604020202020204" pitchFamily="34" charset="0"/>
        <a:buChar char="•"/>
        <a:defRPr sz="1285" kern="1200">
          <a:solidFill>
            <a:schemeClr val="tx1"/>
          </a:solidFill>
          <a:latin typeface="+mn-lt"/>
          <a:ea typeface="+mn-ea"/>
          <a:cs typeface="+mn-cs"/>
        </a:defRPr>
      </a:lvl6pPr>
      <a:lvl7pPr marL="2121568" indent="-163198" algn="l" defTabSz="652790" rtl="0" eaLnBrk="1" latinLnBrk="0" hangingPunct="1">
        <a:lnSpc>
          <a:spcPct val="90000"/>
        </a:lnSpc>
        <a:spcBef>
          <a:spcPts val="357"/>
        </a:spcBef>
        <a:buFont typeface="Arial" panose="020B0604020202020204" pitchFamily="34" charset="0"/>
        <a:buChar char="•"/>
        <a:defRPr sz="1285" kern="1200">
          <a:solidFill>
            <a:schemeClr val="tx1"/>
          </a:solidFill>
          <a:latin typeface="+mn-lt"/>
          <a:ea typeface="+mn-ea"/>
          <a:cs typeface="+mn-cs"/>
        </a:defRPr>
      </a:lvl7pPr>
      <a:lvl8pPr marL="2447963" indent="-163198" algn="l" defTabSz="652790" rtl="0" eaLnBrk="1" latinLnBrk="0" hangingPunct="1">
        <a:lnSpc>
          <a:spcPct val="90000"/>
        </a:lnSpc>
        <a:spcBef>
          <a:spcPts val="357"/>
        </a:spcBef>
        <a:buFont typeface="Arial" panose="020B0604020202020204" pitchFamily="34" charset="0"/>
        <a:buChar char="•"/>
        <a:defRPr sz="1285" kern="1200">
          <a:solidFill>
            <a:schemeClr val="tx1"/>
          </a:solidFill>
          <a:latin typeface="+mn-lt"/>
          <a:ea typeface="+mn-ea"/>
          <a:cs typeface="+mn-cs"/>
        </a:defRPr>
      </a:lvl8pPr>
      <a:lvl9pPr marL="2774358" indent="-163198" algn="l" defTabSz="652790" rtl="0" eaLnBrk="1" latinLnBrk="0" hangingPunct="1">
        <a:lnSpc>
          <a:spcPct val="90000"/>
        </a:lnSpc>
        <a:spcBef>
          <a:spcPts val="357"/>
        </a:spcBef>
        <a:buFont typeface="Arial" panose="020B0604020202020204" pitchFamily="34" charset="0"/>
        <a:buChar char="•"/>
        <a:defRPr sz="12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52790" rtl="0" eaLnBrk="1" latinLnBrk="0" hangingPunct="1">
        <a:defRPr sz="1285" kern="1200">
          <a:solidFill>
            <a:schemeClr val="tx1"/>
          </a:solidFill>
          <a:latin typeface="+mn-lt"/>
          <a:ea typeface="+mn-ea"/>
          <a:cs typeface="+mn-cs"/>
        </a:defRPr>
      </a:lvl1pPr>
      <a:lvl2pPr marL="326395" algn="l" defTabSz="652790" rtl="0" eaLnBrk="1" latinLnBrk="0" hangingPunct="1">
        <a:defRPr sz="1285" kern="1200">
          <a:solidFill>
            <a:schemeClr val="tx1"/>
          </a:solidFill>
          <a:latin typeface="+mn-lt"/>
          <a:ea typeface="+mn-ea"/>
          <a:cs typeface="+mn-cs"/>
        </a:defRPr>
      </a:lvl2pPr>
      <a:lvl3pPr marL="652790" algn="l" defTabSz="652790" rtl="0" eaLnBrk="1" latinLnBrk="0" hangingPunct="1">
        <a:defRPr sz="1285" kern="1200">
          <a:solidFill>
            <a:schemeClr val="tx1"/>
          </a:solidFill>
          <a:latin typeface="+mn-lt"/>
          <a:ea typeface="+mn-ea"/>
          <a:cs typeface="+mn-cs"/>
        </a:defRPr>
      </a:lvl3pPr>
      <a:lvl4pPr marL="979185" algn="l" defTabSz="652790" rtl="0" eaLnBrk="1" latinLnBrk="0" hangingPunct="1">
        <a:defRPr sz="1285" kern="1200">
          <a:solidFill>
            <a:schemeClr val="tx1"/>
          </a:solidFill>
          <a:latin typeface="+mn-lt"/>
          <a:ea typeface="+mn-ea"/>
          <a:cs typeface="+mn-cs"/>
        </a:defRPr>
      </a:lvl4pPr>
      <a:lvl5pPr marL="1305580" algn="l" defTabSz="652790" rtl="0" eaLnBrk="1" latinLnBrk="0" hangingPunct="1">
        <a:defRPr sz="1285" kern="1200">
          <a:solidFill>
            <a:schemeClr val="tx1"/>
          </a:solidFill>
          <a:latin typeface="+mn-lt"/>
          <a:ea typeface="+mn-ea"/>
          <a:cs typeface="+mn-cs"/>
        </a:defRPr>
      </a:lvl5pPr>
      <a:lvl6pPr marL="1631975" algn="l" defTabSz="652790" rtl="0" eaLnBrk="1" latinLnBrk="0" hangingPunct="1">
        <a:defRPr sz="1285" kern="1200">
          <a:solidFill>
            <a:schemeClr val="tx1"/>
          </a:solidFill>
          <a:latin typeface="+mn-lt"/>
          <a:ea typeface="+mn-ea"/>
          <a:cs typeface="+mn-cs"/>
        </a:defRPr>
      </a:lvl6pPr>
      <a:lvl7pPr marL="1958370" algn="l" defTabSz="652790" rtl="0" eaLnBrk="1" latinLnBrk="0" hangingPunct="1">
        <a:defRPr sz="1285" kern="1200">
          <a:solidFill>
            <a:schemeClr val="tx1"/>
          </a:solidFill>
          <a:latin typeface="+mn-lt"/>
          <a:ea typeface="+mn-ea"/>
          <a:cs typeface="+mn-cs"/>
        </a:defRPr>
      </a:lvl7pPr>
      <a:lvl8pPr marL="2284766" algn="l" defTabSz="652790" rtl="0" eaLnBrk="1" latinLnBrk="0" hangingPunct="1">
        <a:defRPr sz="1285" kern="1200">
          <a:solidFill>
            <a:schemeClr val="tx1"/>
          </a:solidFill>
          <a:latin typeface="+mn-lt"/>
          <a:ea typeface="+mn-ea"/>
          <a:cs typeface="+mn-cs"/>
        </a:defRPr>
      </a:lvl8pPr>
      <a:lvl9pPr marL="2611161" algn="l" defTabSz="652790" rtl="0" eaLnBrk="1" latinLnBrk="0" hangingPunct="1">
        <a:defRPr sz="12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82056-E32C-0F52-059E-9DE5A9FE3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hteck: abgerundete Ecken 58">
            <a:extLst>
              <a:ext uri="{FF2B5EF4-FFF2-40B4-BE49-F238E27FC236}">
                <a16:creationId xmlns:a16="http://schemas.microsoft.com/office/drawing/2014/main" id="{7109958B-97AD-184B-4330-649759A168AE}"/>
              </a:ext>
            </a:extLst>
          </p:cNvPr>
          <p:cNvSpPr/>
          <p:nvPr/>
        </p:nvSpPr>
        <p:spPr>
          <a:xfrm>
            <a:off x="4722085" y="942447"/>
            <a:ext cx="2808000" cy="540000"/>
          </a:xfrm>
          <a:prstGeom prst="roundRect">
            <a:avLst/>
          </a:prstGeom>
          <a:solidFill>
            <a:srgbClr val="F8CBA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tx1"/>
                </a:solidFill>
              </a:rPr>
              <a:t>  </a:t>
            </a:r>
            <a:r>
              <a:rPr lang="en-US" sz="2400" b="1" dirty="0" err="1">
                <a:solidFill>
                  <a:schemeClr val="tx1"/>
                </a:solidFill>
              </a:rPr>
              <a:t>netConstruct</a:t>
            </a:r>
            <a:r>
              <a:rPr lang="en-US" sz="2400" b="1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60" name="Rechteck: abgerundete Ecken 59">
            <a:extLst>
              <a:ext uri="{FF2B5EF4-FFF2-40B4-BE49-F238E27FC236}">
                <a16:creationId xmlns:a16="http://schemas.microsoft.com/office/drawing/2014/main" id="{DCBE2E59-9706-9632-68D8-AD33B6894648}"/>
              </a:ext>
            </a:extLst>
          </p:cNvPr>
          <p:cNvSpPr/>
          <p:nvPr/>
        </p:nvSpPr>
        <p:spPr>
          <a:xfrm>
            <a:off x="6846084" y="761434"/>
            <a:ext cx="1368000" cy="360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Sec. 5.2</a:t>
            </a:r>
          </a:p>
        </p:txBody>
      </p:sp>
      <p:sp>
        <p:nvSpPr>
          <p:cNvPr id="61" name="Rechteck: abgerundete Ecken 60">
            <a:extLst>
              <a:ext uri="{FF2B5EF4-FFF2-40B4-BE49-F238E27FC236}">
                <a16:creationId xmlns:a16="http://schemas.microsoft.com/office/drawing/2014/main" id="{D1378038-6A9D-316A-6CEA-288A27A39704}"/>
              </a:ext>
            </a:extLst>
          </p:cNvPr>
          <p:cNvSpPr/>
          <p:nvPr/>
        </p:nvSpPr>
        <p:spPr>
          <a:xfrm>
            <a:off x="4722085" y="2924241"/>
            <a:ext cx="2808000" cy="540000"/>
          </a:xfrm>
          <a:prstGeom prst="roundRect">
            <a:avLst/>
          </a:prstGeom>
          <a:solidFill>
            <a:srgbClr val="F8CBA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tx1"/>
                </a:solidFill>
              </a:rPr>
              <a:t>  </a:t>
            </a:r>
            <a:r>
              <a:rPr lang="en-US" sz="2400" b="1" dirty="0" err="1">
                <a:solidFill>
                  <a:schemeClr val="tx1"/>
                </a:solidFill>
              </a:rPr>
              <a:t>netAnalyze</a:t>
            </a:r>
            <a:r>
              <a:rPr lang="en-US" sz="2400" b="1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62" name="Rechteck: abgerundete Ecken 61">
            <a:extLst>
              <a:ext uri="{FF2B5EF4-FFF2-40B4-BE49-F238E27FC236}">
                <a16:creationId xmlns:a16="http://schemas.microsoft.com/office/drawing/2014/main" id="{D575720A-CD68-C999-B725-A6E85879738B}"/>
              </a:ext>
            </a:extLst>
          </p:cNvPr>
          <p:cNvSpPr/>
          <p:nvPr/>
        </p:nvSpPr>
        <p:spPr>
          <a:xfrm>
            <a:off x="6846084" y="2744241"/>
            <a:ext cx="1368000" cy="360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Sec. 5.3</a:t>
            </a:r>
          </a:p>
        </p:txBody>
      </p:sp>
      <p:sp>
        <p:nvSpPr>
          <p:cNvPr id="63" name="Rechteck: abgerundete Ecken 62">
            <a:extLst>
              <a:ext uri="{FF2B5EF4-FFF2-40B4-BE49-F238E27FC236}">
                <a16:creationId xmlns:a16="http://schemas.microsoft.com/office/drawing/2014/main" id="{E30044DB-7D3F-817C-CE42-C9E39C52287B}"/>
              </a:ext>
            </a:extLst>
          </p:cNvPr>
          <p:cNvSpPr/>
          <p:nvPr/>
        </p:nvSpPr>
        <p:spPr>
          <a:xfrm>
            <a:off x="4722085" y="4303016"/>
            <a:ext cx="2808000" cy="540000"/>
          </a:xfrm>
          <a:prstGeom prst="roundRect">
            <a:avLst/>
          </a:prstGeom>
          <a:solidFill>
            <a:srgbClr val="F8CBA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tx1"/>
                </a:solidFill>
              </a:rPr>
              <a:t>  </a:t>
            </a:r>
            <a:r>
              <a:rPr lang="en-US" sz="2400" b="1" dirty="0" err="1">
                <a:solidFill>
                  <a:schemeClr val="tx1"/>
                </a:solidFill>
              </a:rPr>
              <a:t>netCompare</a:t>
            </a:r>
            <a:r>
              <a:rPr lang="en-US" sz="2400" b="1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896" name="Rechteck: abgerundete Ecken 895">
            <a:extLst>
              <a:ext uri="{FF2B5EF4-FFF2-40B4-BE49-F238E27FC236}">
                <a16:creationId xmlns:a16="http://schemas.microsoft.com/office/drawing/2014/main" id="{3C8B4E7B-CD63-A901-CD48-04B04CC27CC6}"/>
              </a:ext>
            </a:extLst>
          </p:cNvPr>
          <p:cNvSpPr/>
          <p:nvPr/>
        </p:nvSpPr>
        <p:spPr>
          <a:xfrm>
            <a:off x="6846084" y="4122341"/>
            <a:ext cx="1368000" cy="360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Sec. 5.4.2</a:t>
            </a:r>
          </a:p>
        </p:txBody>
      </p:sp>
      <p:sp>
        <p:nvSpPr>
          <p:cNvPr id="897" name="Rechteck: abgerundete Ecken 896">
            <a:extLst>
              <a:ext uri="{FF2B5EF4-FFF2-40B4-BE49-F238E27FC236}">
                <a16:creationId xmlns:a16="http://schemas.microsoft.com/office/drawing/2014/main" id="{7D422A2D-FCB7-F714-DBB0-D0E4688606A8}"/>
              </a:ext>
            </a:extLst>
          </p:cNvPr>
          <p:cNvSpPr/>
          <p:nvPr/>
        </p:nvSpPr>
        <p:spPr>
          <a:xfrm>
            <a:off x="9535205" y="941934"/>
            <a:ext cx="2132157" cy="540000"/>
          </a:xfrm>
          <a:prstGeom prst="roundRect">
            <a:avLst/>
          </a:prstGeom>
          <a:solidFill>
            <a:srgbClr val="F8CBA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chemeClr val="tx1"/>
                </a:solidFill>
              </a:rPr>
              <a:t>  </a:t>
            </a:r>
            <a:r>
              <a:rPr lang="en-US" sz="2400" b="1" dirty="0" err="1">
                <a:solidFill>
                  <a:schemeClr val="tx1"/>
                </a:solidFill>
              </a:rPr>
              <a:t>diffnet</a:t>
            </a:r>
            <a:r>
              <a:rPr lang="en-US" sz="2400" b="1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898" name="Rechteck: abgerundete Ecken 897">
            <a:extLst>
              <a:ext uri="{FF2B5EF4-FFF2-40B4-BE49-F238E27FC236}">
                <a16:creationId xmlns:a16="http://schemas.microsoft.com/office/drawing/2014/main" id="{11118718-1109-F39F-650C-F11CB1A1E748}"/>
              </a:ext>
            </a:extLst>
          </p:cNvPr>
          <p:cNvSpPr/>
          <p:nvPr/>
        </p:nvSpPr>
        <p:spPr>
          <a:xfrm>
            <a:off x="10983361" y="757406"/>
            <a:ext cx="1368000" cy="3600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</a:rPr>
              <a:t>Sec. 5.4.1</a:t>
            </a:r>
          </a:p>
        </p:txBody>
      </p:sp>
      <p:sp>
        <p:nvSpPr>
          <p:cNvPr id="899" name="Rechteck: abgerundete Ecken 898">
            <a:extLst>
              <a:ext uri="{FF2B5EF4-FFF2-40B4-BE49-F238E27FC236}">
                <a16:creationId xmlns:a16="http://schemas.microsoft.com/office/drawing/2014/main" id="{4714C90A-BE35-8520-8543-31D4B641C91D}"/>
              </a:ext>
            </a:extLst>
          </p:cNvPr>
          <p:cNvSpPr/>
          <p:nvPr/>
        </p:nvSpPr>
        <p:spPr>
          <a:xfrm>
            <a:off x="9535204" y="48007"/>
            <a:ext cx="2132157" cy="540000"/>
          </a:xfrm>
          <a:prstGeom prst="roundRect">
            <a:avLst/>
          </a:prstGeom>
          <a:solidFill>
            <a:srgbClr val="BDD7E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</a:rPr>
              <a:t>plot.diffnet</a:t>
            </a:r>
            <a:r>
              <a:rPr lang="en-US" sz="2400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900" name="Rechteck: abgerundete Ecken 899">
            <a:extLst>
              <a:ext uri="{FF2B5EF4-FFF2-40B4-BE49-F238E27FC236}">
                <a16:creationId xmlns:a16="http://schemas.microsoft.com/office/drawing/2014/main" id="{C4EC9977-4B59-518E-28FA-9D1A4ADBB5FA}"/>
              </a:ext>
            </a:extLst>
          </p:cNvPr>
          <p:cNvSpPr/>
          <p:nvPr/>
        </p:nvSpPr>
        <p:spPr>
          <a:xfrm>
            <a:off x="9535205" y="1575180"/>
            <a:ext cx="2430078" cy="540000"/>
          </a:xfrm>
          <a:prstGeom prst="roundRect">
            <a:avLst/>
          </a:prstGeom>
          <a:solidFill>
            <a:srgbClr val="BDD7E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</a:rPr>
              <a:t>createAssoPerm</a:t>
            </a:r>
            <a:r>
              <a:rPr lang="en-US" sz="2400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901" name="Rechteck: abgerundete Ecken 900">
            <a:extLst>
              <a:ext uri="{FF2B5EF4-FFF2-40B4-BE49-F238E27FC236}">
                <a16:creationId xmlns:a16="http://schemas.microsoft.com/office/drawing/2014/main" id="{4169371A-7B47-2515-8CB5-3246B0F256C1}"/>
              </a:ext>
            </a:extLst>
          </p:cNvPr>
          <p:cNvSpPr/>
          <p:nvPr/>
        </p:nvSpPr>
        <p:spPr>
          <a:xfrm>
            <a:off x="983330" y="48007"/>
            <a:ext cx="1933673" cy="540000"/>
          </a:xfrm>
          <a:prstGeom prst="roundRect">
            <a:avLst/>
          </a:prstGeom>
          <a:solidFill>
            <a:srgbClr val="BDD7E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</a:rPr>
              <a:t>renameTaxa</a:t>
            </a:r>
            <a:r>
              <a:rPr lang="en-US" sz="2400" dirty="0">
                <a:solidFill>
                  <a:schemeClr val="tx1"/>
                </a:solidFill>
              </a:rPr>
              <a:t>()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2" name="Rechteck 901">
                <a:extLst>
                  <a:ext uri="{FF2B5EF4-FFF2-40B4-BE49-F238E27FC236}">
                    <a16:creationId xmlns:a16="http://schemas.microsoft.com/office/drawing/2014/main" id="{4767477E-1087-9221-0078-FC561E3CFD46}"/>
                  </a:ext>
                </a:extLst>
              </p:cNvPr>
              <p:cNvSpPr/>
              <p:nvPr/>
            </p:nvSpPr>
            <p:spPr>
              <a:xfrm>
                <a:off x="50247" y="946361"/>
                <a:ext cx="3799840" cy="193192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Count matrix /</a:t>
                </a:r>
              </a:p>
              <a:p>
                <a:pPr algn="ctr"/>
                <a:r>
                  <a:rPr lang="en-US" sz="2400" dirty="0" err="1">
                    <a:solidFill>
                      <a:schemeClr val="tx1"/>
                    </a:solidFill>
                  </a:rPr>
                  <a:t>phyloseq</a:t>
                </a:r>
                <a:r>
                  <a:rPr lang="en-US" sz="2400" dirty="0">
                    <a:solidFill>
                      <a:schemeClr val="tx1"/>
                    </a:solidFill>
                  </a:rPr>
                  <a:t> object /</a:t>
                </a:r>
              </a:p>
              <a:p>
                <a:pPr algn="ctr"/>
                <a:r>
                  <a:rPr lang="en-US" sz="2400" dirty="0" err="1">
                    <a:solidFill>
                      <a:schemeClr val="tx1"/>
                    </a:solidFill>
                  </a:rPr>
                  <a:t>TreeSummarizedExperiment</a:t>
                </a:r>
                <a:endParaRPr lang="en-US" sz="24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de-DE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de-DE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02" name="Rechteck 901">
                <a:extLst>
                  <a:ext uri="{FF2B5EF4-FFF2-40B4-BE49-F238E27FC236}">
                    <a16:creationId xmlns:a16="http://schemas.microsoft.com/office/drawing/2014/main" id="{4767477E-1087-9221-0078-FC561E3CFD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47" y="946361"/>
                <a:ext cx="3799840" cy="1931922"/>
              </a:xfrm>
              <a:prstGeom prst="rect">
                <a:avLst/>
              </a:prstGeom>
              <a:blipFill>
                <a:blip r:embed="rId2"/>
                <a:stretch>
                  <a:fillRect l="-479" r="-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3" name="Rechteck 902">
                <a:extLst>
                  <a:ext uri="{FF2B5EF4-FFF2-40B4-BE49-F238E27FC236}">
                    <a16:creationId xmlns:a16="http://schemas.microsoft.com/office/drawing/2014/main" id="{A01838D4-14C3-9E2F-B7FC-066E9F4DFEE9}"/>
                  </a:ext>
                </a:extLst>
              </p:cNvPr>
              <p:cNvSpPr/>
              <p:nvPr/>
            </p:nvSpPr>
            <p:spPr>
              <a:xfrm>
                <a:off x="50247" y="3247969"/>
                <a:ext cx="3799840" cy="157792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Association matrix</a:t>
                </a:r>
                <a:endParaRPr lang="de-DE" sz="2400" b="1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de-DE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de-DE" sz="2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03" name="Rechteck 902">
                <a:extLst>
                  <a:ext uri="{FF2B5EF4-FFF2-40B4-BE49-F238E27FC236}">
                    <a16:creationId xmlns:a16="http://schemas.microsoft.com/office/drawing/2014/main" id="{A01838D4-14C3-9E2F-B7FC-066E9F4DFE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47" y="3247969"/>
                <a:ext cx="3799840" cy="15779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4" name="Gerade Verbindung mit Pfeil 903">
            <a:extLst>
              <a:ext uri="{FF2B5EF4-FFF2-40B4-BE49-F238E27FC236}">
                <a16:creationId xmlns:a16="http://schemas.microsoft.com/office/drawing/2014/main" id="{C756696D-9762-1A4A-9ABF-C9E085B28334}"/>
              </a:ext>
            </a:extLst>
          </p:cNvPr>
          <p:cNvCxnSpPr>
            <a:cxnSpLocks/>
            <a:stCxn id="61" idx="2"/>
            <a:endCxn id="63" idx="0"/>
          </p:cNvCxnSpPr>
          <p:nvPr/>
        </p:nvCxnSpPr>
        <p:spPr>
          <a:xfrm>
            <a:off x="6126085" y="3464241"/>
            <a:ext cx="0" cy="83877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5" name="Gerade Verbindung mit Pfeil 904">
            <a:extLst>
              <a:ext uri="{FF2B5EF4-FFF2-40B4-BE49-F238E27FC236}">
                <a16:creationId xmlns:a16="http://schemas.microsoft.com/office/drawing/2014/main" id="{2B8BD39D-A0E0-4DC5-79F3-70082DB4BCF9}"/>
              </a:ext>
            </a:extLst>
          </p:cNvPr>
          <p:cNvCxnSpPr>
            <a:cxnSpLocks/>
            <a:stCxn id="59" idx="3"/>
            <a:endCxn id="897" idx="1"/>
          </p:cNvCxnSpPr>
          <p:nvPr/>
        </p:nvCxnSpPr>
        <p:spPr>
          <a:xfrm flipV="1">
            <a:off x="7530085" y="1211934"/>
            <a:ext cx="2005120" cy="513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6" name="Gerade Verbindung mit Pfeil 905">
            <a:extLst>
              <a:ext uri="{FF2B5EF4-FFF2-40B4-BE49-F238E27FC236}">
                <a16:creationId xmlns:a16="http://schemas.microsoft.com/office/drawing/2014/main" id="{20AB33DA-2714-0EE3-E2C8-AEDDA5616699}"/>
              </a:ext>
            </a:extLst>
          </p:cNvPr>
          <p:cNvCxnSpPr>
            <a:cxnSpLocks/>
            <a:stCxn id="59" idx="2"/>
            <a:endCxn id="61" idx="0"/>
          </p:cNvCxnSpPr>
          <p:nvPr/>
        </p:nvCxnSpPr>
        <p:spPr>
          <a:xfrm>
            <a:off x="6126085" y="1482447"/>
            <a:ext cx="0" cy="1441794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7" name="Rechteck: abgerundete Ecken 906">
            <a:extLst>
              <a:ext uri="{FF2B5EF4-FFF2-40B4-BE49-F238E27FC236}">
                <a16:creationId xmlns:a16="http://schemas.microsoft.com/office/drawing/2014/main" id="{7505BF7F-96C5-DCF7-85EF-215F032238F0}"/>
              </a:ext>
            </a:extLst>
          </p:cNvPr>
          <p:cNvSpPr/>
          <p:nvPr/>
        </p:nvSpPr>
        <p:spPr>
          <a:xfrm>
            <a:off x="9535205" y="2290995"/>
            <a:ext cx="2844000" cy="540000"/>
          </a:xfrm>
          <a:prstGeom prst="roundRect">
            <a:avLst/>
          </a:prstGeom>
          <a:solidFill>
            <a:srgbClr val="BDD7E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</a:rPr>
              <a:t>plot.microNetProps</a:t>
            </a:r>
            <a:r>
              <a:rPr lang="en-US" sz="2400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908" name="Rechteck: abgerundete Ecken 907">
            <a:extLst>
              <a:ext uri="{FF2B5EF4-FFF2-40B4-BE49-F238E27FC236}">
                <a16:creationId xmlns:a16="http://schemas.microsoft.com/office/drawing/2014/main" id="{D0F70F03-EBB4-4FD3-9D22-1E4578A69ED8}"/>
              </a:ext>
            </a:extLst>
          </p:cNvPr>
          <p:cNvSpPr/>
          <p:nvPr/>
        </p:nvSpPr>
        <p:spPr>
          <a:xfrm>
            <a:off x="9535204" y="2925213"/>
            <a:ext cx="3552907" cy="540000"/>
          </a:xfrm>
          <a:prstGeom prst="roundRect">
            <a:avLst/>
          </a:prstGeom>
          <a:solidFill>
            <a:srgbClr val="BDD7E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</a:rPr>
              <a:t>summary.microNetProps</a:t>
            </a:r>
            <a:r>
              <a:rPr lang="en-US" sz="2400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909" name="Rechteck: abgerundete Ecken 908">
            <a:extLst>
              <a:ext uri="{FF2B5EF4-FFF2-40B4-BE49-F238E27FC236}">
                <a16:creationId xmlns:a16="http://schemas.microsoft.com/office/drawing/2014/main" id="{69D01FD1-BB3C-8525-9ABE-23D8D277115E}"/>
              </a:ext>
            </a:extLst>
          </p:cNvPr>
          <p:cNvSpPr/>
          <p:nvPr/>
        </p:nvSpPr>
        <p:spPr>
          <a:xfrm>
            <a:off x="9535204" y="4307843"/>
            <a:ext cx="3552907" cy="540000"/>
          </a:xfrm>
          <a:prstGeom prst="roundRect">
            <a:avLst/>
          </a:prstGeom>
          <a:solidFill>
            <a:srgbClr val="BDD7E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</a:rPr>
              <a:t>summary.microNetComp</a:t>
            </a:r>
            <a:r>
              <a:rPr lang="en-US" sz="2400" dirty="0">
                <a:solidFill>
                  <a:schemeClr val="tx1"/>
                </a:solidFill>
              </a:rPr>
              <a:t>()</a:t>
            </a:r>
          </a:p>
        </p:txBody>
      </p:sp>
      <p:cxnSp>
        <p:nvCxnSpPr>
          <p:cNvPr id="910" name="Verbinder: gewinkelt 909">
            <a:extLst>
              <a:ext uri="{FF2B5EF4-FFF2-40B4-BE49-F238E27FC236}">
                <a16:creationId xmlns:a16="http://schemas.microsoft.com/office/drawing/2014/main" id="{EA5B2878-8930-DB90-B7C9-2A7E71DEA1C8}"/>
              </a:ext>
            </a:extLst>
          </p:cNvPr>
          <p:cNvCxnSpPr>
            <a:stCxn id="61" idx="3"/>
            <a:endCxn id="907" idx="1"/>
          </p:cNvCxnSpPr>
          <p:nvPr/>
        </p:nvCxnSpPr>
        <p:spPr>
          <a:xfrm flipV="1">
            <a:off x="7530085" y="2560995"/>
            <a:ext cx="2005120" cy="633246"/>
          </a:xfrm>
          <a:prstGeom prst="bentConnector3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2" name="Verbinder: gewinkelt 911">
            <a:extLst>
              <a:ext uri="{FF2B5EF4-FFF2-40B4-BE49-F238E27FC236}">
                <a16:creationId xmlns:a16="http://schemas.microsoft.com/office/drawing/2014/main" id="{DCF7545A-C819-C664-BAA8-908C1751009D}"/>
              </a:ext>
            </a:extLst>
          </p:cNvPr>
          <p:cNvCxnSpPr>
            <a:cxnSpLocks/>
            <a:stCxn id="59" idx="3"/>
            <a:endCxn id="900" idx="1"/>
          </p:cNvCxnSpPr>
          <p:nvPr/>
        </p:nvCxnSpPr>
        <p:spPr>
          <a:xfrm>
            <a:off x="7530085" y="1212447"/>
            <a:ext cx="2005120" cy="632733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3" name="Gerade Verbindung mit Pfeil 912">
            <a:extLst>
              <a:ext uri="{FF2B5EF4-FFF2-40B4-BE49-F238E27FC236}">
                <a16:creationId xmlns:a16="http://schemas.microsoft.com/office/drawing/2014/main" id="{F743A7D5-C807-FCE2-D1F3-6616D25D402E}"/>
              </a:ext>
            </a:extLst>
          </p:cNvPr>
          <p:cNvCxnSpPr>
            <a:cxnSpLocks/>
            <a:stCxn id="63" idx="3"/>
            <a:endCxn id="909" idx="1"/>
          </p:cNvCxnSpPr>
          <p:nvPr/>
        </p:nvCxnSpPr>
        <p:spPr>
          <a:xfrm>
            <a:off x="7530085" y="4573016"/>
            <a:ext cx="2005119" cy="4827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4" name="Gerade Verbindung mit Pfeil 913">
            <a:extLst>
              <a:ext uri="{FF2B5EF4-FFF2-40B4-BE49-F238E27FC236}">
                <a16:creationId xmlns:a16="http://schemas.microsoft.com/office/drawing/2014/main" id="{1FAAA440-C3D5-7DC4-012C-1064FF0B9D45}"/>
              </a:ext>
            </a:extLst>
          </p:cNvPr>
          <p:cNvCxnSpPr>
            <a:cxnSpLocks/>
            <a:stCxn id="897" idx="0"/>
            <a:endCxn id="899" idx="2"/>
          </p:cNvCxnSpPr>
          <p:nvPr/>
        </p:nvCxnSpPr>
        <p:spPr>
          <a:xfrm flipH="1" flipV="1">
            <a:off x="10601283" y="588007"/>
            <a:ext cx="1" cy="353927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5" name="Verbinder: gewinkelt 914">
            <a:extLst>
              <a:ext uri="{FF2B5EF4-FFF2-40B4-BE49-F238E27FC236}">
                <a16:creationId xmlns:a16="http://schemas.microsoft.com/office/drawing/2014/main" id="{19225690-4704-D94F-C079-1624F4FAF1F2}"/>
              </a:ext>
            </a:extLst>
          </p:cNvPr>
          <p:cNvCxnSpPr>
            <a:cxnSpLocks/>
            <a:stCxn id="902" idx="3"/>
            <a:endCxn id="59" idx="1"/>
          </p:cNvCxnSpPr>
          <p:nvPr/>
        </p:nvCxnSpPr>
        <p:spPr>
          <a:xfrm flipV="1">
            <a:off x="3850087" y="1212447"/>
            <a:ext cx="871998" cy="699875"/>
          </a:xfrm>
          <a:prstGeom prst="bentConnector3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6" name="Verbinder: gewinkelt 915">
            <a:extLst>
              <a:ext uri="{FF2B5EF4-FFF2-40B4-BE49-F238E27FC236}">
                <a16:creationId xmlns:a16="http://schemas.microsoft.com/office/drawing/2014/main" id="{A7980712-994B-8A77-DA83-6A42689515D3}"/>
              </a:ext>
            </a:extLst>
          </p:cNvPr>
          <p:cNvCxnSpPr>
            <a:cxnSpLocks/>
            <a:stCxn id="903" idx="3"/>
            <a:endCxn id="59" idx="1"/>
          </p:cNvCxnSpPr>
          <p:nvPr/>
        </p:nvCxnSpPr>
        <p:spPr>
          <a:xfrm flipV="1">
            <a:off x="3850087" y="1212447"/>
            <a:ext cx="871998" cy="2824483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7" name="Gerade Verbindung mit Pfeil 916">
            <a:extLst>
              <a:ext uri="{FF2B5EF4-FFF2-40B4-BE49-F238E27FC236}">
                <a16:creationId xmlns:a16="http://schemas.microsoft.com/office/drawing/2014/main" id="{93AC6BF1-A38E-2BA7-D83D-2A8572CC5D00}"/>
              </a:ext>
            </a:extLst>
          </p:cNvPr>
          <p:cNvCxnSpPr>
            <a:cxnSpLocks/>
            <a:stCxn id="901" idx="2"/>
            <a:endCxn id="902" idx="0"/>
          </p:cNvCxnSpPr>
          <p:nvPr/>
        </p:nvCxnSpPr>
        <p:spPr>
          <a:xfrm>
            <a:off x="1950167" y="588007"/>
            <a:ext cx="0" cy="358354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3AF10DA0-5504-9D24-79CA-BF97FC5DD962}"/>
              </a:ext>
            </a:extLst>
          </p:cNvPr>
          <p:cNvSpPr/>
          <p:nvPr/>
        </p:nvSpPr>
        <p:spPr>
          <a:xfrm>
            <a:off x="9535204" y="3555213"/>
            <a:ext cx="1574756" cy="540000"/>
          </a:xfrm>
          <a:prstGeom prst="roundRect">
            <a:avLst/>
          </a:prstGeom>
          <a:solidFill>
            <a:srgbClr val="BDD7E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err="1">
                <a:solidFill>
                  <a:schemeClr val="tx1"/>
                </a:solidFill>
              </a:rPr>
              <a:t>plotGCM</a:t>
            </a:r>
            <a:r>
              <a:rPr lang="en-US" sz="2400" dirty="0">
                <a:solidFill>
                  <a:schemeClr val="tx1"/>
                </a:solidFill>
              </a:rPr>
              <a:t>()</a:t>
            </a:r>
          </a:p>
        </p:txBody>
      </p:sp>
      <p:cxnSp>
        <p:nvCxnSpPr>
          <p:cNvPr id="4" name="Verbinder: gewinkelt 3">
            <a:extLst>
              <a:ext uri="{FF2B5EF4-FFF2-40B4-BE49-F238E27FC236}">
                <a16:creationId xmlns:a16="http://schemas.microsoft.com/office/drawing/2014/main" id="{CCDF35A5-89A0-1E8B-A643-D0E49F25ADD3}"/>
              </a:ext>
            </a:extLst>
          </p:cNvPr>
          <p:cNvCxnSpPr>
            <a:cxnSpLocks/>
            <a:stCxn id="61" idx="3"/>
            <a:endCxn id="2" idx="1"/>
          </p:cNvCxnSpPr>
          <p:nvPr/>
        </p:nvCxnSpPr>
        <p:spPr>
          <a:xfrm>
            <a:off x="7530085" y="3194241"/>
            <a:ext cx="2005119" cy="630972"/>
          </a:xfrm>
          <a:prstGeom prst="bentConnector3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11A96B99-CE9A-9960-434C-4853F4EC3ED3}"/>
              </a:ext>
            </a:extLst>
          </p:cNvPr>
          <p:cNvCxnSpPr>
            <a:cxnSpLocks/>
            <a:stCxn id="61" idx="3"/>
            <a:endCxn id="908" idx="1"/>
          </p:cNvCxnSpPr>
          <p:nvPr/>
        </p:nvCxnSpPr>
        <p:spPr>
          <a:xfrm>
            <a:off x="7530085" y="3194241"/>
            <a:ext cx="2005119" cy="972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806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– 2022-Design">
  <a:themeElements>
    <a:clrScheme name="Office 2013 – 2022-Design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– 2022-Design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– 2022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61</Words>
  <Application>Microsoft Office PowerPoint</Application>
  <PresentationFormat>Benutzerdefiniert</PresentationFormat>
  <Paragraphs>21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2013 – 2022-Design</vt:lpstr>
      <vt:lpstr>PowerPoint-Präsentation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 replacement in microbiome count matrices</dc:title>
  <dc:subject>Zero handling schematic</dc:subject>
  <dc:creator>OpenAI</dc:creator>
  <cp:lastModifiedBy>Stefanie Peschel</cp:lastModifiedBy>
  <cp:revision>86</cp:revision>
  <dcterms:created xsi:type="dcterms:W3CDTF">2026-05-10T08:14:00Z</dcterms:created>
  <dcterms:modified xsi:type="dcterms:W3CDTF">2026-06-30T15:54:53Z</dcterms:modified>
</cp:coreProperties>
</file>