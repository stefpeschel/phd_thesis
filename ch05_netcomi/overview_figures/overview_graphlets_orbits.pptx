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notesMasterIdLst>
    <p:notesMasterId r:id="rId3"/>
  </p:notesMasterIdLst>
  <p:sldIdLst>
    <p:sldId id="258" r:id="rId2"/>
  </p:sldIdLst>
  <p:sldSz cx="138604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FC"/>
    <a:srgbClr val="F0F7FE"/>
    <a:srgbClr val="C00000"/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27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1pPr>
    <a:lvl2pPr marL="425896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2pPr>
    <a:lvl3pPr marL="851793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3pPr>
    <a:lvl4pPr marL="1277689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4pPr>
    <a:lvl5pPr marL="1703585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5pPr>
    <a:lvl6pPr marL="2129481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6pPr>
    <a:lvl7pPr marL="2555378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7pPr>
    <a:lvl8pPr marL="2981274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8pPr>
    <a:lvl9pPr marL="3407171" algn="l" defTabSz="85179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558" y="1119505"/>
            <a:ext cx="10395347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558" y="3592866"/>
            <a:ext cx="10395347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258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6419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8" y="1705385"/>
            <a:ext cx="11954649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5688" y="4577778"/>
            <a:ext cx="11954649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8216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907" y="1820976"/>
            <a:ext cx="5890697" cy="43402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6859" y="1820976"/>
            <a:ext cx="5890697" cy="43402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445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2" y="364196"/>
            <a:ext cx="11954649" cy="1322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713" y="1676882"/>
            <a:ext cx="586362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713" y="2498697"/>
            <a:ext cx="5863625" cy="36752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6859" y="1676882"/>
            <a:ext cx="5892502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6859" y="2498697"/>
            <a:ext cx="5892502" cy="36752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152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902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204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456036"/>
            <a:ext cx="447036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502" y="984911"/>
            <a:ext cx="7016859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2052161"/>
            <a:ext cx="447036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905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456036"/>
            <a:ext cx="447036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2502" y="984911"/>
            <a:ext cx="7016859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2052161"/>
            <a:ext cx="447036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205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636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8894" y="364195"/>
            <a:ext cx="2988662" cy="579704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907" y="364195"/>
            <a:ext cx="8792731" cy="579704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780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72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907" y="364196"/>
            <a:ext cx="11954649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907" y="1820976"/>
            <a:ext cx="11954649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907" y="6340166"/>
            <a:ext cx="311860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1279" y="6340166"/>
            <a:ext cx="467790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952" y="6340166"/>
            <a:ext cx="311860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0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</p:sldLayoutIdLst>
  <p:hf sldNum="0" hdr="0" ft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Textfeld 996">
            <a:extLst>
              <a:ext uri="{FF2B5EF4-FFF2-40B4-BE49-F238E27FC236}">
                <a16:creationId xmlns:a16="http://schemas.microsoft.com/office/drawing/2014/main" id="{0BCD8153-EA4B-1E6E-9D13-78ADA61A9AC4}"/>
              </a:ext>
            </a:extLst>
          </p:cNvPr>
          <p:cNvSpPr txBox="1"/>
          <p:nvPr/>
        </p:nvSpPr>
        <p:spPr>
          <a:xfrm>
            <a:off x="355753" y="0"/>
            <a:ext cx="3226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2-node graphlet</a:t>
            </a:r>
          </a:p>
        </p:txBody>
      </p:sp>
      <p:sp>
        <p:nvSpPr>
          <p:cNvPr id="999" name="Ellipse 998">
            <a:extLst>
              <a:ext uri="{FF2B5EF4-FFF2-40B4-BE49-F238E27FC236}">
                <a16:creationId xmlns:a16="http://schemas.microsoft.com/office/drawing/2014/main" id="{1A90845F-06D8-CABD-65D8-A2D504A3B7A2}"/>
              </a:ext>
            </a:extLst>
          </p:cNvPr>
          <p:cNvSpPr>
            <a:spLocks noChangeAspect="1"/>
          </p:cNvSpPr>
          <p:nvPr/>
        </p:nvSpPr>
        <p:spPr>
          <a:xfrm rot="5400000">
            <a:off x="1710645" y="1125362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0" name="Gerader Verbinder 999">
            <a:extLst>
              <a:ext uri="{FF2B5EF4-FFF2-40B4-BE49-F238E27FC236}">
                <a16:creationId xmlns:a16="http://schemas.microsoft.com/office/drawing/2014/main" id="{2A78E7B7-4A78-90B3-3667-210E59B3ABC8}"/>
              </a:ext>
            </a:extLst>
          </p:cNvPr>
          <p:cNvCxnSpPr>
            <a:cxnSpLocks/>
            <a:stCxn id="1002" idx="6"/>
            <a:endCxn id="1001" idx="2"/>
          </p:cNvCxnSpPr>
          <p:nvPr/>
        </p:nvCxnSpPr>
        <p:spPr>
          <a:xfrm>
            <a:off x="1854645" y="1449362"/>
            <a:ext cx="233" cy="50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Ellipse 1000">
            <a:extLst>
              <a:ext uri="{FF2B5EF4-FFF2-40B4-BE49-F238E27FC236}">
                <a16:creationId xmlns:a16="http://schemas.microsoft.com/office/drawing/2014/main" id="{D6B80521-B0AB-6AC7-A5BC-E2B15B34D75E}"/>
              </a:ext>
            </a:extLst>
          </p:cNvPr>
          <p:cNvSpPr>
            <a:spLocks noChangeAspect="1"/>
          </p:cNvSpPr>
          <p:nvPr/>
        </p:nvSpPr>
        <p:spPr>
          <a:xfrm rot="5400000">
            <a:off x="1710878" y="1953362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Ellipse 1001">
            <a:extLst>
              <a:ext uri="{FF2B5EF4-FFF2-40B4-BE49-F238E27FC236}">
                <a16:creationId xmlns:a16="http://schemas.microsoft.com/office/drawing/2014/main" id="{DE8B1A6D-8381-9724-5C9D-88056446F77F}"/>
              </a:ext>
            </a:extLst>
          </p:cNvPr>
          <p:cNvSpPr>
            <a:spLocks noChangeAspect="1"/>
          </p:cNvSpPr>
          <p:nvPr/>
        </p:nvSpPr>
        <p:spPr>
          <a:xfrm rot="5400000">
            <a:off x="1674645" y="1089362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extfeld 1002">
            <a:extLst>
              <a:ext uri="{FF2B5EF4-FFF2-40B4-BE49-F238E27FC236}">
                <a16:creationId xmlns:a16="http://schemas.microsoft.com/office/drawing/2014/main" id="{0B922D08-1933-E310-E696-E5E128821A7F}"/>
              </a:ext>
            </a:extLst>
          </p:cNvPr>
          <p:cNvSpPr txBox="1"/>
          <p:nvPr/>
        </p:nvSpPr>
        <p:spPr>
          <a:xfrm>
            <a:off x="2053650" y="993936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4" name="Textfeld 1003">
                <a:extLst>
                  <a:ext uri="{FF2B5EF4-FFF2-40B4-BE49-F238E27FC236}">
                    <a16:creationId xmlns:a16="http://schemas.microsoft.com/office/drawing/2014/main" id="{661E1308-A388-A8E9-23E4-EA6A11278032}"/>
                  </a:ext>
                </a:extLst>
              </p:cNvPr>
              <p:cNvSpPr txBox="1"/>
              <p:nvPr/>
            </p:nvSpPr>
            <p:spPr>
              <a:xfrm>
                <a:off x="1530334" y="2267461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04" name="Textfeld 1003">
                <a:extLst>
                  <a:ext uri="{FF2B5EF4-FFF2-40B4-BE49-F238E27FC236}">
                    <a16:creationId xmlns:a16="http://schemas.microsoft.com/office/drawing/2014/main" id="{661E1308-A388-A8E9-23E4-EA6A11278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334" y="2267461"/>
                <a:ext cx="7139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5" name="Textfeld 1004">
            <a:extLst>
              <a:ext uri="{FF2B5EF4-FFF2-40B4-BE49-F238E27FC236}">
                <a16:creationId xmlns:a16="http://schemas.microsoft.com/office/drawing/2014/main" id="{F30F228F-76C3-B972-50AB-8A6BEA1E2DBC}"/>
              </a:ext>
            </a:extLst>
          </p:cNvPr>
          <p:cNvSpPr txBox="1"/>
          <p:nvPr/>
        </p:nvSpPr>
        <p:spPr>
          <a:xfrm>
            <a:off x="271429" y="3046823"/>
            <a:ext cx="3394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3-node graphlets</a:t>
            </a:r>
          </a:p>
        </p:txBody>
      </p:sp>
      <p:grpSp>
        <p:nvGrpSpPr>
          <p:cNvPr id="1018" name="Gruppieren 1017">
            <a:extLst>
              <a:ext uri="{FF2B5EF4-FFF2-40B4-BE49-F238E27FC236}">
                <a16:creationId xmlns:a16="http://schemas.microsoft.com/office/drawing/2014/main" id="{901915C2-9A08-0CD8-325C-30C8524BC9BE}"/>
              </a:ext>
            </a:extLst>
          </p:cNvPr>
          <p:cNvGrpSpPr/>
          <p:nvPr/>
        </p:nvGrpSpPr>
        <p:grpSpPr>
          <a:xfrm rot="5400000">
            <a:off x="-299889" y="4952187"/>
            <a:ext cx="1988269" cy="361929"/>
            <a:chOff x="927896" y="4862982"/>
            <a:chExt cx="1988269" cy="361929"/>
          </a:xfrm>
        </p:grpSpPr>
        <p:sp>
          <p:nvSpPr>
            <p:cNvPr id="1022" name="Ellipse 1021">
              <a:extLst>
                <a:ext uri="{FF2B5EF4-FFF2-40B4-BE49-F238E27FC236}">
                  <a16:creationId xmlns:a16="http://schemas.microsoft.com/office/drawing/2014/main" id="{EA2BE5C6-CA93-2AF7-C3EF-1B9C39B2F0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0255" y="4900911"/>
              <a:ext cx="288000" cy="2880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3" name="Gerader Verbinder 1022">
              <a:extLst>
                <a:ext uri="{FF2B5EF4-FFF2-40B4-BE49-F238E27FC236}">
                  <a16:creationId xmlns:a16="http://schemas.microsoft.com/office/drawing/2014/main" id="{0F448715-9938-35F3-DD63-B00494245B01}"/>
                </a:ext>
              </a:extLst>
            </p:cNvPr>
            <p:cNvCxnSpPr>
              <a:cxnSpLocks/>
            </p:cNvCxnSpPr>
            <p:nvPr/>
          </p:nvCxnSpPr>
          <p:spPr>
            <a:xfrm>
              <a:off x="1258255" y="5044911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4" name="Ellipse 1023">
              <a:extLst>
                <a:ext uri="{FF2B5EF4-FFF2-40B4-BE49-F238E27FC236}">
                  <a16:creationId xmlns:a16="http://schemas.microsoft.com/office/drawing/2014/main" id="{7980576A-6040-F45A-5F92-44F143F88C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98255" y="4900911"/>
              <a:ext cx="288000" cy="28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5" name="Gerader Verbinder 1024">
              <a:extLst>
                <a:ext uri="{FF2B5EF4-FFF2-40B4-BE49-F238E27FC236}">
                  <a16:creationId xmlns:a16="http://schemas.microsoft.com/office/drawing/2014/main" id="{233FA82A-D06F-BD35-1813-86AB866D72AA}"/>
                </a:ext>
              </a:extLst>
            </p:cNvPr>
            <p:cNvCxnSpPr>
              <a:cxnSpLocks/>
            </p:cNvCxnSpPr>
            <p:nvPr/>
          </p:nvCxnSpPr>
          <p:spPr>
            <a:xfrm>
              <a:off x="2088165" y="5044911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6" name="Ellipse 1025">
              <a:extLst>
                <a:ext uri="{FF2B5EF4-FFF2-40B4-BE49-F238E27FC236}">
                  <a16:creationId xmlns:a16="http://schemas.microsoft.com/office/drawing/2014/main" id="{37AC2227-49D6-67F7-0476-EEAB2DB23F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28165" y="4900911"/>
              <a:ext cx="288000" cy="2880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Ellipse 1026">
              <a:extLst>
                <a:ext uri="{FF2B5EF4-FFF2-40B4-BE49-F238E27FC236}">
                  <a16:creationId xmlns:a16="http://schemas.microsoft.com/office/drawing/2014/main" id="{83BD579D-67B9-0A7B-61E5-91FB3329C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896" y="4864911"/>
              <a:ext cx="360000" cy="3600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Ellipse 1027">
              <a:extLst>
                <a:ext uri="{FF2B5EF4-FFF2-40B4-BE49-F238E27FC236}">
                  <a16:creationId xmlns:a16="http://schemas.microsoft.com/office/drawing/2014/main" id="{133E377D-5B1F-E272-3109-CCDF89625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2255" y="4862982"/>
              <a:ext cx="360000" cy="3600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9" name="Textfeld 1018">
            <a:extLst>
              <a:ext uri="{FF2B5EF4-FFF2-40B4-BE49-F238E27FC236}">
                <a16:creationId xmlns:a16="http://schemas.microsoft.com/office/drawing/2014/main" id="{537BC5A8-47D7-CDBE-230C-A51E5D629111}"/>
              </a:ext>
            </a:extLst>
          </p:cNvPr>
          <p:cNvSpPr txBox="1"/>
          <p:nvPr/>
        </p:nvSpPr>
        <p:spPr>
          <a:xfrm>
            <a:off x="891158" y="4059673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0" name="Textfeld 1019">
                <a:extLst>
                  <a:ext uri="{FF2B5EF4-FFF2-40B4-BE49-F238E27FC236}">
                    <a16:creationId xmlns:a16="http://schemas.microsoft.com/office/drawing/2014/main" id="{A64B94AB-E514-435D-B8A0-8B3309CB0CC3}"/>
                  </a:ext>
                </a:extLst>
              </p:cNvPr>
              <p:cNvSpPr txBox="1"/>
              <p:nvPr/>
            </p:nvSpPr>
            <p:spPr>
              <a:xfrm>
                <a:off x="376896" y="6163777"/>
                <a:ext cx="7044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20" name="Textfeld 1019">
                <a:extLst>
                  <a:ext uri="{FF2B5EF4-FFF2-40B4-BE49-F238E27FC236}">
                    <a16:creationId xmlns:a16="http://schemas.microsoft.com/office/drawing/2014/main" id="{A64B94AB-E514-435D-B8A0-8B3309CB0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96" y="6163777"/>
                <a:ext cx="70442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1" name="Textfeld 1020">
            <a:extLst>
              <a:ext uri="{FF2B5EF4-FFF2-40B4-BE49-F238E27FC236}">
                <a16:creationId xmlns:a16="http://schemas.microsoft.com/office/drawing/2014/main" id="{4B480623-8A55-3DFE-7572-CB05C54928E4}"/>
              </a:ext>
            </a:extLst>
          </p:cNvPr>
          <p:cNvSpPr txBox="1"/>
          <p:nvPr/>
        </p:nvSpPr>
        <p:spPr>
          <a:xfrm>
            <a:off x="894690" y="4885458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1009" name="Ellipse 1008">
            <a:extLst>
              <a:ext uri="{FF2B5EF4-FFF2-40B4-BE49-F238E27FC236}">
                <a16:creationId xmlns:a16="http://schemas.microsoft.com/office/drawing/2014/main" id="{82657CEE-1247-9498-123B-8E0E3A3A9E38}"/>
              </a:ext>
            </a:extLst>
          </p:cNvPr>
          <p:cNvSpPr>
            <a:spLocks noChangeAspect="1"/>
          </p:cNvSpPr>
          <p:nvPr/>
        </p:nvSpPr>
        <p:spPr>
          <a:xfrm>
            <a:off x="2002331" y="5843379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0" name="Gerader Verbinder 1009">
            <a:extLst>
              <a:ext uri="{FF2B5EF4-FFF2-40B4-BE49-F238E27FC236}">
                <a16:creationId xmlns:a16="http://schemas.microsoft.com/office/drawing/2014/main" id="{40FBB662-6349-74C4-C3D2-1763776BCA63}"/>
              </a:ext>
            </a:extLst>
          </p:cNvPr>
          <p:cNvCxnSpPr>
            <a:cxnSpLocks/>
            <a:stCxn id="1009" idx="6"/>
            <a:endCxn id="1012" idx="2"/>
          </p:cNvCxnSpPr>
          <p:nvPr/>
        </p:nvCxnSpPr>
        <p:spPr>
          <a:xfrm>
            <a:off x="2290331" y="5987379"/>
            <a:ext cx="982540" cy="44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Ellipse 1010">
            <a:extLst>
              <a:ext uri="{FF2B5EF4-FFF2-40B4-BE49-F238E27FC236}">
                <a16:creationId xmlns:a16="http://schemas.microsoft.com/office/drawing/2014/main" id="{56D61CF3-1E6A-480B-46D4-4DC02BD75DC3}"/>
              </a:ext>
            </a:extLst>
          </p:cNvPr>
          <p:cNvSpPr>
            <a:spLocks noChangeAspect="1"/>
          </p:cNvSpPr>
          <p:nvPr/>
        </p:nvSpPr>
        <p:spPr>
          <a:xfrm>
            <a:off x="2647833" y="4938219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Ellipse 1011">
            <a:extLst>
              <a:ext uri="{FF2B5EF4-FFF2-40B4-BE49-F238E27FC236}">
                <a16:creationId xmlns:a16="http://schemas.microsoft.com/office/drawing/2014/main" id="{067E8524-0DC4-0BD6-1416-72F80C675B10}"/>
              </a:ext>
            </a:extLst>
          </p:cNvPr>
          <p:cNvSpPr>
            <a:spLocks noChangeAspect="1"/>
          </p:cNvSpPr>
          <p:nvPr/>
        </p:nvSpPr>
        <p:spPr>
          <a:xfrm>
            <a:off x="3272871" y="5847818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" name="Textfeld 1012">
                <a:extLst>
                  <a:ext uri="{FF2B5EF4-FFF2-40B4-BE49-F238E27FC236}">
                    <a16:creationId xmlns:a16="http://schemas.microsoft.com/office/drawing/2014/main" id="{96B130E0-AA5F-60D2-7E40-C829A877F083}"/>
                  </a:ext>
                </a:extLst>
              </p:cNvPr>
              <p:cNvSpPr txBox="1"/>
              <p:nvPr/>
            </p:nvSpPr>
            <p:spPr>
              <a:xfrm>
                <a:off x="2470605" y="6163777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13" name="Textfeld 1012">
                <a:extLst>
                  <a:ext uri="{FF2B5EF4-FFF2-40B4-BE49-F238E27FC236}">
                    <a16:creationId xmlns:a16="http://schemas.microsoft.com/office/drawing/2014/main" id="{96B130E0-AA5F-60D2-7E40-C829A877F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605" y="6163777"/>
                <a:ext cx="71391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4" name="Textfeld 1013">
            <a:extLst>
              <a:ext uri="{FF2B5EF4-FFF2-40B4-BE49-F238E27FC236}">
                <a16:creationId xmlns:a16="http://schemas.microsoft.com/office/drawing/2014/main" id="{FF91B805-A0F8-85EE-72F9-DDC1FAED04E5}"/>
              </a:ext>
            </a:extLst>
          </p:cNvPr>
          <p:cNvSpPr txBox="1"/>
          <p:nvPr/>
        </p:nvSpPr>
        <p:spPr>
          <a:xfrm>
            <a:off x="2995257" y="4827347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3</a:t>
            </a:r>
          </a:p>
        </p:txBody>
      </p:sp>
      <p:cxnSp>
        <p:nvCxnSpPr>
          <p:cNvPr id="1015" name="Gerader Verbinder 1014">
            <a:extLst>
              <a:ext uri="{FF2B5EF4-FFF2-40B4-BE49-F238E27FC236}">
                <a16:creationId xmlns:a16="http://schemas.microsoft.com/office/drawing/2014/main" id="{8BD678C7-95A2-8110-3FF9-FE0A9D5DFB5E}"/>
              </a:ext>
            </a:extLst>
          </p:cNvPr>
          <p:cNvCxnSpPr>
            <a:cxnSpLocks/>
            <a:endCxn id="1012" idx="1"/>
          </p:cNvCxnSpPr>
          <p:nvPr/>
        </p:nvCxnSpPr>
        <p:spPr>
          <a:xfrm>
            <a:off x="2919112" y="5207569"/>
            <a:ext cx="395936" cy="682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Gerader Verbinder 1015">
            <a:extLst>
              <a:ext uri="{FF2B5EF4-FFF2-40B4-BE49-F238E27FC236}">
                <a16:creationId xmlns:a16="http://schemas.microsoft.com/office/drawing/2014/main" id="{0DF2F664-33B7-E27C-FEE3-28C234058397}"/>
              </a:ext>
            </a:extLst>
          </p:cNvPr>
          <p:cNvCxnSpPr>
            <a:cxnSpLocks/>
            <a:endCxn id="1009" idx="7"/>
          </p:cNvCxnSpPr>
          <p:nvPr/>
        </p:nvCxnSpPr>
        <p:spPr>
          <a:xfrm flipH="1">
            <a:off x="2248154" y="5207569"/>
            <a:ext cx="416400" cy="6779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Textfeld 1053">
            <a:extLst>
              <a:ext uri="{FF2B5EF4-FFF2-40B4-BE49-F238E27FC236}">
                <a16:creationId xmlns:a16="http://schemas.microsoft.com/office/drawing/2014/main" id="{D486705F-D773-0FDA-7F87-586B3B5CDEDA}"/>
              </a:ext>
            </a:extLst>
          </p:cNvPr>
          <p:cNvSpPr txBox="1"/>
          <p:nvPr/>
        </p:nvSpPr>
        <p:spPr>
          <a:xfrm>
            <a:off x="7947770" y="0"/>
            <a:ext cx="3545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4-node graphlets</a:t>
            </a:r>
          </a:p>
        </p:txBody>
      </p:sp>
      <p:sp>
        <p:nvSpPr>
          <p:cNvPr id="1030" name="Ellipse 1029">
            <a:extLst>
              <a:ext uri="{FF2B5EF4-FFF2-40B4-BE49-F238E27FC236}">
                <a16:creationId xmlns:a16="http://schemas.microsoft.com/office/drawing/2014/main" id="{7E0C42CE-F23E-597B-D8E5-BD5D5A678AAB}"/>
              </a:ext>
            </a:extLst>
          </p:cNvPr>
          <p:cNvSpPr>
            <a:spLocks noChangeAspect="1"/>
          </p:cNvSpPr>
          <p:nvPr/>
        </p:nvSpPr>
        <p:spPr>
          <a:xfrm rot="16200000">
            <a:off x="9472371" y="2534000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Ellipse 1030">
            <a:extLst>
              <a:ext uri="{FF2B5EF4-FFF2-40B4-BE49-F238E27FC236}">
                <a16:creationId xmlns:a16="http://schemas.microsoft.com/office/drawing/2014/main" id="{4F1393A6-3A1B-E389-57CD-DD3CE89E11B3}"/>
              </a:ext>
            </a:extLst>
          </p:cNvPr>
          <p:cNvSpPr>
            <a:spLocks noChangeAspect="1"/>
          </p:cNvSpPr>
          <p:nvPr/>
        </p:nvSpPr>
        <p:spPr>
          <a:xfrm rot="16200000">
            <a:off x="9472371" y="1706516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2" name="Gerader Verbinder 1031">
            <a:extLst>
              <a:ext uri="{FF2B5EF4-FFF2-40B4-BE49-F238E27FC236}">
                <a16:creationId xmlns:a16="http://schemas.microsoft.com/office/drawing/2014/main" id="{ED74702F-E4F6-4F62-13ED-7E89A8779A0F}"/>
              </a:ext>
            </a:extLst>
          </p:cNvPr>
          <p:cNvCxnSpPr>
            <a:cxnSpLocks/>
          </p:cNvCxnSpPr>
          <p:nvPr/>
        </p:nvCxnSpPr>
        <p:spPr>
          <a:xfrm rot="16200000">
            <a:off x="9346629" y="2249389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Ellipse 1032">
            <a:extLst>
              <a:ext uri="{FF2B5EF4-FFF2-40B4-BE49-F238E27FC236}">
                <a16:creationId xmlns:a16="http://schemas.microsoft.com/office/drawing/2014/main" id="{B3290469-34A5-D66E-AFFA-3223F06694D3}"/>
              </a:ext>
            </a:extLst>
          </p:cNvPr>
          <p:cNvSpPr>
            <a:spLocks noChangeAspect="1"/>
          </p:cNvSpPr>
          <p:nvPr/>
        </p:nvSpPr>
        <p:spPr>
          <a:xfrm rot="2700000">
            <a:off x="10036058" y="3127581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4" name="Gerader Verbinder 1033">
            <a:extLst>
              <a:ext uri="{FF2B5EF4-FFF2-40B4-BE49-F238E27FC236}">
                <a16:creationId xmlns:a16="http://schemas.microsoft.com/office/drawing/2014/main" id="{F40E64B5-52E7-0BB4-5F93-80B00ED1A38A}"/>
              </a:ext>
            </a:extLst>
          </p:cNvPr>
          <p:cNvCxnSpPr>
            <a:cxnSpLocks/>
            <a:endCxn id="1033" idx="2"/>
          </p:cNvCxnSpPr>
          <p:nvPr/>
        </p:nvCxnSpPr>
        <p:spPr>
          <a:xfrm>
            <a:off x="9718194" y="2764954"/>
            <a:ext cx="360041" cy="4048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Ellipse 1034">
            <a:extLst>
              <a:ext uri="{FF2B5EF4-FFF2-40B4-BE49-F238E27FC236}">
                <a16:creationId xmlns:a16="http://schemas.microsoft.com/office/drawing/2014/main" id="{5415F267-7B42-7240-DF56-88547AD50D21}"/>
              </a:ext>
            </a:extLst>
          </p:cNvPr>
          <p:cNvSpPr>
            <a:spLocks noChangeAspect="1"/>
          </p:cNvSpPr>
          <p:nvPr/>
        </p:nvSpPr>
        <p:spPr>
          <a:xfrm rot="8100000">
            <a:off x="8865818" y="3127581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6" name="Gerader Verbinder 1035">
            <a:extLst>
              <a:ext uri="{FF2B5EF4-FFF2-40B4-BE49-F238E27FC236}">
                <a16:creationId xmlns:a16="http://schemas.microsoft.com/office/drawing/2014/main" id="{D7E6916B-2FD1-9F88-B12F-B5D99EA44087}"/>
              </a:ext>
            </a:extLst>
          </p:cNvPr>
          <p:cNvCxnSpPr>
            <a:cxnSpLocks/>
            <a:endCxn id="1035" idx="2"/>
          </p:cNvCxnSpPr>
          <p:nvPr/>
        </p:nvCxnSpPr>
        <p:spPr>
          <a:xfrm flipH="1">
            <a:off x="9111641" y="2764954"/>
            <a:ext cx="402907" cy="4048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Ellipse 1036">
            <a:extLst>
              <a:ext uri="{FF2B5EF4-FFF2-40B4-BE49-F238E27FC236}">
                <a16:creationId xmlns:a16="http://schemas.microsoft.com/office/drawing/2014/main" id="{5A0429AC-0286-E7D5-485D-A556B246F6B3}"/>
              </a:ext>
            </a:extLst>
          </p:cNvPr>
          <p:cNvSpPr>
            <a:spLocks noChangeAspect="1"/>
          </p:cNvSpPr>
          <p:nvPr/>
        </p:nvSpPr>
        <p:spPr>
          <a:xfrm>
            <a:off x="9436371" y="1667879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Ellipse 1037">
            <a:extLst>
              <a:ext uri="{FF2B5EF4-FFF2-40B4-BE49-F238E27FC236}">
                <a16:creationId xmlns:a16="http://schemas.microsoft.com/office/drawing/2014/main" id="{81226796-F29C-46ED-F3BA-0CAC33061A8C}"/>
              </a:ext>
            </a:extLst>
          </p:cNvPr>
          <p:cNvSpPr>
            <a:spLocks noChangeAspect="1"/>
          </p:cNvSpPr>
          <p:nvPr/>
        </p:nvSpPr>
        <p:spPr>
          <a:xfrm>
            <a:off x="9436371" y="2498000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Textfeld 1038">
            <a:extLst>
              <a:ext uri="{FF2B5EF4-FFF2-40B4-BE49-F238E27FC236}">
                <a16:creationId xmlns:a16="http://schemas.microsoft.com/office/drawing/2014/main" id="{18F85874-D2A5-0F33-2DAA-776B3549E2A2}"/>
              </a:ext>
            </a:extLst>
          </p:cNvPr>
          <p:cNvSpPr txBox="1"/>
          <p:nvPr/>
        </p:nvSpPr>
        <p:spPr>
          <a:xfrm>
            <a:off x="9818746" y="1571921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6</a:t>
            </a:r>
          </a:p>
        </p:txBody>
      </p:sp>
      <p:sp>
        <p:nvSpPr>
          <p:cNvPr id="1040" name="Textfeld 1039">
            <a:extLst>
              <a:ext uri="{FF2B5EF4-FFF2-40B4-BE49-F238E27FC236}">
                <a16:creationId xmlns:a16="http://schemas.microsoft.com/office/drawing/2014/main" id="{B81203E7-B62D-02BD-BE91-4DFB1498DCCA}"/>
              </a:ext>
            </a:extLst>
          </p:cNvPr>
          <p:cNvSpPr txBox="1"/>
          <p:nvPr/>
        </p:nvSpPr>
        <p:spPr>
          <a:xfrm>
            <a:off x="9818746" y="2402042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Textfeld 1040">
                <a:extLst>
                  <a:ext uri="{FF2B5EF4-FFF2-40B4-BE49-F238E27FC236}">
                    <a16:creationId xmlns:a16="http://schemas.microsoft.com/office/drawing/2014/main" id="{20EE817F-D3D2-2AD6-3D27-A2EC1808B582}"/>
                  </a:ext>
                </a:extLst>
              </p:cNvPr>
              <p:cNvSpPr txBox="1"/>
              <p:nvPr/>
            </p:nvSpPr>
            <p:spPr>
              <a:xfrm>
                <a:off x="9291827" y="3471809"/>
                <a:ext cx="701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41" name="Textfeld 1040">
                <a:extLst>
                  <a:ext uri="{FF2B5EF4-FFF2-40B4-BE49-F238E27FC236}">
                    <a16:creationId xmlns:a16="http://schemas.microsoft.com/office/drawing/2014/main" id="{20EE817F-D3D2-2AD6-3D27-A2EC1808B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827" y="3471809"/>
                <a:ext cx="70185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3" name="Ellipse 1042">
            <a:extLst>
              <a:ext uri="{FF2B5EF4-FFF2-40B4-BE49-F238E27FC236}">
                <a16:creationId xmlns:a16="http://schemas.microsoft.com/office/drawing/2014/main" id="{6172E7FB-8A7D-338C-EDC8-3660ED5B2B29}"/>
              </a:ext>
            </a:extLst>
          </p:cNvPr>
          <p:cNvSpPr>
            <a:spLocks noChangeAspect="1"/>
          </p:cNvSpPr>
          <p:nvPr/>
        </p:nvSpPr>
        <p:spPr>
          <a:xfrm rot="2700000">
            <a:off x="12921820" y="1980010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Ellipse 1043">
            <a:extLst>
              <a:ext uri="{FF2B5EF4-FFF2-40B4-BE49-F238E27FC236}">
                <a16:creationId xmlns:a16="http://schemas.microsoft.com/office/drawing/2014/main" id="{185B4AC1-7F1A-1C66-890A-D6433E47C420}"/>
              </a:ext>
            </a:extLst>
          </p:cNvPr>
          <p:cNvSpPr>
            <a:spLocks noChangeAspect="1"/>
          </p:cNvSpPr>
          <p:nvPr/>
        </p:nvSpPr>
        <p:spPr>
          <a:xfrm rot="8100000">
            <a:off x="11751863" y="1980010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Ellipse 1044">
            <a:extLst>
              <a:ext uri="{FF2B5EF4-FFF2-40B4-BE49-F238E27FC236}">
                <a16:creationId xmlns:a16="http://schemas.microsoft.com/office/drawing/2014/main" id="{FC6868C2-FA7C-6FFC-69D6-73E042E73AC0}"/>
              </a:ext>
            </a:extLst>
          </p:cNvPr>
          <p:cNvSpPr>
            <a:spLocks noChangeAspect="1"/>
          </p:cNvSpPr>
          <p:nvPr/>
        </p:nvSpPr>
        <p:spPr>
          <a:xfrm rot="8100000">
            <a:off x="11751863" y="3149401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Ellipse 1045">
            <a:extLst>
              <a:ext uri="{FF2B5EF4-FFF2-40B4-BE49-F238E27FC236}">
                <a16:creationId xmlns:a16="http://schemas.microsoft.com/office/drawing/2014/main" id="{6939164B-BA43-15E0-2818-9A3EECB42358}"/>
              </a:ext>
            </a:extLst>
          </p:cNvPr>
          <p:cNvSpPr>
            <a:spLocks noChangeAspect="1"/>
          </p:cNvSpPr>
          <p:nvPr/>
        </p:nvSpPr>
        <p:spPr>
          <a:xfrm rot="8100000">
            <a:off x="12921820" y="3149933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7" name="Gerader Verbinder 1046">
            <a:extLst>
              <a:ext uri="{FF2B5EF4-FFF2-40B4-BE49-F238E27FC236}">
                <a16:creationId xmlns:a16="http://schemas.microsoft.com/office/drawing/2014/main" id="{018185F0-9A63-8F82-D7E6-09ED437F2BAD}"/>
              </a:ext>
            </a:extLst>
          </p:cNvPr>
          <p:cNvCxnSpPr>
            <a:cxnSpLocks/>
            <a:stCxn id="1044" idx="1"/>
            <a:endCxn id="1043" idx="3"/>
          </p:cNvCxnSpPr>
          <p:nvPr/>
        </p:nvCxnSpPr>
        <p:spPr>
          <a:xfrm>
            <a:off x="12039862" y="2124010"/>
            <a:ext cx="8819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Gerader Verbinder 1047">
            <a:extLst>
              <a:ext uri="{FF2B5EF4-FFF2-40B4-BE49-F238E27FC236}">
                <a16:creationId xmlns:a16="http://schemas.microsoft.com/office/drawing/2014/main" id="{E0B75B73-03C3-DBEE-BC68-2E128FD4DD1D}"/>
              </a:ext>
            </a:extLst>
          </p:cNvPr>
          <p:cNvCxnSpPr>
            <a:cxnSpLocks/>
            <a:stCxn id="1045" idx="1"/>
            <a:endCxn id="1046" idx="5"/>
          </p:cNvCxnSpPr>
          <p:nvPr/>
        </p:nvCxnSpPr>
        <p:spPr>
          <a:xfrm>
            <a:off x="12039862" y="3293401"/>
            <a:ext cx="881959" cy="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Gerader Verbinder 1048">
            <a:extLst>
              <a:ext uri="{FF2B5EF4-FFF2-40B4-BE49-F238E27FC236}">
                <a16:creationId xmlns:a16="http://schemas.microsoft.com/office/drawing/2014/main" id="{4575B385-0402-7568-0D69-BD55FAAEBB29}"/>
              </a:ext>
            </a:extLst>
          </p:cNvPr>
          <p:cNvCxnSpPr>
            <a:cxnSpLocks/>
            <a:stCxn id="1044" idx="7"/>
            <a:endCxn id="1045" idx="3"/>
          </p:cNvCxnSpPr>
          <p:nvPr/>
        </p:nvCxnSpPr>
        <p:spPr>
          <a:xfrm>
            <a:off x="11895863" y="2268009"/>
            <a:ext cx="0" cy="8813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Gerader Verbinder 1049">
            <a:extLst>
              <a:ext uri="{FF2B5EF4-FFF2-40B4-BE49-F238E27FC236}">
                <a16:creationId xmlns:a16="http://schemas.microsoft.com/office/drawing/2014/main" id="{2CF5F625-00A4-D30A-20A6-797F13FB6E00}"/>
              </a:ext>
            </a:extLst>
          </p:cNvPr>
          <p:cNvCxnSpPr>
            <a:cxnSpLocks/>
            <a:stCxn id="1046" idx="3"/>
            <a:endCxn id="1043" idx="5"/>
          </p:cNvCxnSpPr>
          <p:nvPr/>
        </p:nvCxnSpPr>
        <p:spPr>
          <a:xfrm flipV="1">
            <a:off x="13065820" y="2268009"/>
            <a:ext cx="0" cy="881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Ellipse 1050">
            <a:extLst>
              <a:ext uri="{FF2B5EF4-FFF2-40B4-BE49-F238E27FC236}">
                <a16:creationId xmlns:a16="http://schemas.microsoft.com/office/drawing/2014/main" id="{5D46FD97-7F79-F3A2-E30C-820B905CE069}"/>
              </a:ext>
            </a:extLst>
          </p:cNvPr>
          <p:cNvSpPr>
            <a:spLocks noChangeAspect="1"/>
          </p:cNvSpPr>
          <p:nvPr/>
        </p:nvSpPr>
        <p:spPr>
          <a:xfrm>
            <a:off x="12885820" y="1944010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Textfeld 1051">
            <a:extLst>
              <a:ext uri="{FF2B5EF4-FFF2-40B4-BE49-F238E27FC236}">
                <a16:creationId xmlns:a16="http://schemas.microsoft.com/office/drawing/2014/main" id="{862C4983-9BA7-5602-DA57-197ADB8E9F0A}"/>
              </a:ext>
            </a:extLst>
          </p:cNvPr>
          <p:cNvSpPr txBox="1"/>
          <p:nvPr/>
        </p:nvSpPr>
        <p:spPr>
          <a:xfrm>
            <a:off x="13282954" y="1848052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Textfeld 1052">
                <a:extLst>
                  <a:ext uri="{FF2B5EF4-FFF2-40B4-BE49-F238E27FC236}">
                    <a16:creationId xmlns:a16="http://schemas.microsoft.com/office/drawing/2014/main" id="{C9184FF2-304E-DBF7-0904-665AA57A4471}"/>
                  </a:ext>
                </a:extLst>
              </p:cNvPr>
              <p:cNvSpPr txBox="1"/>
              <p:nvPr/>
            </p:nvSpPr>
            <p:spPr>
              <a:xfrm>
                <a:off x="12185304" y="3471809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53" name="Textfeld 1052">
                <a:extLst>
                  <a:ext uri="{FF2B5EF4-FFF2-40B4-BE49-F238E27FC236}">
                    <a16:creationId xmlns:a16="http://schemas.microsoft.com/office/drawing/2014/main" id="{C9184FF2-304E-DBF7-0904-665AA57A4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5304" y="3471809"/>
                <a:ext cx="71391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1" name="Textfeld 1100">
                <a:extLst>
                  <a:ext uri="{FF2B5EF4-FFF2-40B4-BE49-F238E27FC236}">
                    <a16:creationId xmlns:a16="http://schemas.microsoft.com/office/drawing/2014/main" id="{6C57AC67-597F-1282-62F4-914BE81AD551}"/>
                  </a:ext>
                </a:extLst>
              </p:cNvPr>
              <p:cNvSpPr txBox="1"/>
              <p:nvPr/>
            </p:nvSpPr>
            <p:spPr>
              <a:xfrm>
                <a:off x="6540852" y="3471809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01" name="Textfeld 1100">
                <a:extLst>
                  <a:ext uri="{FF2B5EF4-FFF2-40B4-BE49-F238E27FC236}">
                    <a16:creationId xmlns:a16="http://schemas.microsoft.com/office/drawing/2014/main" id="{6C57AC67-597F-1282-62F4-914BE81AD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52" y="3471809"/>
                <a:ext cx="71391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2" name="Textfeld 1101">
            <a:extLst>
              <a:ext uri="{FF2B5EF4-FFF2-40B4-BE49-F238E27FC236}">
                <a16:creationId xmlns:a16="http://schemas.microsoft.com/office/drawing/2014/main" id="{F196CEC1-0DBB-8498-0009-F69C417FF0C9}"/>
              </a:ext>
            </a:extLst>
          </p:cNvPr>
          <p:cNvSpPr txBox="1"/>
          <p:nvPr/>
        </p:nvSpPr>
        <p:spPr>
          <a:xfrm>
            <a:off x="7056258" y="551349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103" name="Textfeld 1102">
            <a:extLst>
              <a:ext uri="{FF2B5EF4-FFF2-40B4-BE49-F238E27FC236}">
                <a16:creationId xmlns:a16="http://schemas.microsoft.com/office/drawing/2014/main" id="{C1521300-3AF4-C96E-AF53-500C9B005CFD}"/>
              </a:ext>
            </a:extLst>
          </p:cNvPr>
          <p:cNvSpPr txBox="1"/>
          <p:nvPr/>
        </p:nvSpPr>
        <p:spPr>
          <a:xfrm>
            <a:off x="7056258" y="1384040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5</a:t>
            </a:r>
          </a:p>
        </p:txBody>
      </p:sp>
      <p:sp>
        <p:nvSpPr>
          <p:cNvPr id="1105" name="Ellipse 1104">
            <a:extLst>
              <a:ext uri="{FF2B5EF4-FFF2-40B4-BE49-F238E27FC236}">
                <a16:creationId xmlns:a16="http://schemas.microsoft.com/office/drawing/2014/main" id="{B4E6A7F8-45C2-A3CF-3B7E-65BA262FBABF}"/>
              </a:ext>
            </a:extLst>
          </p:cNvPr>
          <p:cNvSpPr>
            <a:spLocks noChangeAspect="1"/>
          </p:cNvSpPr>
          <p:nvPr/>
        </p:nvSpPr>
        <p:spPr>
          <a:xfrm rot="5400000">
            <a:off x="6721396" y="686117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6" name="Gerader Verbinder 1105">
            <a:extLst>
              <a:ext uri="{FF2B5EF4-FFF2-40B4-BE49-F238E27FC236}">
                <a16:creationId xmlns:a16="http://schemas.microsoft.com/office/drawing/2014/main" id="{BD5EAE51-15FD-8CD1-FB6F-CEB298FB4F2A}"/>
              </a:ext>
            </a:extLst>
          </p:cNvPr>
          <p:cNvCxnSpPr>
            <a:cxnSpLocks/>
            <a:stCxn id="1105" idx="6"/>
            <a:endCxn id="1107" idx="2"/>
          </p:cNvCxnSpPr>
          <p:nvPr/>
        </p:nvCxnSpPr>
        <p:spPr>
          <a:xfrm rot="5400000">
            <a:off x="6595654" y="1243859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Ellipse 1106">
            <a:extLst>
              <a:ext uri="{FF2B5EF4-FFF2-40B4-BE49-F238E27FC236}">
                <a16:creationId xmlns:a16="http://schemas.microsoft.com/office/drawing/2014/main" id="{8CEDD625-AE45-9025-D694-A693D735E5C2}"/>
              </a:ext>
            </a:extLst>
          </p:cNvPr>
          <p:cNvSpPr>
            <a:spLocks noChangeAspect="1"/>
          </p:cNvSpPr>
          <p:nvPr/>
        </p:nvSpPr>
        <p:spPr>
          <a:xfrm rot="5400000">
            <a:off x="6721396" y="1513601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8" name="Gerader Verbinder 1107">
            <a:extLst>
              <a:ext uri="{FF2B5EF4-FFF2-40B4-BE49-F238E27FC236}">
                <a16:creationId xmlns:a16="http://schemas.microsoft.com/office/drawing/2014/main" id="{012C6AC1-74F8-E570-E176-DC1131EC45F3}"/>
              </a:ext>
            </a:extLst>
          </p:cNvPr>
          <p:cNvCxnSpPr>
            <a:cxnSpLocks/>
            <a:stCxn id="1107" idx="6"/>
            <a:endCxn id="1109" idx="2"/>
          </p:cNvCxnSpPr>
          <p:nvPr/>
        </p:nvCxnSpPr>
        <p:spPr>
          <a:xfrm rot="5400000">
            <a:off x="6595654" y="2071343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9" name="Ellipse 1108">
            <a:extLst>
              <a:ext uri="{FF2B5EF4-FFF2-40B4-BE49-F238E27FC236}">
                <a16:creationId xmlns:a16="http://schemas.microsoft.com/office/drawing/2014/main" id="{D9882668-B0A8-F3F4-A404-2037BAB75A1D}"/>
              </a:ext>
            </a:extLst>
          </p:cNvPr>
          <p:cNvSpPr>
            <a:spLocks noChangeAspect="1"/>
          </p:cNvSpPr>
          <p:nvPr/>
        </p:nvSpPr>
        <p:spPr>
          <a:xfrm rot="5400000">
            <a:off x="6721396" y="2341085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Ellipse 1109">
            <a:extLst>
              <a:ext uri="{FF2B5EF4-FFF2-40B4-BE49-F238E27FC236}">
                <a16:creationId xmlns:a16="http://schemas.microsoft.com/office/drawing/2014/main" id="{EA1A110C-E96D-E14E-07EE-E1040AB42A43}"/>
              </a:ext>
            </a:extLst>
          </p:cNvPr>
          <p:cNvSpPr>
            <a:spLocks noChangeAspect="1"/>
          </p:cNvSpPr>
          <p:nvPr/>
        </p:nvSpPr>
        <p:spPr>
          <a:xfrm rot="5400000">
            <a:off x="6721396" y="3168569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1" name="Gerader Verbinder 1110">
            <a:extLst>
              <a:ext uri="{FF2B5EF4-FFF2-40B4-BE49-F238E27FC236}">
                <a16:creationId xmlns:a16="http://schemas.microsoft.com/office/drawing/2014/main" id="{F8D6CE68-BEC1-176F-915A-1F7EF020F1C3}"/>
              </a:ext>
            </a:extLst>
          </p:cNvPr>
          <p:cNvCxnSpPr>
            <a:cxnSpLocks/>
            <a:stCxn id="1109" idx="6"/>
            <a:endCxn id="1110" idx="2"/>
          </p:cNvCxnSpPr>
          <p:nvPr/>
        </p:nvCxnSpPr>
        <p:spPr>
          <a:xfrm rot="5400000">
            <a:off x="6595654" y="2898827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Ellipse 1111">
            <a:extLst>
              <a:ext uri="{FF2B5EF4-FFF2-40B4-BE49-F238E27FC236}">
                <a16:creationId xmlns:a16="http://schemas.microsoft.com/office/drawing/2014/main" id="{5E5A8B89-6668-8944-15CF-3F94A9AB0340}"/>
              </a:ext>
            </a:extLst>
          </p:cNvPr>
          <p:cNvSpPr>
            <a:spLocks noChangeAspect="1"/>
          </p:cNvSpPr>
          <p:nvPr/>
        </p:nvSpPr>
        <p:spPr>
          <a:xfrm rot="5400000">
            <a:off x="6685396" y="646531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Ellipse 1112">
            <a:extLst>
              <a:ext uri="{FF2B5EF4-FFF2-40B4-BE49-F238E27FC236}">
                <a16:creationId xmlns:a16="http://schemas.microsoft.com/office/drawing/2014/main" id="{AB82DEF2-7B8E-5EAF-3991-FEEA9DAB133C}"/>
              </a:ext>
            </a:extLst>
          </p:cNvPr>
          <p:cNvSpPr>
            <a:spLocks noChangeAspect="1"/>
          </p:cNvSpPr>
          <p:nvPr/>
        </p:nvSpPr>
        <p:spPr>
          <a:xfrm rot="5400000">
            <a:off x="6685396" y="1477601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Ellipse 1085">
            <a:extLst>
              <a:ext uri="{FF2B5EF4-FFF2-40B4-BE49-F238E27FC236}">
                <a16:creationId xmlns:a16="http://schemas.microsoft.com/office/drawing/2014/main" id="{DECB5C7C-EACB-2C91-F524-45B6F2561A6A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6744386" y="5024099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Ellipse 1086">
            <a:extLst>
              <a:ext uri="{FF2B5EF4-FFF2-40B4-BE49-F238E27FC236}">
                <a16:creationId xmlns:a16="http://schemas.microsoft.com/office/drawing/2014/main" id="{0EC3516A-6419-FE8F-DEC0-13B6E9C5841C}"/>
              </a:ext>
            </a:extLst>
          </p:cNvPr>
          <p:cNvSpPr>
            <a:spLocks noChangeAspect="1"/>
          </p:cNvSpPr>
          <p:nvPr/>
        </p:nvSpPr>
        <p:spPr>
          <a:xfrm rot="5400000" flipV="1">
            <a:off x="6744386" y="5851583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8" name="Gerader Verbinder 1087">
            <a:extLst>
              <a:ext uri="{FF2B5EF4-FFF2-40B4-BE49-F238E27FC236}">
                <a16:creationId xmlns:a16="http://schemas.microsoft.com/office/drawing/2014/main" id="{A1441A85-1D84-1D86-6680-3E169D1325FB}"/>
              </a:ext>
            </a:extLst>
          </p:cNvPr>
          <p:cNvCxnSpPr>
            <a:cxnSpLocks/>
          </p:cNvCxnSpPr>
          <p:nvPr/>
        </p:nvCxnSpPr>
        <p:spPr>
          <a:xfrm rot="5400000" flipV="1">
            <a:off x="6618644" y="5596710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Gerader Verbinder 1089">
            <a:extLst>
              <a:ext uri="{FF2B5EF4-FFF2-40B4-BE49-F238E27FC236}">
                <a16:creationId xmlns:a16="http://schemas.microsoft.com/office/drawing/2014/main" id="{3BF9F1B3-A979-6F65-98C7-299E45FC23BD}"/>
              </a:ext>
            </a:extLst>
          </p:cNvPr>
          <p:cNvCxnSpPr>
            <a:cxnSpLocks/>
            <a:stCxn id="1086" idx="3"/>
            <a:endCxn id="1089" idx="2"/>
          </p:cNvCxnSpPr>
          <p:nvPr/>
        </p:nvCxnSpPr>
        <p:spPr>
          <a:xfrm flipV="1">
            <a:off x="6990209" y="4676341"/>
            <a:ext cx="243201" cy="3899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Gerader Verbinder 1091">
            <a:extLst>
              <a:ext uri="{FF2B5EF4-FFF2-40B4-BE49-F238E27FC236}">
                <a16:creationId xmlns:a16="http://schemas.microsoft.com/office/drawing/2014/main" id="{1B43C017-C622-F63B-7B2D-FFFA6EC03D43}"/>
              </a:ext>
            </a:extLst>
          </p:cNvPr>
          <p:cNvCxnSpPr>
            <a:cxnSpLocks/>
            <a:stCxn id="1086" idx="1"/>
            <a:endCxn id="1091" idx="2"/>
          </p:cNvCxnSpPr>
          <p:nvPr/>
        </p:nvCxnSpPr>
        <p:spPr>
          <a:xfrm flipH="1" flipV="1">
            <a:off x="6500496" y="4676341"/>
            <a:ext cx="286067" cy="3899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Gerader Verbinder 1092">
            <a:extLst>
              <a:ext uri="{FF2B5EF4-FFF2-40B4-BE49-F238E27FC236}">
                <a16:creationId xmlns:a16="http://schemas.microsoft.com/office/drawing/2014/main" id="{DC8B91A6-947C-7990-2821-4B73B5886B6A}"/>
              </a:ext>
            </a:extLst>
          </p:cNvPr>
          <p:cNvCxnSpPr>
            <a:cxnSpLocks/>
            <a:stCxn id="1091" idx="1"/>
            <a:endCxn id="1089" idx="3"/>
          </p:cNvCxnSpPr>
          <p:nvPr/>
        </p:nvCxnSpPr>
        <p:spPr>
          <a:xfrm>
            <a:off x="6542672" y="4574518"/>
            <a:ext cx="64856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4" name="Textfeld 1093">
                <a:extLst>
                  <a:ext uri="{FF2B5EF4-FFF2-40B4-BE49-F238E27FC236}">
                    <a16:creationId xmlns:a16="http://schemas.microsoft.com/office/drawing/2014/main" id="{0F2CF650-FFA0-ED82-9BD6-A4918A7EF2A7}"/>
                  </a:ext>
                </a:extLst>
              </p:cNvPr>
              <p:cNvSpPr txBox="1"/>
              <p:nvPr/>
            </p:nvSpPr>
            <p:spPr>
              <a:xfrm>
                <a:off x="6542672" y="6163777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94" name="Textfeld 1093">
                <a:extLst>
                  <a:ext uri="{FF2B5EF4-FFF2-40B4-BE49-F238E27FC236}">
                    <a16:creationId xmlns:a16="http://schemas.microsoft.com/office/drawing/2014/main" id="{0F2CF650-FFA0-ED82-9BD6-A4918A7EF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72" y="6163777"/>
                <a:ext cx="71391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5" name="Ellipse 1094">
            <a:extLst>
              <a:ext uri="{FF2B5EF4-FFF2-40B4-BE49-F238E27FC236}">
                <a16:creationId xmlns:a16="http://schemas.microsoft.com/office/drawing/2014/main" id="{40F63777-2F6B-E525-1557-0732DBF5D778}"/>
              </a:ext>
            </a:extLst>
          </p:cNvPr>
          <p:cNvSpPr>
            <a:spLocks noChangeAspect="1"/>
          </p:cNvSpPr>
          <p:nvPr/>
        </p:nvSpPr>
        <p:spPr>
          <a:xfrm>
            <a:off x="6708386" y="4988098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Ellipse 1095">
            <a:extLst>
              <a:ext uri="{FF2B5EF4-FFF2-40B4-BE49-F238E27FC236}">
                <a16:creationId xmlns:a16="http://schemas.microsoft.com/office/drawing/2014/main" id="{E11C9650-791C-C993-60A8-FAD9427A7F12}"/>
              </a:ext>
            </a:extLst>
          </p:cNvPr>
          <p:cNvSpPr>
            <a:spLocks noChangeAspect="1"/>
          </p:cNvSpPr>
          <p:nvPr/>
        </p:nvSpPr>
        <p:spPr>
          <a:xfrm>
            <a:off x="6708386" y="5822722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Textfeld 1097">
            <a:extLst>
              <a:ext uri="{FF2B5EF4-FFF2-40B4-BE49-F238E27FC236}">
                <a16:creationId xmlns:a16="http://schemas.microsoft.com/office/drawing/2014/main" id="{3A0852A9-159F-C776-9703-DAE4306B50FF}"/>
              </a:ext>
            </a:extLst>
          </p:cNvPr>
          <p:cNvSpPr txBox="1"/>
          <p:nvPr/>
        </p:nvSpPr>
        <p:spPr>
          <a:xfrm>
            <a:off x="7072309" y="4894342"/>
            <a:ext cx="550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11</a:t>
            </a:r>
          </a:p>
        </p:txBody>
      </p:sp>
      <p:sp>
        <p:nvSpPr>
          <p:cNvPr id="1099" name="Textfeld 1098">
            <a:extLst>
              <a:ext uri="{FF2B5EF4-FFF2-40B4-BE49-F238E27FC236}">
                <a16:creationId xmlns:a16="http://schemas.microsoft.com/office/drawing/2014/main" id="{08C954A2-922B-E5A9-8C60-D39115A63476}"/>
              </a:ext>
            </a:extLst>
          </p:cNvPr>
          <p:cNvSpPr txBox="1"/>
          <p:nvPr/>
        </p:nvSpPr>
        <p:spPr>
          <a:xfrm>
            <a:off x="7091291" y="5783160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100" name="Textfeld 1099">
            <a:extLst>
              <a:ext uri="{FF2B5EF4-FFF2-40B4-BE49-F238E27FC236}">
                <a16:creationId xmlns:a16="http://schemas.microsoft.com/office/drawing/2014/main" id="{E7A28993-9F93-60D8-70E3-713328AF49E9}"/>
              </a:ext>
            </a:extLst>
          </p:cNvPr>
          <p:cNvSpPr txBox="1"/>
          <p:nvPr/>
        </p:nvSpPr>
        <p:spPr>
          <a:xfrm>
            <a:off x="7518758" y="4298045"/>
            <a:ext cx="550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10</a:t>
            </a:r>
          </a:p>
        </p:txBody>
      </p:sp>
      <p:sp>
        <p:nvSpPr>
          <p:cNvPr id="1075" name="Ellipse 1074">
            <a:extLst>
              <a:ext uri="{FF2B5EF4-FFF2-40B4-BE49-F238E27FC236}">
                <a16:creationId xmlns:a16="http://schemas.microsoft.com/office/drawing/2014/main" id="{5A350C4F-7BF3-C794-C7DF-60E886E8DC25}"/>
              </a:ext>
            </a:extLst>
          </p:cNvPr>
          <p:cNvSpPr>
            <a:spLocks noChangeAspect="1"/>
          </p:cNvSpPr>
          <p:nvPr/>
        </p:nvSpPr>
        <p:spPr>
          <a:xfrm rot="5400000">
            <a:off x="10217532" y="5129212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Ellipse 1075">
            <a:extLst>
              <a:ext uri="{FF2B5EF4-FFF2-40B4-BE49-F238E27FC236}">
                <a16:creationId xmlns:a16="http://schemas.microsoft.com/office/drawing/2014/main" id="{0543483C-E6D5-5D29-EAE7-A1B10F9F76A5}"/>
              </a:ext>
            </a:extLst>
          </p:cNvPr>
          <p:cNvSpPr>
            <a:spLocks noChangeAspect="1"/>
          </p:cNvSpPr>
          <p:nvPr/>
        </p:nvSpPr>
        <p:spPr>
          <a:xfrm rot="10800000">
            <a:off x="9522753" y="4408607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Ellipse 1076">
            <a:extLst>
              <a:ext uri="{FF2B5EF4-FFF2-40B4-BE49-F238E27FC236}">
                <a16:creationId xmlns:a16="http://schemas.microsoft.com/office/drawing/2014/main" id="{465CD875-9846-794E-F305-97EAA678678D}"/>
              </a:ext>
            </a:extLst>
          </p:cNvPr>
          <p:cNvSpPr>
            <a:spLocks noChangeAspect="1"/>
          </p:cNvSpPr>
          <p:nvPr/>
        </p:nvSpPr>
        <p:spPr>
          <a:xfrm rot="10800000">
            <a:off x="8776723" y="5128811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Ellipse 1077">
            <a:extLst>
              <a:ext uri="{FF2B5EF4-FFF2-40B4-BE49-F238E27FC236}">
                <a16:creationId xmlns:a16="http://schemas.microsoft.com/office/drawing/2014/main" id="{05C9E54E-B2AC-3D9D-CCF9-538EC262208B}"/>
              </a:ext>
            </a:extLst>
          </p:cNvPr>
          <p:cNvSpPr>
            <a:spLocks noChangeAspect="1"/>
          </p:cNvSpPr>
          <p:nvPr/>
        </p:nvSpPr>
        <p:spPr>
          <a:xfrm rot="10800000">
            <a:off x="9496952" y="5849792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9" name="Gerader Verbinder 1078">
            <a:extLst>
              <a:ext uri="{FF2B5EF4-FFF2-40B4-BE49-F238E27FC236}">
                <a16:creationId xmlns:a16="http://schemas.microsoft.com/office/drawing/2014/main" id="{8DF39530-067F-83A0-D8EC-EFA396B79163}"/>
              </a:ext>
            </a:extLst>
          </p:cNvPr>
          <p:cNvCxnSpPr>
            <a:cxnSpLocks/>
            <a:stCxn id="1076" idx="1"/>
            <a:endCxn id="1075" idx="3"/>
          </p:cNvCxnSpPr>
          <p:nvPr/>
        </p:nvCxnSpPr>
        <p:spPr>
          <a:xfrm>
            <a:off x="9768576" y="4654430"/>
            <a:ext cx="491133" cy="5169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Gerader Verbinder 1079">
            <a:extLst>
              <a:ext uri="{FF2B5EF4-FFF2-40B4-BE49-F238E27FC236}">
                <a16:creationId xmlns:a16="http://schemas.microsoft.com/office/drawing/2014/main" id="{381F799F-64D1-507C-D622-C64C12BFD70D}"/>
              </a:ext>
            </a:extLst>
          </p:cNvPr>
          <p:cNvCxnSpPr>
            <a:cxnSpLocks/>
            <a:stCxn id="1077" idx="1"/>
            <a:endCxn id="1078" idx="5"/>
          </p:cNvCxnSpPr>
          <p:nvPr/>
        </p:nvCxnSpPr>
        <p:spPr>
          <a:xfrm>
            <a:off x="9022546" y="5374634"/>
            <a:ext cx="516583" cy="5173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Gerader Verbinder 1080">
            <a:extLst>
              <a:ext uri="{FF2B5EF4-FFF2-40B4-BE49-F238E27FC236}">
                <a16:creationId xmlns:a16="http://schemas.microsoft.com/office/drawing/2014/main" id="{34F69EBD-0B3D-EF7A-39C0-23E4C7EC9AF9}"/>
              </a:ext>
            </a:extLst>
          </p:cNvPr>
          <p:cNvCxnSpPr>
            <a:cxnSpLocks/>
            <a:stCxn id="1076" idx="7"/>
            <a:endCxn id="1077" idx="3"/>
          </p:cNvCxnSpPr>
          <p:nvPr/>
        </p:nvCxnSpPr>
        <p:spPr>
          <a:xfrm flipH="1">
            <a:off x="9022546" y="4654430"/>
            <a:ext cx="542384" cy="5165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Gerader Verbinder 1081">
            <a:extLst>
              <a:ext uri="{FF2B5EF4-FFF2-40B4-BE49-F238E27FC236}">
                <a16:creationId xmlns:a16="http://schemas.microsoft.com/office/drawing/2014/main" id="{8BA2695A-2FF5-4BFA-31EB-427256C998CF}"/>
              </a:ext>
            </a:extLst>
          </p:cNvPr>
          <p:cNvCxnSpPr>
            <a:cxnSpLocks/>
            <a:stCxn id="1078" idx="3"/>
            <a:endCxn id="1075" idx="5"/>
          </p:cNvCxnSpPr>
          <p:nvPr/>
        </p:nvCxnSpPr>
        <p:spPr>
          <a:xfrm flipV="1">
            <a:off x="9742775" y="5375035"/>
            <a:ext cx="516934" cy="5169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Gerader Verbinder 1082">
            <a:extLst>
              <a:ext uri="{FF2B5EF4-FFF2-40B4-BE49-F238E27FC236}">
                <a16:creationId xmlns:a16="http://schemas.microsoft.com/office/drawing/2014/main" id="{C37CB459-7767-5D74-3674-DE39D5DEF28D}"/>
              </a:ext>
            </a:extLst>
          </p:cNvPr>
          <p:cNvCxnSpPr>
            <a:cxnSpLocks/>
            <a:stCxn id="1076" idx="0"/>
            <a:endCxn id="1078" idx="4"/>
          </p:cNvCxnSpPr>
          <p:nvPr/>
        </p:nvCxnSpPr>
        <p:spPr>
          <a:xfrm flipH="1">
            <a:off x="9640952" y="4696607"/>
            <a:ext cx="25801" cy="11531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Textfeld 1071">
            <a:extLst>
              <a:ext uri="{FF2B5EF4-FFF2-40B4-BE49-F238E27FC236}">
                <a16:creationId xmlns:a16="http://schemas.microsoft.com/office/drawing/2014/main" id="{AC5D63E7-27B2-B471-86AB-44FCF69DBBC7}"/>
              </a:ext>
            </a:extLst>
          </p:cNvPr>
          <p:cNvSpPr txBox="1"/>
          <p:nvPr/>
        </p:nvSpPr>
        <p:spPr>
          <a:xfrm>
            <a:off x="10621382" y="4893652"/>
            <a:ext cx="550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12</a:t>
            </a:r>
          </a:p>
        </p:txBody>
      </p:sp>
      <p:sp>
        <p:nvSpPr>
          <p:cNvPr id="1073" name="Textfeld 1072">
            <a:extLst>
              <a:ext uri="{FF2B5EF4-FFF2-40B4-BE49-F238E27FC236}">
                <a16:creationId xmlns:a16="http://schemas.microsoft.com/office/drawing/2014/main" id="{C8394457-6EF5-997C-2933-A1577FCE93B8}"/>
              </a:ext>
            </a:extLst>
          </p:cNvPr>
          <p:cNvSpPr txBox="1"/>
          <p:nvPr/>
        </p:nvSpPr>
        <p:spPr>
          <a:xfrm>
            <a:off x="9788333" y="4280489"/>
            <a:ext cx="550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4" name="Textfeld 1073">
                <a:extLst>
                  <a:ext uri="{FF2B5EF4-FFF2-40B4-BE49-F238E27FC236}">
                    <a16:creationId xmlns:a16="http://schemas.microsoft.com/office/drawing/2014/main" id="{A1FEBBF7-ADEB-E621-4729-43E28C466747}"/>
                  </a:ext>
                </a:extLst>
              </p:cNvPr>
              <p:cNvSpPr txBox="1"/>
              <p:nvPr/>
            </p:nvSpPr>
            <p:spPr>
              <a:xfrm>
                <a:off x="9349152" y="6163777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74" name="Textfeld 1073">
                <a:extLst>
                  <a:ext uri="{FF2B5EF4-FFF2-40B4-BE49-F238E27FC236}">
                    <a16:creationId xmlns:a16="http://schemas.microsoft.com/office/drawing/2014/main" id="{A1FEBBF7-ADEB-E621-4729-43E28C466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152" y="6163777"/>
                <a:ext cx="71391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Ellipse 1058">
            <a:extLst>
              <a:ext uri="{FF2B5EF4-FFF2-40B4-BE49-F238E27FC236}">
                <a16:creationId xmlns:a16="http://schemas.microsoft.com/office/drawing/2014/main" id="{53342137-8CF7-755F-377C-460C44A054D2}"/>
              </a:ext>
            </a:extLst>
          </p:cNvPr>
          <p:cNvSpPr>
            <a:spLocks noChangeAspect="1"/>
          </p:cNvSpPr>
          <p:nvPr/>
        </p:nvSpPr>
        <p:spPr>
          <a:xfrm rot="16200000">
            <a:off x="12361363" y="5242333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Ellipse 1059">
            <a:extLst>
              <a:ext uri="{FF2B5EF4-FFF2-40B4-BE49-F238E27FC236}">
                <a16:creationId xmlns:a16="http://schemas.microsoft.com/office/drawing/2014/main" id="{7C94B663-537C-B3EA-DAEA-3362CBF17E0C}"/>
              </a:ext>
            </a:extLst>
          </p:cNvPr>
          <p:cNvSpPr>
            <a:spLocks noChangeAspect="1"/>
          </p:cNvSpPr>
          <p:nvPr/>
        </p:nvSpPr>
        <p:spPr>
          <a:xfrm rot="16200000">
            <a:off x="12361363" y="4414849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1" name="Gerader Verbinder 1060">
            <a:extLst>
              <a:ext uri="{FF2B5EF4-FFF2-40B4-BE49-F238E27FC236}">
                <a16:creationId xmlns:a16="http://schemas.microsoft.com/office/drawing/2014/main" id="{CAC3DEC6-52EF-A9B5-E933-27AF0270A06F}"/>
              </a:ext>
            </a:extLst>
          </p:cNvPr>
          <p:cNvCxnSpPr>
            <a:cxnSpLocks/>
          </p:cNvCxnSpPr>
          <p:nvPr/>
        </p:nvCxnSpPr>
        <p:spPr>
          <a:xfrm rot="16200000">
            <a:off x="12235621" y="4957722"/>
            <a:ext cx="5394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Ellipse 1061">
            <a:extLst>
              <a:ext uri="{FF2B5EF4-FFF2-40B4-BE49-F238E27FC236}">
                <a16:creationId xmlns:a16="http://schemas.microsoft.com/office/drawing/2014/main" id="{3F0170C2-0B35-EF60-1E98-E99C264020B7}"/>
              </a:ext>
            </a:extLst>
          </p:cNvPr>
          <p:cNvSpPr>
            <a:spLocks noChangeAspect="1"/>
          </p:cNvSpPr>
          <p:nvPr/>
        </p:nvSpPr>
        <p:spPr>
          <a:xfrm rot="2700000">
            <a:off x="12925050" y="5835914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3" name="Gerader Verbinder 1062">
            <a:extLst>
              <a:ext uri="{FF2B5EF4-FFF2-40B4-BE49-F238E27FC236}">
                <a16:creationId xmlns:a16="http://schemas.microsoft.com/office/drawing/2014/main" id="{EF224A1B-8F73-7D4A-902A-FBFCF3F54121}"/>
              </a:ext>
            </a:extLst>
          </p:cNvPr>
          <p:cNvCxnSpPr>
            <a:cxnSpLocks/>
            <a:endCxn id="1062" idx="2"/>
          </p:cNvCxnSpPr>
          <p:nvPr/>
        </p:nvCxnSpPr>
        <p:spPr>
          <a:xfrm>
            <a:off x="12607186" y="5473287"/>
            <a:ext cx="360041" cy="4048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Ellipse 1063">
            <a:extLst>
              <a:ext uri="{FF2B5EF4-FFF2-40B4-BE49-F238E27FC236}">
                <a16:creationId xmlns:a16="http://schemas.microsoft.com/office/drawing/2014/main" id="{6635330B-2D3A-62A3-A9BF-C6373695E503}"/>
              </a:ext>
            </a:extLst>
          </p:cNvPr>
          <p:cNvSpPr>
            <a:spLocks noChangeAspect="1"/>
          </p:cNvSpPr>
          <p:nvPr/>
        </p:nvSpPr>
        <p:spPr>
          <a:xfrm rot="8100000">
            <a:off x="11754810" y="5835914"/>
            <a:ext cx="288000" cy="2880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5" name="Gerader Verbinder 1064">
            <a:extLst>
              <a:ext uri="{FF2B5EF4-FFF2-40B4-BE49-F238E27FC236}">
                <a16:creationId xmlns:a16="http://schemas.microsoft.com/office/drawing/2014/main" id="{8D82AF54-C098-6AFD-CE62-11A0FE9E818D}"/>
              </a:ext>
            </a:extLst>
          </p:cNvPr>
          <p:cNvCxnSpPr>
            <a:cxnSpLocks/>
            <a:endCxn id="1064" idx="2"/>
          </p:cNvCxnSpPr>
          <p:nvPr/>
        </p:nvCxnSpPr>
        <p:spPr>
          <a:xfrm flipH="1">
            <a:off x="12000633" y="5473287"/>
            <a:ext cx="402907" cy="4048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feld 1065">
            <a:extLst>
              <a:ext uri="{FF2B5EF4-FFF2-40B4-BE49-F238E27FC236}">
                <a16:creationId xmlns:a16="http://schemas.microsoft.com/office/drawing/2014/main" id="{40131B18-099E-9010-7AFC-09C2EB4B665D}"/>
              </a:ext>
            </a:extLst>
          </p:cNvPr>
          <p:cNvSpPr txBox="1"/>
          <p:nvPr/>
        </p:nvSpPr>
        <p:spPr>
          <a:xfrm>
            <a:off x="12639226" y="4280254"/>
            <a:ext cx="550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7" name="Textfeld 1066">
                <a:extLst>
                  <a:ext uri="{FF2B5EF4-FFF2-40B4-BE49-F238E27FC236}">
                    <a16:creationId xmlns:a16="http://schemas.microsoft.com/office/drawing/2014/main" id="{FCAAF942-67E5-9ADB-BA2F-DE15654C14CA}"/>
                  </a:ext>
                </a:extLst>
              </p:cNvPr>
              <p:cNvSpPr txBox="1"/>
              <p:nvPr/>
            </p:nvSpPr>
            <p:spPr>
              <a:xfrm>
                <a:off x="12188534" y="6163777"/>
                <a:ext cx="7139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67" name="Textfeld 1066">
                <a:extLst>
                  <a:ext uri="{FF2B5EF4-FFF2-40B4-BE49-F238E27FC236}">
                    <a16:creationId xmlns:a16="http://schemas.microsoft.com/office/drawing/2014/main" id="{FCAAF942-67E5-9ADB-BA2F-DE15654C1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534" y="6163777"/>
                <a:ext cx="71391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8" name="Gerader Verbinder 1067">
            <a:extLst>
              <a:ext uri="{FF2B5EF4-FFF2-40B4-BE49-F238E27FC236}">
                <a16:creationId xmlns:a16="http://schemas.microsoft.com/office/drawing/2014/main" id="{E5811F7B-08E5-1451-23B9-F177E508AAE0}"/>
              </a:ext>
            </a:extLst>
          </p:cNvPr>
          <p:cNvCxnSpPr>
            <a:cxnSpLocks/>
            <a:stCxn id="1064" idx="3"/>
            <a:endCxn id="1060" idx="1"/>
          </p:cNvCxnSpPr>
          <p:nvPr/>
        </p:nvCxnSpPr>
        <p:spPr>
          <a:xfrm flipV="1">
            <a:off x="11898810" y="4660672"/>
            <a:ext cx="504730" cy="11752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Gerader Verbinder 1068">
            <a:extLst>
              <a:ext uri="{FF2B5EF4-FFF2-40B4-BE49-F238E27FC236}">
                <a16:creationId xmlns:a16="http://schemas.microsoft.com/office/drawing/2014/main" id="{22FFA26B-3151-1536-5918-ED0CA38F775C}"/>
              </a:ext>
            </a:extLst>
          </p:cNvPr>
          <p:cNvCxnSpPr>
            <a:cxnSpLocks/>
            <a:stCxn id="1062" idx="1"/>
            <a:endCxn id="1060" idx="3"/>
          </p:cNvCxnSpPr>
          <p:nvPr/>
        </p:nvCxnSpPr>
        <p:spPr>
          <a:xfrm flipH="1" flipV="1">
            <a:off x="12607186" y="4660672"/>
            <a:ext cx="461864" cy="11752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Gerader Verbinder 1069">
            <a:extLst>
              <a:ext uri="{FF2B5EF4-FFF2-40B4-BE49-F238E27FC236}">
                <a16:creationId xmlns:a16="http://schemas.microsoft.com/office/drawing/2014/main" id="{0CCEFD2C-DFC7-8C9F-EE19-746973A9BBEB}"/>
              </a:ext>
            </a:extLst>
          </p:cNvPr>
          <p:cNvCxnSpPr>
            <a:cxnSpLocks/>
            <a:stCxn id="1062" idx="3"/>
            <a:endCxn id="1064" idx="1"/>
          </p:cNvCxnSpPr>
          <p:nvPr/>
        </p:nvCxnSpPr>
        <p:spPr>
          <a:xfrm flipH="1">
            <a:off x="12042809" y="5979914"/>
            <a:ext cx="88224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9" name="Ellipse 1088">
            <a:extLst>
              <a:ext uri="{FF2B5EF4-FFF2-40B4-BE49-F238E27FC236}">
                <a16:creationId xmlns:a16="http://schemas.microsoft.com/office/drawing/2014/main" id="{B0636E25-0513-CC93-9AC7-3EFB4271A1A6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7191233" y="4430518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Ellipse 1090">
            <a:extLst>
              <a:ext uri="{FF2B5EF4-FFF2-40B4-BE49-F238E27FC236}">
                <a16:creationId xmlns:a16="http://schemas.microsoft.com/office/drawing/2014/main" id="{A974DC66-3F5D-B2E1-6C37-2507EAC67B54}"/>
              </a:ext>
            </a:extLst>
          </p:cNvPr>
          <p:cNvSpPr>
            <a:spLocks noChangeAspect="1"/>
          </p:cNvSpPr>
          <p:nvPr/>
        </p:nvSpPr>
        <p:spPr>
          <a:xfrm rot="13500000" flipV="1">
            <a:off x="6254673" y="4430518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571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Ellipse 1096">
            <a:extLst>
              <a:ext uri="{FF2B5EF4-FFF2-40B4-BE49-F238E27FC236}">
                <a16:creationId xmlns:a16="http://schemas.microsoft.com/office/drawing/2014/main" id="{F72C0AE4-22C2-153C-582D-C7C197BCE413}"/>
              </a:ext>
            </a:extLst>
          </p:cNvPr>
          <p:cNvSpPr>
            <a:spLocks noChangeAspect="1"/>
          </p:cNvSpPr>
          <p:nvPr/>
        </p:nvSpPr>
        <p:spPr>
          <a:xfrm>
            <a:off x="7152228" y="4391524"/>
            <a:ext cx="360000" cy="36000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30</Words>
  <Application>Microsoft Office PowerPoint</Application>
  <PresentationFormat>Benutzerdefiniert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65</cp:revision>
  <dcterms:created xsi:type="dcterms:W3CDTF">2026-05-10T08:14:00Z</dcterms:created>
  <dcterms:modified xsi:type="dcterms:W3CDTF">2026-06-25T14:03:42Z</dcterms:modified>
</cp:coreProperties>
</file>