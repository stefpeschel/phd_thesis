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58" r:id="rId1"/>
  </p:sldMasterIdLst>
  <p:notesMasterIdLst>
    <p:notesMasterId r:id="rId3"/>
  </p:notesMasterIdLst>
  <p:sldIdLst>
    <p:sldId id="258" r:id="rId2"/>
  </p:sldIdLst>
  <p:sldSz cx="13679488" cy="6840538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5C5"/>
    <a:srgbClr val="C5E0B4"/>
    <a:srgbClr val="B4BAE8"/>
    <a:srgbClr val="BDD7EE"/>
    <a:srgbClr val="ED7C2F"/>
    <a:srgbClr val="FCFEFC"/>
    <a:srgbClr val="F0F7FE"/>
    <a:srgbClr val="C00000"/>
    <a:srgbClr val="E2F1FE"/>
    <a:srgbClr val="D6EB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906" autoAdjust="0"/>
    <p:restoredTop sz="94610"/>
  </p:normalViewPr>
  <p:slideViewPr>
    <p:cSldViewPr snapToGrid="0" snapToObjects="1">
      <p:cViewPr>
        <p:scale>
          <a:sx n="100" d="100"/>
          <a:sy n="100" d="100"/>
        </p:scale>
        <p:origin x="1090" y="52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95191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36978" rtl="0" eaLnBrk="1" latinLnBrk="0" hangingPunct="1">
      <a:defRPr sz="1099" kern="1200">
        <a:solidFill>
          <a:schemeClr val="tx1"/>
        </a:solidFill>
        <a:latin typeface="+mn-lt"/>
        <a:ea typeface="+mn-ea"/>
        <a:cs typeface="+mn-cs"/>
      </a:defRPr>
    </a:lvl1pPr>
    <a:lvl2pPr marL="418489" algn="l" defTabSz="836978" rtl="0" eaLnBrk="1" latinLnBrk="0" hangingPunct="1">
      <a:defRPr sz="1099" kern="1200">
        <a:solidFill>
          <a:schemeClr val="tx1"/>
        </a:solidFill>
        <a:latin typeface="+mn-lt"/>
        <a:ea typeface="+mn-ea"/>
        <a:cs typeface="+mn-cs"/>
      </a:defRPr>
    </a:lvl2pPr>
    <a:lvl3pPr marL="836978" algn="l" defTabSz="836978" rtl="0" eaLnBrk="1" latinLnBrk="0" hangingPunct="1">
      <a:defRPr sz="1099" kern="1200">
        <a:solidFill>
          <a:schemeClr val="tx1"/>
        </a:solidFill>
        <a:latin typeface="+mn-lt"/>
        <a:ea typeface="+mn-ea"/>
        <a:cs typeface="+mn-cs"/>
      </a:defRPr>
    </a:lvl3pPr>
    <a:lvl4pPr marL="1255467" algn="l" defTabSz="836978" rtl="0" eaLnBrk="1" latinLnBrk="0" hangingPunct="1">
      <a:defRPr sz="1099" kern="1200">
        <a:solidFill>
          <a:schemeClr val="tx1"/>
        </a:solidFill>
        <a:latin typeface="+mn-lt"/>
        <a:ea typeface="+mn-ea"/>
        <a:cs typeface="+mn-cs"/>
      </a:defRPr>
    </a:lvl4pPr>
    <a:lvl5pPr marL="1673956" algn="l" defTabSz="836978" rtl="0" eaLnBrk="1" latinLnBrk="0" hangingPunct="1">
      <a:defRPr sz="1099" kern="1200">
        <a:solidFill>
          <a:schemeClr val="tx1"/>
        </a:solidFill>
        <a:latin typeface="+mn-lt"/>
        <a:ea typeface="+mn-ea"/>
        <a:cs typeface="+mn-cs"/>
      </a:defRPr>
    </a:lvl5pPr>
    <a:lvl6pPr marL="2092445" algn="l" defTabSz="836978" rtl="0" eaLnBrk="1" latinLnBrk="0" hangingPunct="1">
      <a:defRPr sz="1099" kern="1200">
        <a:solidFill>
          <a:schemeClr val="tx1"/>
        </a:solidFill>
        <a:latin typeface="+mn-lt"/>
        <a:ea typeface="+mn-ea"/>
        <a:cs typeface="+mn-cs"/>
      </a:defRPr>
    </a:lvl6pPr>
    <a:lvl7pPr marL="2510934" algn="l" defTabSz="836978" rtl="0" eaLnBrk="1" latinLnBrk="0" hangingPunct="1">
      <a:defRPr sz="1099" kern="1200">
        <a:solidFill>
          <a:schemeClr val="tx1"/>
        </a:solidFill>
        <a:latin typeface="+mn-lt"/>
        <a:ea typeface="+mn-ea"/>
        <a:cs typeface="+mn-cs"/>
      </a:defRPr>
    </a:lvl7pPr>
    <a:lvl8pPr marL="2929423" algn="l" defTabSz="836978" rtl="0" eaLnBrk="1" latinLnBrk="0" hangingPunct="1">
      <a:defRPr sz="1099" kern="1200">
        <a:solidFill>
          <a:schemeClr val="tx1"/>
        </a:solidFill>
        <a:latin typeface="+mn-lt"/>
        <a:ea typeface="+mn-ea"/>
        <a:cs typeface="+mn-cs"/>
      </a:defRPr>
    </a:lvl8pPr>
    <a:lvl9pPr marL="3347913" algn="l" defTabSz="836978" rtl="0" eaLnBrk="1" latinLnBrk="0" hangingPunct="1">
      <a:defRPr sz="109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09936" y="1119505"/>
            <a:ext cx="10259616" cy="2381521"/>
          </a:xfrm>
        </p:spPr>
        <p:txBody>
          <a:bodyPr anchor="b"/>
          <a:lstStyle>
            <a:lvl1pPr algn="ctr">
              <a:defRPr sz="5985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936" y="3592866"/>
            <a:ext cx="10259616" cy="1651546"/>
          </a:xfrm>
        </p:spPr>
        <p:txBody>
          <a:bodyPr/>
          <a:lstStyle>
            <a:lvl1pPr marL="0" indent="0" algn="ctr">
              <a:buNone/>
              <a:defRPr sz="2394"/>
            </a:lvl1pPr>
            <a:lvl2pPr marL="456057" indent="0" algn="ctr">
              <a:buNone/>
              <a:defRPr sz="1995"/>
            </a:lvl2pPr>
            <a:lvl3pPr marL="912114" indent="0" algn="ctr">
              <a:buNone/>
              <a:defRPr sz="1795"/>
            </a:lvl3pPr>
            <a:lvl4pPr marL="1368171" indent="0" algn="ctr">
              <a:buNone/>
              <a:defRPr sz="1596"/>
            </a:lvl4pPr>
            <a:lvl5pPr marL="1824228" indent="0" algn="ctr">
              <a:buNone/>
              <a:defRPr sz="1596"/>
            </a:lvl5pPr>
            <a:lvl6pPr marL="2280285" indent="0" algn="ctr">
              <a:buNone/>
              <a:defRPr sz="1596"/>
            </a:lvl6pPr>
            <a:lvl7pPr marL="2736342" indent="0" algn="ctr">
              <a:buNone/>
              <a:defRPr sz="1596"/>
            </a:lvl7pPr>
            <a:lvl8pPr marL="3192399" indent="0" algn="ctr">
              <a:buNone/>
              <a:defRPr sz="1596"/>
            </a:lvl8pPr>
            <a:lvl9pPr marL="3648456" indent="0" algn="ctr">
              <a:buNone/>
              <a:defRPr sz="1596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193368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82171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3340" y="1705385"/>
            <a:ext cx="11798558" cy="2845473"/>
          </a:xfrm>
        </p:spPr>
        <p:txBody>
          <a:bodyPr anchor="b"/>
          <a:lstStyle>
            <a:lvl1pPr>
              <a:defRPr sz="5985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3340" y="4577778"/>
            <a:ext cx="11798558" cy="1496367"/>
          </a:xfrm>
        </p:spPr>
        <p:txBody>
          <a:bodyPr/>
          <a:lstStyle>
            <a:lvl1pPr marL="0" indent="0">
              <a:buNone/>
              <a:defRPr sz="2394">
                <a:solidFill>
                  <a:schemeClr val="tx1">
                    <a:tint val="75000"/>
                  </a:schemeClr>
                </a:solidFill>
              </a:defRPr>
            </a:lvl1pPr>
            <a:lvl2pPr marL="456057" indent="0">
              <a:buNone/>
              <a:defRPr sz="1995">
                <a:solidFill>
                  <a:schemeClr val="tx1">
                    <a:tint val="75000"/>
                  </a:schemeClr>
                </a:solidFill>
              </a:defRPr>
            </a:lvl2pPr>
            <a:lvl3pPr marL="912114" indent="0">
              <a:buNone/>
              <a:defRPr sz="1795">
                <a:solidFill>
                  <a:schemeClr val="tx1">
                    <a:tint val="75000"/>
                  </a:schemeClr>
                </a:solidFill>
              </a:defRPr>
            </a:lvl3pPr>
            <a:lvl4pPr marL="1368171" indent="0">
              <a:buNone/>
              <a:defRPr sz="1596">
                <a:solidFill>
                  <a:schemeClr val="tx1">
                    <a:tint val="75000"/>
                  </a:schemeClr>
                </a:solidFill>
              </a:defRPr>
            </a:lvl4pPr>
            <a:lvl5pPr marL="1824228" indent="0">
              <a:buNone/>
              <a:defRPr sz="1596">
                <a:solidFill>
                  <a:schemeClr val="tx1">
                    <a:tint val="75000"/>
                  </a:schemeClr>
                </a:solidFill>
              </a:defRPr>
            </a:lvl5pPr>
            <a:lvl6pPr marL="2280285" indent="0">
              <a:buNone/>
              <a:defRPr sz="1596">
                <a:solidFill>
                  <a:schemeClr val="tx1">
                    <a:tint val="75000"/>
                  </a:schemeClr>
                </a:solidFill>
              </a:defRPr>
            </a:lvl6pPr>
            <a:lvl7pPr marL="2736342" indent="0">
              <a:buNone/>
              <a:defRPr sz="1596">
                <a:solidFill>
                  <a:schemeClr val="tx1">
                    <a:tint val="75000"/>
                  </a:schemeClr>
                </a:solidFill>
              </a:defRPr>
            </a:lvl7pPr>
            <a:lvl8pPr marL="3192399" indent="0">
              <a:buNone/>
              <a:defRPr sz="1596">
                <a:solidFill>
                  <a:schemeClr val="tx1">
                    <a:tint val="75000"/>
                  </a:schemeClr>
                </a:solidFill>
              </a:defRPr>
            </a:lvl8pPr>
            <a:lvl9pPr marL="3648456" indent="0">
              <a:buNone/>
              <a:defRPr sz="159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803090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0465" y="1820976"/>
            <a:ext cx="5813782" cy="434025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25241" y="1820976"/>
            <a:ext cx="5813782" cy="434025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616588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2247" y="364196"/>
            <a:ext cx="11798558" cy="1322188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2247" y="1676882"/>
            <a:ext cx="5787064" cy="821814"/>
          </a:xfrm>
        </p:spPr>
        <p:txBody>
          <a:bodyPr anchor="b"/>
          <a:lstStyle>
            <a:lvl1pPr marL="0" indent="0">
              <a:buNone/>
              <a:defRPr sz="2394" b="1"/>
            </a:lvl1pPr>
            <a:lvl2pPr marL="456057" indent="0">
              <a:buNone/>
              <a:defRPr sz="1995" b="1"/>
            </a:lvl2pPr>
            <a:lvl3pPr marL="912114" indent="0">
              <a:buNone/>
              <a:defRPr sz="1795" b="1"/>
            </a:lvl3pPr>
            <a:lvl4pPr marL="1368171" indent="0">
              <a:buNone/>
              <a:defRPr sz="1596" b="1"/>
            </a:lvl4pPr>
            <a:lvl5pPr marL="1824228" indent="0">
              <a:buNone/>
              <a:defRPr sz="1596" b="1"/>
            </a:lvl5pPr>
            <a:lvl6pPr marL="2280285" indent="0">
              <a:buNone/>
              <a:defRPr sz="1596" b="1"/>
            </a:lvl6pPr>
            <a:lvl7pPr marL="2736342" indent="0">
              <a:buNone/>
              <a:defRPr sz="1596" b="1"/>
            </a:lvl7pPr>
            <a:lvl8pPr marL="3192399" indent="0">
              <a:buNone/>
              <a:defRPr sz="1596" b="1"/>
            </a:lvl8pPr>
            <a:lvl9pPr marL="3648456" indent="0">
              <a:buNone/>
              <a:defRPr sz="1596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2247" y="2498697"/>
            <a:ext cx="5787064" cy="367520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925241" y="1676882"/>
            <a:ext cx="5815564" cy="821814"/>
          </a:xfrm>
        </p:spPr>
        <p:txBody>
          <a:bodyPr anchor="b"/>
          <a:lstStyle>
            <a:lvl1pPr marL="0" indent="0">
              <a:buNone/>
              <a:defRPr sz="2394" b="1"/>
            </a:lvl1pPr>
            <a:lvl2pPr marL="456057" indent="0">
              <a:buNone/>
              <a:defRPr sz="1995" b="1"/>
            </a:lvl2pPr>
            <a:lvl3pPr marL="912114" indent="0">
              <a:buNone/>
              <a:defRPr sz="1795" b="1"/>
            </a:lvl3pPr>
            <a:lvl4pPr marL="1368171" indent="0">
              <a:buNone/>
              <a:defRPr sz="1596" b="1"/>
            </a:lvl4pPr>
            <a:lvl5pPr marL="1824228" indent="0">
              <a:buNone/>
              <a:defRPr sz="1596" b="1"/>
            </a:lvl5pPr>
            <a:lvl6pPr marL="2280285" indent="0">
              <a:buNone/>
              <a:defRPr sz="1596" b="1"/>
            </a:lvl6pPr>
            <a:lvl7pPr marL="2736342" indent="0">
              <a:buNone/>
              <a:defRPr sz="1596" b="1"/>
            </a:lvl7pPr>
            <a:lvl8pPr marL="3192399" indent="0">
              <a:buNone/>
              <a:defRPr sz="1596" b="1"/>
            </a:lvl8pPr>
            <a:lvl9pPr marL="3648456" indent="0">
              <a:buNone/>
              <a:defRPr sz="1596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925241" y="2498697"/>
            <a:ext cx="5815564" cy="367520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94026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8904787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235929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2247" y="456036"/>
            <a:ext cx="4411991" cy="1596126"/>
          </a:xfrm>
        </p:spPr>
        <p:txBody>
          <a:bodyPr anchor="b"/>
          <a:lstStyle>
            <a:lvl1pPr>
              <a:defRPr sz="3192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5564" y="984911"/>
            <a:ext cx="6925241" cy="4861216"/>
          </a:xfrm>
        </p:spPr>
        <p:txBody>
          <a:bodyPr/>
          <a:lstStyle>
            <a:lvl1pPr>
              <a:defRPr sz="3192"/>
            </a:lvl1pPr>
            <a:lvl2pPr>
              <a:defRPr sz="2793"/>
            </a:lvl2pPr>
            <a:lvl3pPr>
              <a:defRPr sz="2394"/>
            </a:lvl3pPr>
            <a:lvl4pPr>
              <a:defRPr sz="1995"/>
            </a:lvl4pPr>
            <a:lvl5pPr>
              <a:defRPr sz="1995"/>
            </a:lvl5pPr>
            <a:lvl6pPr>
              <a:defRPr sz="1995"/>
            </a:lvl6pPr>
            <a:lvl7pPr>
              <a:defRPr sz="1995"/>
            </a:lvl7pPr>
            <a:lvl8pPr>
              <a:defRPr sz="1995"/>
            </a:lvl8pPr>
            <a:lvl9pPr>
              <a:defRPr sz="1995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42247" y="2052161"/>
            <a:ext cx="4411991" cy="3801883"/>
          </a:xfrm>
        </p:spPr>
        <p:txBody>
          <a:bodyPr/>
          <a:lstStyle>
            <a:lvl1pPr marL="0" indent="0">
              <a:buNone/>
              <a:defRPr sz="1596"/>
            </a:lvl1pPr>
            <a:lvl2pPr marL="456057" indent="0">
              <a:buNone/>
              <a:defRPr sz="1397"/>
            </a:lvl2pPr>
            <a:lvl3pPr marL="912114" indent="0">
              <a:buNone/>
              <a:defRPr sz="1197"/>
            </a:lvl3pPr>
            <a:lvl4pPr marL="1368171" indent="0">
              <a:buNone/>
              <a:defRPr sz="998"/>
            </a:lvl4pPr>
            <a:lvl5pPr marL="1824228" indent="0">
              <a:buNone/>
              <a:defRPr sz="998"/>
            </a:lvl5pPr>
            <a:lvl6pPr marL="2280285" indent="0">
              <a:buNone/>
              <a:defRPr sz="998"/>
            </a:lvl6pPr>
            <a:lvl7pPr marL="2736342" indent="0">
              <a:buNone/>
              <a:defRPr sz="998"/>
            </a:lvl7pPr>
            <a:lvl8pPr marL="3192399" indent="0">
              <a:buNone/>
              <a:defRPr sz="998"/>
            </a:lvl8pPr>
            <a:lvl9pPr marL="3648456" indent="0">
              <a:buNone/>
              <a:defRPr sz="998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026551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2247" y="456036"/>
            <a:ext cx="4411991" cy="1596126"/>
          </a:xfrm>
        </p:spPr>
        <p:txBody>
          <a:bodyPr anchor="b"/>
          <a:lstStyle>
            <a:lvl1pPr>
              <a:defRPr sz="3192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815564" y="984911"/>
            <a:ext cx="6925241" cy="4861216"/>
          </a:xfrm>
        </p:spPr>
        <p:txBody>
          <a:bodyPr anchor="t"/>
          <a:lstStyle>
            <a:lvl1pPr marL="0" indent="0">
              <a:buNone/>
              <a:defRPr sz="3192"/>
            </a:lvl1pPr>
            <a:lvl2pPr marL="456057" indent="0">
              <a:buNone/>
              <a:defRPr sz="2793"/>
            </a:lvl2pPr>
            <a:lvl3pPr marL="912114" indent="0">
              <a:buNone/>
              <a:defRPr sz="2394"/>
            </a:lvl3pPr>
            <a:lvl4pPr marL="1368171" indent="0">
              <a:buNone/>
              <a:defRPr sz="1995"/>
            </a:lvl4pPr>
            <a:lvl5pPr marL="1824228" indent="0">
              <a:buNone/>
              <a:defRPr sz="1995"/>
            </a:lvl5pPr>
            <a:lvl6pPr marL="2280285" indent="0">
              <a:buNone/>
              <a:defRPr sz="1995"/>
            </a:lvl6pPr>
            <a:lvl7pPr marL="2736342" indent="0">
              <a:buNone/>
              <a:defRPr sz="1995"/>
            </a:lvl7pPr>
            <a:lvl8pPr marL="3192399" indent="0">
              <a:buNone/>
              <a:defRPr sz="1995"/>
            </a:lvl8pPr>
            <a:lvl9pPr marL="3648456" indent="0">
              <a:buNone/>
              <a:defRPr sz="1995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42247" y="2052161"/>
            <a:ext cx="4411991" cy="3801883"/>
          </a:xfrm>
        </p:spPr>
        <p:txBody>
          <a:bodyPr/>
          <a:lstStyle>
            <a:lvl1pPr marL="0" indent="0">
              <a:buNone/>
              <a:defRPr sz="1596"/>
            </a:lvl1pPr>
            <a:lvl2pPr marL="456057" indent="0">
              <a:buNone/>
              <a:defRPr sz="1397"/>
            </a:lvl2pPr>
            <a:lvl3pPr marL="912114" indent="0">
              <a:buNone/>
              <a:defRPr sz="1197"/>
            </a:lvl3pPr>
            <a:lvl4pPr marL="1368171" indent="0">
              <a:buNone/>
              <a:defRPr sz="998"/>
            </a:lvl4pPr>
            <a:lvl5pPr marL="1824228" indent="0">
              <a:buNone/>
              <a:defRPr sz="998"/>
            </a:lvl5pPr>
            <a:lvl6pPr marL="2280285" indent="0">
              <a:buNone/>
              <a:defRPr sz="998"/>
            </a:lvl6pPr>
            <a:lvl7pPr marL="2736342" indent="0">
              <a:buNone/>
              <a:defRPr sz="998"/>
            </a:lvl7pPr>
            <a:lvl8pPr marL="3192399" indent="0">
              <a:buNone/>
              <a:defRPr sz="998"/>
            </a:lvl8pPr>
            <a:lvl9pPr marL="3648456" indent="0">
              <a:buNone/>
              <a:defRPr sz="998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64024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269779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89383" y="364195"/>
            <a:ext cx="2949640" cy="5797040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40465" y="364195"/>
            <a:ext cx="8677925" cy="5797040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665251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10916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40465" y="364196"/>
            <a:ext cx="11798558" cy="1322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0465" y="1820976"/>
            <a:ext cx="11798558" cy="43402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40465" y="6340166"/>
            <a:ext cx="3077885" cy="3641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9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7/5/2026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31331" y="6340166"/>
            <a:ext cx="4616827" cy="3641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9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661138" y="6340166"/>
            <a:ext cx="3077885" cy="3641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9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792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9" r:id="rId1"/>
    <p:sldLayoutId id="2147483860" r:id="rId2"/>
    <p:sldLayoutId id="2147483861" r:id="rId3"/>
    <p:sldLayoutId id="2147483862" r:id="rId4"/>
    <p:sldLayoutId id="2147483863" r:id="rId5"/>
    <p:sldLayoutId id="2147483864" r:id="rId6"/>
    <p:sldLayoutId id="2147483865" r:id="rId7"/>
    <p:sldLayoutId id="2147483866" r:id="rId8"/>
    <p:sldLayoutId id="2147483867" r:id="rId9"/>
    <p:sldLayoutId id="2147483868" r:id="rId10"/>
    <p:sldLayoutId id="2147483869" r:id="rId11"/>
    <p:sldLayoutId id="2147483870" r:id="rId12"/>
  </p:sldLayoutIdLst>
  <p:hf sldNum="0" hdr="0" ftr="0" dt="0"/>
  <p:txStyles>
    <p:titleStyle>
      <a:lvl1pPr algn="l" defTabSz="912114" rtl="0" eaLnBrk="1" latinLnBrk="0" hangingPunct="1">
        <a:lnSpc>
          <a:spcPct val="90000"/>
        </a:lnSpc>
        <a:spcBef>
          <a:spcPct val="0"/>
        </a:spcBef>
        <a:buNone/>
        <a:defRPr sz="438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029" indent="-228029" algn="l" defTabSz="912114" rtl="0" eaLnBrk="1" latinLnBrk="0" hangingPunct="1">
        <a:lnSpc>
          <a:spcPct val="90000"/>
        </a:lnSpc>
        <a:spcBef>
          <a:spcPts val="998"/>
        </a:spcBef>
        <a:buFont typeface="Arial" panose="020B0604020202020204" pitchFamily="34" charset="0"/>
        <a:buChar char="•"/>
        <a:defRPr sz="2793" kern="1200">
          <a:solidFill>
            <a:schemeClr val="tx1"/>
          </a:solidFill>
          <a:latin typeface="+mn-lt"/>
          <a:ea typeface="+mn-ea"/>
          <a:cs typeface="+mn-cs"/>
        </a:defRPr>
      </a:lvl1pPr>
      <a:lvl2pPr marL="684086" indent="-228029" algn="l" defTabSz="91211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2394" kern="1200">
          <a:solidFill>
            <a:schemeClr val="tx1"/>
          </a:solidFill>
          <a:latin typeface="+mn-lt"/>
          <a:ea typeface="+mn-ea"/>
          <a:cs typeface="+mn-cs"/>
        </a:defRPr>
      </a:lvl2pPr>
      <a:lvl3pPr marL="1140143" indent="-228029" algn="l" defTabSz="91211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995" kern="1200">
          <a:solidFill>
            <a:schemeClr val="tx1"/>
          </a:solidFill>
          <a:latin typeface="+mn-lt"/>
          <a:ea typeface="+mn-ea"/>
          <a:cs typeface="+mn-cs"/>
        </a:defRPr>
      </a:lvl3pPr>
      <a:lvl4pPr marL="1596200" indent="-228029" algn="l" defTabSz="91211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4pPr>
      <a:lvl5pPr marL="2052257" indent="-228029" algn="l" defTabSz="91211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5pPr>
      <a:lvl6pPr marL="2508314" indent="-228029" algn="l" defTabSz="91211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6pPr>
      <a:lvl7pPr marL="2964371" indent="-228029" algn="l" defTabSz="91211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7pPr>
      <a:lvl8pPr marL="3420428" indent="-228029" algn="l" defTabSz="91211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8pPr>
      <a:lvl9pPr marL="3876485" indent="-228029" algn="l" defTabSz="91211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1pPr>
      <a:lvl2pPr marL="456057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2pPr>
      <a:lvl3pPr marL="912114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3pPr>
      <a:lvl4pPr marL="1368171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4pPr>
      <a:lvl5pPr marL="1824228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5pPr>
      <a:lvl6pPr marL="2280285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6pPr>
      <a:lvl7pPr marL="2736342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7pPr>
      <a:lvl8pPr marL="3192399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8pPr>
      <a:lvl9pPr marL="3648456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82056-E32C-0F52-059E-9DE5A9FE3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" name="Pfeil: nach rechts 1320">
            <a:extLst>
              <a:ext uri="{FF2B5EF4-FFF2-40B4-BE49-F238E27FC236}">
                <a16:creationId xmlns:a16="http://schemas.microsoft.com/office/drawing/2014/main" id="{FC43016E-567F-3573-1207-CFBC68D39EEF}"/>
              </a:ext>
            </a:extLst>
          </p:cNvPr>
          <p:cNvSpPr/>
          <p:nvPr/>
        </p:nvSpPr>
        <p:spPr>
          <a:xfrm>
            <a:off x="3439653" y="2122743"/>
            <a:ext cx="441960" cy="292122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2" name="Pfeil: nach rechts 1321">
            <a:extLst>
              <a:ext uri="{FF2B5EF4-FFF2-40B4-BE49-F238E27FC236}">
                <a16:creationId xmlns:a16="http://schemas.microsoft.com/office/drawing/2014/main" id="{F9730994-4C11-04DA-5443-00633C253233}"/>
              </a:ext>
            </a:extLst>
          </p:cNvPr>
          <p:cNvSpPr/>
          <p:nvPr/>
        </p:nvSpPr>
        <p:spPr>
          <a:xfrm>
            <a:off x="8695455" y="2122743"/>
            <a:ext cx="441960" cy="292122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4" name="Textfeld 1323">
            <a:extLst>
              <a:ext uri="{FF2B5EF4-FFF2-40B4-BE49-F238E27FC236}">
                <a16:creationId xmlns:a16="http://schemas.microsoft.com/office/drawing/2014/main" id="{A33D9046-795F-3B8B-9156-68E734770DBC}"/>
              </a:ext>
            </a:extLst>
          </p:cNvPr>
          <p:cNvSpPr txBox="1"/>
          <p:nvPr/>
        </p:nvSpPr>
        <p:spPr>
          <a:xfrm>
            <a:off x="96472" y="234937"/>
            <a:ext cx="32213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Zero replacement</a:t>
            </a:r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8199F257-63D3-D309-641B-C0D00C539CBE}"/>
              </a:ext>
            </a:extLst>
          </p:cNvPr>
          <p:cNvGrpSpPr/>
          <p:nvPr/>
        </p:nvGrpSpPr>
        <p:grpSpPr>
          <a:xfrm>
            <a:off x="265813" y="1023021"/>
            <a:ext cx="2718153" cy="2304153"/>
            <a:chOff x="265813" y="1484031"/>
            <a:chExt cx="2718153" cy="2304153"/>
          </a:xfrm>
        </p:grpSpPr>
        <p:sp>
          <p:nvSpPr>
            <p:cNvPr id="1327" name="Textfeld 1326">
              <a:extLst>
                <a:ext uri="{FF2B5EF4-FFF2-40B4-BE49-F238E27FC236}">
                  <a16:creationId xmlns:a16="http://schemas.microsoft.com/office/drawing/2014/main" id="{07F9A3BE-BE8E-7980-FAE9-50B694F16507}"/>
                </a:ext>
              </a:extLst>
            </p:cNvPr>
            <p:cNvSpPr txBox="1"/>
            <p:nvPr/>
          </p:nvSpPr>
          <p:spPr>
            <a:xfrm>
              <a:off x="656946" y="1484031"/>
              <a:ext cx="110491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pseudo</a:t>
              </a:r>
            </a:p>
          </p:txBody>
        </p:sp>
        <p:sp>
          <p:nvSpPr>
            <p:cNvPr id="1328" name="Textfeld 1327">
              <a:extLst>
                <a:ext uri="{FF2B5EF4-FFF2-40B4-BE49-F238E27FC236}">
                  <a16:creationId xmlns:a16="http://schemas.microsoft.com/office/drawing/2014/main" id="{C3A8BCCA-9BF1-1D86-E1A7-A992BE2955DA}"/>
                </a:ext>
              </a:extLst>
            </p:cNvPr>
            <p:cNvSpPr txBox="1"/>
            <p:nvPr/>
          </p:nvSpPr>
          <p:spPr>
            <a:xfrm>
              <a:off x="312685" y="1945696"/>
              <a:ext cx="144917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err="1"/>
                <a:t>pseudoZO</a:t>
              </a:r>
              <a:endParaRPr lang="en-US" sz="2400" dirty="0"/>
            </a:p>
          </p:txBody>
        </p:sp>
        <p:sp>
          <p:nvSpPr>
            <p:cNvPr id="1329" name="Textfeld 1328">
              <a:extLst>
                <a:ext uri="{FF2B5EF4-FFF2-40B4-BE49-F238E27FC236}">
                  <a16:creationId xmlns:a16="http://schemas.microsoft.com/office/drawing/2014/main" id="{A5DE0830-A775-65A2-74C1-4B9DD39AD760}"/>
                </a:ext>
              </a:extLst>
            </p:cNvPr>
            <p:cNvSpPr txBox="1"/>
            <p:nvPr/>
          </p:nvSpPr>
          <p:spPr>
            <a:xfrm>
              <a:off x="449261" y="2406318"/>
              <a:ext cx="131260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err="1"/>
                <a:t>multRepl</a:t>
              </a:r>
              <a:endParaRPr lang="en-US" sz="2400" dirty="0"/>
            </a:p>
          </p:txBody>
        </p:sp>
        <p:sp>
          <p:nvSpPr>
            <p:cNvPr id="1330" name="Textfeld 1329">
              <a:extLst>
                <a:ext uri="{FF2B5EF4-FFF2-40B4-BE49-F238E27FC236}">
                  <a16:creationId xmlns:a16="http://schemas.microsoft.com/office/drawing/2014/main" id="{61618920-467E-1C71-90E6-6B000E3ABF4C}"/>
                </a:ext>
              </a:extLst>
            </p:cNvPr>
            <p:cNvSpPr txBox="1"/>
            <p:nvPr/>
          </p:nvSpPr>
          <p:spPr>
            <a:xfrm>
              <a:off x="838213" y="2866940"/>
              <a:ext cx="92365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err="1"/>
                <a:t>alrEM</a:t>
              </a:r>
              <a:endParaRPr lang="en-US" sz="2400" dirty="0"/>
            </a:p>
          </p:txBody>
        </p:sp>
        <p:sp>
          <p:nvSpPr>
            <p:cNvPr id="1331" name="Textfeld 1330">
              <a:extLst>
                <a:ext uri="{FF2B5EF4-FFF2-40B4-BE49-F238E27FC236}">
                  <a16:creationId xmlns:a16="http://schemas.microsoft.com/office/drawing/2014/main" id="{125F5BB7-DCF7-9508-8DDC-C3180D86A56C}"/>
                </a:ext>
              </a:extLst>
            </p:cNvPr>
            <p:cNvSpPr txBox="1"/>
            <p:nvPr/>
          </p:nvSpPr>
          <p:spPr>
            <a:xfrm>
              <a:off x="265813" y="3326519"/>
              <a:ext cx="149605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err="1"/>
                <a:t>bayesMult</a:t>
              </a:r>
              <a:endParaRPr lang="en-US" sz="2400" dirty="0"/>
            </a:p>
          </p:txBody>
        </p:sp>
        <p:cxnSp>
          <p:nvCxnSpPr>
            <p:cNvPr id="1333" name="Gerade Verbindung mit Pfeil 1332">
              <a:extLst>
                <a:ext uri="{FF2B5EF4-FFF2-40B4-BE49-F238E27FC236}">
                  <a16:creationId xmlns:a16="http://schemas.microsoft.com/office/drawing/2014/main" id="{1C3B9432-84B4-3A99-2EBC-C91FD276AD66}"/>
                </a:ext>
              </a:extLst>
            </p:cNvPr>
            <p:cNvCxnSpPr>
              <a:cxnSpLocks/>
            </p:cNvCxnSpPr>
            <p:nvPr/>
          </p:nvCxnSpPr>
          <p:spPr>
            <a:xfrm>
              <a:off x="1761864" y="1714863"/>
              <a:ext cx="3600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4" name="Gerade Verbindung mit Pfeil 1333">
              <a:extLst>
                <a:ext uri="{FF2B5EF4-FFF2-40B4-BE49-F238E27FC236}">
                  <a16:creationId xmlns:a16="http://schemas.microsoft.com/office/drawing/2014/main" id="{C6CDF7EF-6EEE-DE8F-F151-D9B7F572DF4F}"/>
                </a:ext>
              </a:extLst>
            </p:cNvPr>
            <p:cNvCxnSpPr>
              <a:cxnSpLocks/>
            </p:cNvCxnSpPr>
            <p:nvPr/>
          </p:nvCxnSpPr>
          <p:spPr>
            <a:xfrm>
              <a:off x="1763188" y="2176528"/>
              <a:ext cx="3600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5" name="Gerade Verbindung mit Pfeil 1334">
              <a:extLst>
                <a:ext uri="{FF2B5EF4-FFF2-40B4-BE49-F238E27FC236}">
                  <a16:creationId xmlns:a16="http://schemas.microsoft.com/office/drawing/2014/main" id="{6D90C247-82A8-2F07-05A6-596F1D461CBD}"/>
                </a:ext>
              </a:extLst>
            </p:cNvPr>
            <p:cNvCxnSpPr>
              <a:cxnSpLocks/>
            </p:cNvCxnSpPr>
            <p:nvPr/>
          </p:nvCxnSpPr>
          <p:spPr>
            <a:xfrm>
              <a:off x="1764512" y="2638193"/>
              <a:ext cx="3600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6" name="Gerade Verbindung mit Pfeil 1335">
              <a:extLst>
                <a:ext uri="{FF2B5EF4-FFF2-40B4-BE49-F238E27FC236}">
                  <a16:creationId xmlns:a16="http://schemas.microsoft.com/office/drawing/2014/main" id="{852030DC-E2BF-1A93-C7EE-11C7C266378A}"/>
                </a:ext>
              </a:extLst>
            </p:cNvPr>
            <p:cNvCxnSpPr>
              <a:cxnSpLocks/>
            </p:cNvCxnSpPr>
            <p:nvPr/>
          </p:nvCxnSpPr>
          <p:spPr>
            <a:xfrm>
              <a:off x="1765836" y="3099858"/>
              <a:ext cx="3600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7" name="Gerade Verbindung mit Pfeil 1336">
              <a:extLst>
                <a:ext uri="{FF2B5EF4-FFF2-40B4-BE49-F238E27FC236}">
                  <a16:creationId xmlns:a16="http://schemas.microsoft.com/office/drawing/2014/main" id="{9CAF8554-9994-9B0D-E726-A30608C131AE}"/>
                </a:ext>
              </a:extLst>
            </p:cNvPr>
            <p:cNvCxnSpPr>
              <a:cxnSpLocks/>
            </p:cNvCxnSpPr>
            <p:nvPr/>
          </p:nvCxnSpPr>
          <p:spPr>
            <a:xfrm>
              <a:off x="1767160" y="3563555"/>
              <a:ext cx="3600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38" name="Rechteck: abgerundete Ecken 1337">
              <a:extLst>
                <a:ext uri="{FF2B5EF4-FFF2-40B4-BE49-F238E27FC236}">
                  <a16:creationId xmlns:a16="http://schemas.microsoft.com/office/drawing/2014/main" id="{9E2ACC69-54D6-A56F-D463-491A4EAA3F11}"/>
                </a:ext>
              </a:extLst>
            </p:cNvPr>
            <p:cNvSpPr/>
            <p:nvPr/>
          </p:nvSpPr>
          <p:spPr>
            <a:xfrm>
              <a:off x="2220715" y="1534863"/>
              <a:ext cx="360000" cy="360000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C</a:t>
              </a:r>
            </a:p>
          </p:txBody>
        </p:sp>
        <p:sp>
          <p:nvSpPr>
            <p:cNvPr id="1339" name="Rechteck: abgerundete Ecken 1338">
              <a:extLst>
                <a:ext uri="{FF2B5EF4-FFF2-40B4-BE49-F238E27FC236}">
                  <a16:creationId xmlns:a16="http://schemas.microsoft.com/office/drawing/2014/main" id="{805848AE-4C2C-AFCB-3DD6-923C085CF086}"/>
                </a:ext>
              </a:extLst>
            </p:cNvPr>
            <p:cNvSpPr/>
            <p:nvPr/>
          </p:nvSpPr>
          <p:spPr>
            <a:xfrm>
              <a:off x="2220715" y="1996528"/>
              <a:ext cx="360000" cy="360000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C</a:t>
              </a:r>
            </a:p>
          </p:txBody>
        </p:sp>
        <p:sp>
          <p:nvSpPr>
            <p:cNvPr id="1340" name="Rechteck: abgerundete Ecken 1339">
              <a:extLst>
                <a:ext uri="{FF2B5EF4-FFF2-40B4-BE49-F238E27FC236}">
                  <a16:creationId xmlns:a16="http://schemas.microsoft.com/office/drawing/2014/main" id="{2357E63C-E68F-E1FA-BFC3-961F90E0BD67}"/>
                </a:ext>
              </a:extLst>
            </p:cNvPr>
            <p:cNvSpPr/>
            <p:nvPr/>
          </p:nvSpPr>
          <p:spPr>
            <a:xfrm>
              <a:off x="2220715" y="2458193"/>
              <a:ext cx="360000" cy="360000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C</a:t>
              </a:r>
            </a:p>
          </p:txBody>
        </p:sp>
        <p:sp>
          <p:nvSpPr>
            <p:cNvPr id="1341" name="Rechteck: abgerundete Ecken 1340">
              <a:extLst>
                <a:ext uri="{FF2B5EF4-FFF2-40B4-BE49-F238E27FC236}">
                  <a16:creationId xmlns:a16="http://schemas.microsoft.com/office/drawing/2014/main" id="{03C034D1-B54C-0E7E-9BE3-D1D192B6E1C9}"/>
                </a:ext>
              </a:extLst>
            </p:cNvPr>
            <p:cNvSpPr/>
            <p:nvPr/>
          </p:nvSpPr>
          <p:spPr>
            <a:xfrm>
              <a:off x="2220715" y="2919858"/>
              <a:ext cx="360000" cy="360000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C</a:t>
              </a:r>
            </a:p>
          </p:txBody>
        </p:sp>
        <p:sp>
          <p:nvSpPr>
            <p:cNvPr id="1342" name="Rechteck: abgerundete Ecken 1341">
              <a:extLst>
                <a:ext uri="{FF2B5EF4-FFF2-40B4-BE49-F238E27FC236}">
                  <a16:creationId xmlns:a16="http://schemas.microsoft.com/office/drawing/2014/main" id="{493C4115-9562-426B-CE69-8C29118CCFB7}"/>
                </a:ext>
              </a:extLst>
            </p:cNvPr>
            <p:cNvSpPr/>
            <p:nvPr/>
          </p:nvSpPr>
          <p:spPr>
            <a:xfrm>
              <a:off x="2220715" y="3381523"/>
              <a:ext cx="360000" cy="360000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C</a:t>
              </a:r>
            </a:p>
          </p:txBody>
        </p:sp>
        <p:sp>
          <p:nvSpPr>
            <p:cNvPr id="1344" name="Rechteck: abgerundete Ecken 1343">
              <a:extLst>
                <a:ext uri="{FF2B5EF4-FFF2-40B4-BE49-F238E27FC236}">
                  <a16:creationId xmlns:a16="http://schemas.microsoft.com/office/drawing/2014/main" id="{75A67537-861B-056B-D4F3-9A7AFAE18C61}"/>
                </a:ext>
              </a:extLst>
            </p:cNvPr>
            <p:cNvSpPr/>
            <p:nvPr/>
          </p:nvSpPr>
          <p:spPr>
            <a:xfrm>
              <a:off x="2623966" y="2458916"/>
              <a:ext cx="360000" cy="360000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R</a:t>
              </a:r>
            </a:p>
          </p:txBody>
        </p:sp>
        <p:sp>
          <p:nvSpPr>
            <p:cNvPr id="1345" name="Rechteck: abgerundete Ecken 1344">
              <a:extLst>
                <a:ext uri="{FF2B5EF4-FFF2-40B4-BE49-F238E27FC236}">
                  <a16:creationId xmlns:a16="http://schemas.microsoft.com/office/drawing/2014/main" id="{6DFFCDF0-3A2B-1B7D-F069-3DD1CCE43159}"/>
                </a:ext>
              </a:extLst>
            </p:cNvPr>
            <p:cNvSpPr/>
            <p:nvPr/>
          </p:nvSpPr>
          <p:spPr>
            <a:xfrm>
              <a:off x="2623966" y="2920581"/>
              <a:ext cx="360000" cy="360000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R</a:t>
              </a:r>
            </a:p>
          </p:txBody>
        </p:sp>
        <p:sp>
          <p:nvSpPr>
            <p:cNvPr id="1346" name="Rechteck: abgerundete Ecken 1345">
              <a:extLst>
                <a:ext uri="{FF2B5EF4-FFF2-40B4-BE49-F238E27FC236}">
                  <a16:creationId xmlns:a16="http://schemas.microsoft.com/office/drawing/2014/main" id="{9450FBFB-3AF3-95CD-10FA-31521CFD7393}"/>
                </a:ext>
              </a:extLst>
            </p:cNvPr>
            <p:cNvSpPr/>
            <p:nvPr/>
          </p:nvSpPr>
          <p:spPr>
            <a:xfrm>
              <a:off x="2623966" y="3382246"/>
              <a:ext cx="360000" cy="360000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R</a:t>
              </a:r>
            </a:p>
          </p:txBody>
        </p:sp>
      </p:grpSp>
      <p:sp>
        <p:nvSpPr>
          <p:cNvPr id="1347" name="Rechteck 1346">
            <a:extLst>
              <a:ext uri="{FF2B5EF4-FFF2-40B4-BE49-F238E27FC236}">
                <a16:creationId xmlns:a16="http://schemas.microsoft.com/office/drawing/2014/main" id="{BE6ED0E1-A4B9-33FD-2BB9-267B3A15E44F}"/>
              </a:ext>
            </a:extLst>
          </p:cNvPr>
          <p:cNvSpPr/>
          <p:nvPr/>
        </p:nvSpPr>
        <p:spPr>
          <a:xfrm>
            <a:off x="96472" y="111761"/>
            <a:ext cx="3108799" cy="3389103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8" name="Textfeld 1347">
            <a:extLst>
              <a:ext uri="{FF2B5EF4-FFF2-40B4-BE49-F238E27FC236}">
                <a16:creationId xmlns:a16="http://schemas.microsoft.com/office/drawing/2014/main" id="{22703317-EAD0-A63C-4693-1BF54B593E56}"/>
              </a:ext>
            </a:extLst>
          </p:cNvPr>
          <p:cNvSpPr txBox="1"/>
          <p:nvPr/>
        </p:nvSpPr>
        <p:spPr>
          <a:xfrm>
            <a:off x="2069758" y="611533"/>
            <a:ext cx="10791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Output</a:t>
            </a:r>
          </a:p>
        </p:txBody>
      </p:sp>
      <p:sp>
        <p:nvSpPr>
          <p:cNvPr id="1350" name="Rechteck 1349">
            <a:extLst>
              <a:ext uri="{FF2B5EF4-FFF2-40B4-BE49-F238E27FC236}">
                <a16:creationId xmlns:a16="http://schemas.microsoft.com/office/drawing/2014/main" id="{9DACFF88-A4C0-8F4E-E9FF-82582F5E6B08}"/>
              </a:ext>
            </a:extLst>
          </p:cNvPr>
          <p:cNvSpPr/>
          <p:nvPr/>
        </p:nvSpPr>
        <p:spPr>
          <a:xfrm>
            <a:off x="4119278" y="111761"/>
            <a:ext cx="4335057" cy="4314086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4" name="Textfeld 1353">
            <a:extLst>
              <a:ext uri="{FF2B5EF4-FFF2-40B4-BE49-F238E27FC236}">
                <a16:creationId xmlns:a16="http://schemas.microsoft.com/office/drawing/2014/main" id="{78629567-9593-F8D9-616A-D447076967CB}"/>
              </a:ext>
            </a:extLst>
          </p:cNvPr>
          <p:cNvSpPr txBox="1"/>
          <p:nvPr/>
        </p:nvSpPr>
        <p:spPr>
          <a:xfrm>
            <a:off x="4119279" y="235224"/>
            <a:ext cx="4335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Normalization / transformation</a:t>
            </a:r>
          </a:p>
        </p:txBody>
      </p:sp>
      <p:sp>
        <p:nvSpPr>
          <p:cNvPr id="1379" name="Textfeld 1378">
            <a:extLst>
              <a:ext uri="{FF2B5EF4-FFF2-40B4-BE49-F238E27FC236}">
                <a16:creationId xmlns:a16="http://schemas.microsoft.com/office/drawing/2014/main" id="{7DEAC6A9-B8E3-04C0-E669-58E09BC747D2}"/>
              </a:ext>
            </a:extLst>
          </p:cNvPr>
          <p:cNvSpPr txBox="1"/>
          <p:nvPr/>
        </p:nvSpPr>
        <p:spPr>
          <a:xfrm>
            <a:off x="4292297" y="622499"/>
            <a:ext cx="8499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Input</a:t>
            </a:r>
          </a:p>
        </p:txBody>
      </p: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E48F4600-6C29-2B18-705F-F733B1DA4947}"/>
              </a:ext>
            </a:extLst>
          </p:cNvPr>
          <p:cNvGrpSpPr/>
          <p:nvPr/>
        </p:nvGrpSpPr>
        <p:grpSpPr>
          <a:xfrm>
            <a:off x="4329981" y="1026905"/>
            <a:ext cx="3845163" cy="3227482"/>
            <a:chOff x="4329981" y="1489185"/>
            <a:chExt cx="3845163" cy="3227482"/>
          </a:xfrm>
        </p:grpSpPr>
        <p:sp>
          <p:nvSpPr>
            <p:cNvPr id="1397" name="Textfeld 1396">
              <a:extLst>
                <a:ext uri="{FF2B5EF4-FFF2-40B4-BE49-F238E27FC236}">
                  <a16:creationId xmlns:a16="http://schemas.microsoft.com/office/drawing/2014/main" id="{F92498F5-ECAB-1A66-4854-A1EB021D9695}"/>
                </a:ext>
              </a:extLst>
            </p:cNvPr>
            <p:cNvSpPr txBox="1"/>
            <p:nvPr/>
          </p:nvSpPr>
          <p:spPr>
            <a:xfrm>
              <a:off x="5887321" y="1489185"/>
              <a:ext cx="61600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TSS</a:t>
              </a:r>
            </a:p>
          </p:txBody>
        </p:sp>
        <p:sp>
          <p:nvSpPr>
            <p:cNvPr id="1398" name="Textfeld 1397">
              <a:extLst>
                <a:ext uri="{FF2B5EF4-FFF2-40B4-BE49-F238E27FC236}">
                  <a16:creationId xmlns:a16="http://schemas.microsoft.com/office/drawing/2014/main" id="{53FA4106-52BC-EF71-148C-8A6E5F129527}"/>
                </a:ext>
              </a:extLst>
            </p:cNvPr>
            <p:cNvSpPr txBox="1"/>
            <p:nvPr/>
          </p:nvSpPr>
          <p:spPr>
            <a:xfrm>
              <a:off x="5880172" y="1950850"/>
              <a:ext cx="63030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CSS</a:t>
              </a:r>
            </a:p>
          </p:txBody>
        </p:sp>
        <p:sp>
          <p:nvSpPr>
            <p:cNvPr id="1399" name="Textfeld 1398">
              <a:extLst>
                <a:ext uri="{FF2B5EF4-FFF2-40B4-BE49-F238E27FC236}">
                  <a16:creationId xmlns:a16="http://schemas.microsoft.com/office/drawing/2014/main" id="{46BB6808-4792-48C9-2305-1D406279175D}"/>
                </a:ext>
              </a:extLst>
            </p:cNvPr>
            <p:cNvSpPr txBox="1"/>
            <p:nvPr/>
          </p:nvSpPr>
          <p:spPr>
            <a:xfrm>
              <a:off x="5789345" y="2411472"/>
              <a:ext cx="8119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COM</a:t>
              </a:r>
            </a:p>
          </p:txBody>
        </p:sp>
        <p:sp>
          <p:nvSpPr>
            <p:cNvPr id="1400" name="Textfeld 1399">
              <a:extLst>
                <a:ext uri="{FF2B5EF4-FFF2-40B4-BE49-F238E27FC236}">
                  <a16:creationId xmlns:a16="http://schemas.microsoft.com/office/drawing/2014/main" id="{30EC60CD-93C6-D8C8-E6F8-9AC330BA5D85}"/>
                </a:ext>
              </a:extLst>
            </p:cNvPr>
            <p:cNvSpPr txBox="1"/>
            <p:nvPr/>
          </p:nvSpPr>
          <p:spPr>
            <a:xfrm>
              <a:off x="5733657" y="2872094"/>
              <a:ext cx="92333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rarefy</a:t>
              </a:r>
            </a:p>
          </p:txBody>
        </p:sp>
        <p:sp>
          <p:nvSpPr>
            <p:cNvPr id="1401" name="Textfeld 1400">
              <a:extLst>
                <a:ext uri="{FF2B5EF4-FFF2-40B4-BE49-F238E27FC236}">
                  <a16:creationId xmlns:a16="http://schemas.microsoft.com/office/drawing/2014/main" id="{55085F86-6049-100A-9D11-08575B88A09E}"/>
                </a:ext>
              </a:extLst>
            </p:cNvPr>
            <p:cNvSpPr txBox="1"/>
            <p:nvPr/>
          </p:nvSpPr>
          <p:spPr>
            <a:xfrm>
              <a:off x="5871708" y="3331673"/>
              <a:ext cx="64722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VST</a:t>
              </a:r>
            </a:p>
          </p:txBody>
        </p:sp>
        <p:sp>
          <p:nvSpPr>
            <p:cNvPr id="1402" name="Textfeld 1401">
              <a:extLst>
                <a:ext uri="{FF2B5EF4-FFF2-40B4-BE49-F238E27FC236}">
                  <a16:creationId xmlns:a16="http://schemas.microsoft.com/office/drawing/2014/main" id="{7A6AC2B9-9A04-8E56-842B-EF330591198C}"/>
                </a:ext>
              </a:extLst>
            </p:cNvPr>
            <p:cNvSpPr txBox="1"/>
            <p:nvPr/>
          </p:nvSpPr>
          <p:spPr>
            <a:xfrm>
              <a:off x="5872958" y="3793337"/>
              <a:ext cx="64472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CLR</a:t>
              </a:r>
            </a:p>
          </p:txBody>
        </p:sp>
        <p:sp>
          <p:nvSpPr>
            <p:cNvPr id="1403" name="Textfeld 1402">
              <a:extLst>
                <a:ext uri="{FF2B5EF4-FFF2-40B4-BE49-F238E27FC236}">
                  <a16:creationId xmlns:a16="http://schemas.microsoft.com/office/drawing/2014/main" id="{41C319BE-CC2D-17DC-7195-5B4061F03476}"/>
                </a:ext>
              </a:extLst>
            </p:cNvPr>
            <p:cNvSpPr txBox="1"/>
            <p:nvPr/>
          </p:nvSpPr>
          <p:spPr>
            <a:xfrm>
              <a:off x="5826471" y="4255002"/>
              <a:ext cx="73770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err="1"/>
                <a:t>mclr</a:t>
              </a:r>
              <a:endParaRPr lang="en-US" sz="2400" dirty="0"/>
            </a:p>
          </p:txBody>
        </p:sp>
        <p:cxnSp>
          <p:nvCxnSpPr>
            <p:cNvPr id="1389" name="Gerade Verbindung mit Pfeil 1388">
              <a:extLst>
                <a:ext uri="{FF2B5EF4-FFF2-40B4-BE49-F238E27FC236}">
                  <a16:creationId xmlns:a16="http://schemas.microsoft.com/office/drawing/2014/main" id="{EDF6867B-EB55-A1A3-791A-5C6D268D0A41}"/>
                </a:ext>
              </a:extLst>
            </p:cNvPr>
            <p:cNvCxnSpPr>
              <a:cxnSpLocks/>
            </p:cNvCxnSpPr>
            <p:nvPr/>
          </p:nvCxnSpPr>
          <p:spPr>
            <a:xfrm>
              <a:off x="6770725" y="1720017"/>
              <a:ext cx="3600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0" name="Gerade Verbindung mit Pfeil 1389">
              <a:extLst>
                <a:ext uri="{FF2B5EF4-FFF2-40B4-BE49-F238E27FC236}">
                  <a16:creationId xmlns:a16="http://schemas.microsoft.com/office/drawing/2014/main" id="{5DB6BB1F-E1F0-9050-1465-DF64E3BEFB25}"/>
                </a:ext>
              </a:extLst>
            </p:cNvPr>
            <p:cNvCxnSpPr>
              <a:cxnSpLocks/>
            </p:cNvCxnSpPr>
            <p:nvPr/>
          </p:nvCxnSpPr>
          <p:spPr>
            <a:xfrm>
              <a:off x="6772049" y="2181682"/>
              <a:ext cx="3600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1" name="Gerade Verbindung mit Pfeil 1390">
              <a:extLst>
                <a:ext uri="{FF2B5EF4-FFF2-40B4-BE49-F238E27FC236}">
                  <a16:creationId xmlns:a16="http://schemas.microsoft.com/office/drawing/2014/main" id="{7F884564-1C68-DEBE-66A7-8CCB55D6DDB8}"/>
                </a:ext>
              </a:extLst>
            </p:cNvPr>
            <p:cNvCxnSpPr>
              <a:cxnSpLocks/>
            </p:cNvCxnSpPr>
            <p:nvPr/>
          </p:nvCxnSpPr>
          <p:spPr>
            <a:xfrm>
              <a:off x="6773373" y="2643347"/>
              <a:ext cx="3600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2" name="Gerade Verbindung mit Pfeil 1391">
              <a:extLst>
                <a:ext uri="{FF2B5EF4-FFF2-40B4-BE49-F238E27FC236}">
                  <a16:creationId xmlns:a16="http://schemas.microsoft.com/office/drawing/2014/main" id="{9B146B7A-3B80-1971-3F8F-DE44F6E6B73F}"/>
                </a:ext>
              </a:extLst>
            </p:cNvPr>
            <p:cNvCxnSpPr>
              <a:cxnSpLocks/>
            </p:cNvCxnSpPr>
            <p:nvPr/>
          </p:nvCxnSpPr>
          <p:spPr>
            <a:xfrm>
              <a:off x="6774697" y="3105012"/>
              <a:ext cx="3600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3" name="Gerade Verbindung mit Pfeil 1392">
              <a:extLst>
                <a:ext uri="{FF2B5EF4-FFF2-40B4-BE49-F238E27FC236}">
                  <a16:creationId xmlns:a16="http://schemas.microsoft.com/office/drawing/2014/main" id="{36D9FC48-650A-BA82-BEBC-1D7CA08FF301}"/>
                </a:ext>
              </a:extLst>
            </p:cNvPr>
            <p:cNvCxnSpPr>
              <a:cxnSpLocks/>
            </p:cNvCxnSpPr>
            <p:nvPr/>
          </p:nvCxnSpPr>
          <p:spPr>
            <a:xfrm>
              <a:off x="6776021" y="3566677"/>
              <a:ext cx="3600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4" name="Gerade Verbindung mit Pfeil 1393">
              <a:extLst>
                <a:ext uri="{FF2B5EF4-FFF2-40B4-BE49-F238E27FC236}">
                  <a16:creationId xmlns:a16="http://schemas.microsoft.com/office/drawing/2014/main" id="{4E8E5CF1-C504-9F10-8090-80A156964461}"/>
                </a:ext>
              </a:extLst>
            </p:cNvPr>
            <p:cNvCxnSpPr>
              <a:cxnSpLocks/>
            </p:cNvCxnSpPr>
            <p:nvPr/>
          </p:nvCxnSpPr>
          <p:spPr>
            <a:xfrm>
              <a:off x="6776021" y="4026417"/>
              <a:ext cx="3600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5" name="Gerade Verbindung mit Pfeil 1394">
              <a:extLst>
                <a:ext uri="{FF2B5EF4-FFF2-40B4-BE49-F238E27FC236}">
                  <a16:creationId xmlns:a16="http://schemas.microsoft.com/office/drawing/2014/main" id="{953A310C-D79E-7DBD-4EE1-1FA6DEBA1BA6}"/>
                </a:ext>
              </a:extLst>
            </p:cNvPr>
            <p:cNvCxnSpPr>
              <a:cxnSpLocks/>
            </p:cNvCxnSpPr>
            <p:nvPr/>
          </p:nvCxnSpPr>
          <p:spPr>
            <a:xfrm>
              <a:off x="6776021" y="4491237"/>
              <a:ext cx="3600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1" name="Gerade Verbindung mit Pfeil 1380">
              <a:extLst>
                <a:ext uri="{FF2B5EF4-FFF2-40B4-BE49-F238E27FC236}">
                  <a16:creationId xmlns:a16="http://schemas.microsoft.com/office/drawing/2014/main" id="{79A0335D-3D2D-4397-F15B-95791FBE6270}"/>
                </a:ext>
              </a:extLst>
            </p:cNvPr>
            <p:cNvCxnSpPr>
              <a:cxnSpLocks/>
            </p:cNvCxnSpPr>
            <p:nvPr/>
          </p:nvCxnSpPr>
          <p:spPr>
            <a:xfrm>
              <a:off x="5255947" y="1710307"/>
              <a:ext cx="3600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2" name="Gerade Verbindung mit Pfeil 1381">
              <a:extLst>
                <a:ext uri="{FF2B5EF4-FFF2-40B4-BE49-F238E27FC236}">
                  <a16:creationId xmlns:a16="http://schemas.microsoft.com/office/drawing/2014/main" id="{09C1AB1D-3C73-B25F-CCB2-48C5229600D6}"/>
                </a:ext>
              </a:extLst>
            </p:cNvPr>
            <p:cNvCxnSpPr>
              <a:cxnSpLocks/>
            </p:cNvCxnSpPr>
            <p:nvPr/>
          </p:nvCxnSpPr>
          <p:spPr>
            <a:xfrm>
              <a:off x="5257271" y="2171972"/>
              <a:ext cx="3600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3" name="Gerade Verbindung mit Pfeil 1382">
              <a:extLst>
                <a:ext uri="{FF2B5EF4-FFF2-40B4-BE49-F238E27FC236}">
                  <a16:creationId xmlns:a16="http://schemas.microsoft.com/office/drawing/2014/main" id="{4339D925-786E-0B3C-E6F6-A599A086BCF4}"/>
                </a:ext>
              </a:extLst>
            </p:cNvPr>
            <p:cNvCxnSpPr>
              <a:cxnSpLocks/>
            </p:cNvCxnSpPr>
            <p:nvPr/>
          </p:nvCxnSpPr>
          <p:spPr>
            <a:xfrm>
              <a:off x="5258595" y="2633637"/>
              <a:ext cx="3600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4" name="Gerade Verbindung mit Pfeil 1383">
              <a:extLst>
                <a:ext uri="{FF2B5EF4-FFF2-40B4-BE49-F238E27FC236}">
                  <a16:creationId xmlns:a16="http://schemas.microsoft.com/office/drawing/2014/main" id="{CE57E9E0-8EDD-D2E3-23D9-1F9B859966A6}"/>
                </a:ext>
              </a:extLst>
            </p:cNvPr>
            <p:cNvCxnSpPr>
              <a:cxnSpLocks/>
            </p:cNvCxnSpPr>
            <p:nvPr/>
          </p:nvCxnSpPr>
          <p:spPr>
            <a:xfrm>
              <a:off x="5259919" y="3095302"/>
              <a:ext cx="3600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5" name="Gerade Verbindung mit Pfeil 1384">
              <a:extLst>
                <a:ext uri="{FF2B5EF4-FFF2-40B4-BE49-F238E27FC236}">
                  <a16:creationId xmlns:a16="http://schemas.microsoft.com/office/drawing/2014/main" id="{9B541E75-AD35-3B2B-C439-CBC4A2D936F7}"/>
                </a:ext>
              </a:extLst>
            </p:cNvPr>
            <p:cNvCxnSpPr>
              <a:cxnSpLocks/>
            </p:cNvCxnSpPr>
            <p:nvPr/>
          </p:nvCxnSpPr>
          <p:spPr>
            <a:xfrm>
              <a:off x="5261243" y="3556967"/>
              <a:ext cx="3600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6" name="Gerade Verbindung mit Pfeil 1385">
              <a:extLst>
                <a:ext uri="{FF2B5EF4-FFF2-40B4-BE49-F238E27FC236}">
                  <a16:creationId xmlns:a16="http://schemas.microsoft.com/office/drawing/2014/main" id="{C7232058-71E1-82A6-B128-FDBAC9F937C3}"/>
                </a:ext>
              </a:extLst>
            </p:cNvPr>
            <p:cNvCxnSpPr>
              <a:cxnSpLocks/>
            </p:cNvCxnSpPr>
            <p:nvPr/>
          </p:nvCxnSpPr>
          <p:spPr>
            <a:xfrm>
              <a:off x="5261243" y="4016707"/>
              <a:ext cx="3600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7" name="Gerade Verbindung mit Pfeil 1386">
              <a:extLst>
                <a:ext uri="{FF2B5EF4-FFF2-40B4-BE49-F238E27FC236}">
                  <a16:creationId xmlns:a16="http://schemas.microsoft.com/office/drawing/2014/main" id="{62FAE332-391B-267C-7CE8-964192025323}"/>
                </a:ext>
              </a:extLst>
            </p:cNvPr>
            <p:cNvCxnSpPr>
              <a:cxnSpLocks/>
            </p:cNvCxnSpPr>
            <p:nvPr/>
          </p:nvCxnSpPr>
          <p:spPr>
            <a:xfrm>
              <a:off x="5261243" y="4481527"/>
              <a:ext cx="3600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69" name="Rechteck: abgerundete Ecken 1368">
              <a:extLst>
                <a:ext uri="{FF2B5EF4-FFF2-40B4-BE49-F238E27FC236}">
                  <a16:creationId xmlns:a16="http://schemas.microsoft.com/office/drawing/2014/main" id="{0C592AAA-3A1B-EF07-7825-4ACD7DFBC02C}"/>
                </a:ext>
              </a:extLst>
            </p:cNvPr>
            <p:cNvSpPr/>
            <p:nvPr/>
          </p:nvSpPr>
          <p:spPr>
            <a:xfrm>
              <a:off x="4329981" y="1535277"/>
              <a:ext cx="360000" cy="360000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C</a:t>
              </a:r>
            </a:p>
          </p:txBody>
        </p:sp>
        <p:sp>
          <p:nvSpPr>
            <p:cNvPr id="1370" name="Rechteck: abgerundete Ecken 1369">
              <a:extLst>
                <a:ext uri="{FF2B5EF4-FFF2-40B4-BE49-F238E27FC236}">
                  <a16:creationId xmlns:a16="http://schemas.microsoft.com/office/drawing/2014/main" id="{BB8ADE4D-265F-45D3-A09F-E5E10D06167A}"/>
                </a:ext>
              </a:extLst>
            </p:cNvPr>
            <p:cNvSpPr/>
            <p:nvPr/>
          </p:nvSpPr>
          <p:spPr>
            <a:xfrm>
              <a:off x="4329981" y="1996942"/>
              <a:ext cx="360000" cy="360000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C</a:t>
              </a:r>
            </a:p>
          </p:txBody>
        </p:sp>
        <p:sp>
          <p:nvSpPr>
            <p:cNvPr id="1371" name="Rechteck: abgerundete Ecken 1370">
              <a:extLst>
                <a:ext uri="{FF2B5EF4-FFF2-40B4-BE49-F238E27FC236}">
                  <a16:creationId xmlns:a16="http://schemas.microsoft.com/office/drawing/2014/main" id="{9BB828E8-627F-4540-8AE1-0088FACBC086}"/>
                </a:ext>
              </a:extLst>
            </p:cNvPr>
            <p:cNvSpPr/>
            <p:nvPr/>
          </p:nvSpPr>
          <p:spPr>
            <a:xfrm>
              <a:off x="4329981" y="2458607"/>
              <a:ext cx="360000" cy="360000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C</a:t>
              </a:r>
            </a:p>
          </p:txBody>
        </p:sp>
        <p:sp>
          <p:nvSpPr>
            <p:cNvPr id="1372" name="Rechteck: abgerundete Ecken 1371">
              <a:extLst>
                <a:ext uri="{FF2B5EF4-FFF2-40B4-BE49-F238E27FC236}">
                  <a16:creationId xmlns:a16="http://schemas.microsoft.com/office/drawing/2014/main" id="{D33A09AC-D721-84D2-EBD6-7AFAA8FB647C}"/>
                </a:ext>
              </a:extLst>
            </p:cNvPr>
            <p:cNvSpPr/>
            <p:nvPr/>
          </p:nvSpPr>
          <p:spPr>
            <a:xfrm>
              <a:off x="4329981" y="2920272"/>
              <a:ext cx="360000" cy="360000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I</a:t>
              </a:r>
            </a:p>
          </p:txBody>
        </p:sp>
        <p:sp>
          <p:nvSpPr>
            <p:cNvPr id="1373" name="Rechteck: abgerundete Ecken 1372">
              <a:extLst>
                <a:ext uri="{FF2B5EF4-FFF2-40B4-BE49-F238E27FC236}">
                  <a16:creationId xmlns:a16="http://schemas.microsoft.com/office/drawing/2014/main" id="{20C8FF33-BEFA-A1A9-07D4-645A98D27D20}"/>
                </a:ext>
              </a:extLst>
            </p:cNvPr>
            <p:cNvSpPr/>
            <p:nvPr/>
          </p:nvSpPr>
          <p:spPr>
            <a:xfrm>
              <a:off x="4329981" y="3381937"/>
              <a:ext cx="360000" cy="360000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I</a:t>
              </a:r>
            </a:p>
          </p:txBody>
        </p:sp>
        <p:sp>
          <p:nvSpPr>
            <p:cNvPr id="1375" name="Rechteck: abgerundete Ecken 1374">
              <a:extLst>
                <a:ext uri="{FF2B5EF4-FFF2-40B4-BE49-F238E27FC236}">
                  <a16:creationId xmlns:a16="http://schemas.microsoft.com/office/drawing/2014/main" id="{638574A8-991A-65EB-D0D3-5E763F74CC15}"/>
                </a:ext>
              </a:extLst>
            </p:cNvPr>
            <p:cNvSpPr/>
            <p:nvPr/>
          </p:nvSpPr>
          <p:spPr>
            <a:xfrm>
              <a:off x="4329981" y="3837931"/>
              <a:ext cx="360000" cy="360000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C</a:t>
              </a:r>
            </a:p>
          </p:txBody>
        </p:sp>
        <p:sp>
          <p:nvSpPr>
            <p:cNvPr id="1376" name="Rechteck: abgerundete Ecken 1375">
              <a:extLst>
                <a:ext uri="{FF2B5EF4-FFF2-40B4-BE49-F238E27FC236}">
                  <a16:creationId xmlns:a16="http://schemas.microsoft.com/office/drawing/2014/main" id="{08811423-8971-D017-097D-B1956597EF3B}"/>
                </a:ext>
              </a:extLst>
            </p:cNvPr>
            <p:cNvSpPr/>
            <p:nvPr/>
          </p:nvSpPr>
          <p:spPr>
            <a:xfrm>
              <a:off x="4329981" y="4299596"/>
              <a:ext cx="360000" cy="360000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C</a:t>
              </a:r>
            </a:p>
          </p:txBody>
        </p:sp>
        <p:sp>
          <p:nvSpPr>
            <p:cNvPr id="1377" name="Rechteck: abgerundete Ecken 1376">
              <a:extLst>
                <a:ext uri="{FF2B5EF4-FFF2-40B4-BE49-F238E27FC236}">
                  <a16:creationId xmlns:a16="http://schemas.microsoft.com/office/drawing/2014/main" id="{45515BAC-5EF0-39F8-F93F-16D5F1E1F011}"/>
                </a:ext>
              </a:extLst>
            </p:cNvPr>
            <p:cNvSpPr/>
            <p:nvPr/>
          </p:nvSpPr>
          <p:spPr>
            <a:xfrm>
              <a:off x="4733232" y="3838654"/>
              <a:ext cx="360000" cy="360000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R</a:t>
              </a:r>
            </a:p>
          </p:txBody>
        </p:sp>
        <p:sp>
          <p:nvSpPr>
            <p:cNvPr id="1378" name="Rechteck: abgerundete Ecken 1377">
              <a:extLst>
                <a:ext uri="{FF2B5EF4-FFF2-40B4-BE49-F238E27FC236}">
                  <a16:creationId xmlns:a16="http://schemas.microsoft.com/office/drawing/2014/main" id="{7B321181-A32F-FBE1-1337-64044DEB1C6A}"/>
                </a:ext>
              </a:extLst>
            </p:cNvPr>
            <p:cNvSpPr/>
            <p:nvPr/>
          </p:nvSpPr>
          <p:spPr>
            <a:xfrm>
              <a:off x="4733232" y="4300319"/>
              <a:ext cx="360000" cy="360000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R</a:t>
              </a:r>
            </a:p>
          </p:txBody>
        </p:sp>
        <p:sp>
          <p:nvSpPr>
            <p:cNvPr id="1358" name="Rechteck: abgerundete Ecken 1357">
              <a:extLst>
                <a:ext uri="{FF2B5EF4-FFF2-40B4-BE49-F238E27FC236}">
                  <a16:creationId xmlns:a16="http://schemas.microsoft.com/office/drawing/2014/main" id="{F1FBB2BB-7662-5934-5F93-AC85C9DB4AE5}"/>
                </a:ext>
              </a:extLst>
            </p:cNvPr>
            <p:cNvSpPr/>
            <p:nvPr/>
          </p:nvSpPr>
          <p:spPr>
            <a:xfrm>
              <a:off x="7411893" y="1540017"/>
              <a:ext cx="360000" cy="360000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R</a:t>
              </a:r>
            </a:p>
          </p:txBody>
        </p:sp>
        <p:sp>
          <p:nvSpPr>
            <p:cNvPr id="1359" name="Rechteck: abgerundete Ecken 1358">
              <a:extLst>
                <a:ext uri="{FF2B5EF4-FFF2-40B4-BE49-F238E27FC236}">
                  <a16:creationId xmlns:a16="http://schemas.microsoft.com/office/drawing/2014/main" id="{0C4C51B2-46A6-961A-E25F-5E6000A2511A}"/>
                </a:ext>
              </a:extLst>
            </p:cNvPr>
            <p:cNvSpPr/>
            <p:nvPr/>
          </p:nvSpPr>
          <p:spPr>
            <a:xfrm>
              <a:off x="7411893" y="2001682"/>
              <a:ext cx="360000" cy="360000"/>
            </a:xfrm>
            <a:prstGeom prst="roundRect">
              <a:avLst/>
            </a:prstGeom>
            <a:solidFill>
              <a:srgbClr val="B4BAE8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N</a:t>
              </a:r>
            </a:p>
          </p:txBody>
        </p:sp>
        <p:sp>
          <p:nvSpPr>
            <p:cNvPr id="1360" name="Rechteck: abgerundete Ecken 1359">
              <a:extLst>
                <a:ext uri="{FF2B5EF4-FFF2-40B4-BE49-F238E27FC236}">
                  <a16:creationId xmlns:a16="http://schemas.microsoft.com/office/drawing/2014/main" id="{B96A36C2-C4E8-1EC3-2D9C-328F851EE0DD}"/>
                </a:ext>
              </a:extLst>
            </p:cNvPr>
            <p:cNvSpPr/>
            <p:nvPr/>
          </p:nvSpPr>
          <p:spPr>
            <a:xfrm>
              <a:off x="7411893" y="2463347"/>
              <a:ext cx="360000" cy="360000"/>
            </a:xfrm>
            <a:prstGeom prst="roundRect">
              <a:avLst/>
            </a:prstGeom>
            <a:solidFill>
              <a:srgbClr val="B4BAE8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N</a:t>
              </a:r>
            </a:p>
          </p:txBody>
        </p:sp>
        <p:sp>
          <p:nvSpPr>
            <p:cNvPr id="1361" name="Rechteck: abgerundete Ecken 1360">
              <a:extLst>
                <a:ext uri="{FF2B5EF4-FFF2-40B4-BE49-F238E27FC236}">
                  <a16:creationId xmlns:a16="http://schemas.microsoft.com/office/drawing/2014/main" id="{82810680-CD58-6A50-2503-CA142ECCBCFE}"/>
                </a:ext>
              </a:extLst>
            </p:cNvPr>
            <p:cNvSpPr/>
            <p:nvPr/>
          </p:nvSpPr>
          <p:spPr>
            <a:xfrm>
              <a:off x="7411893" y="2925012"/>
              <a:ext cx="360000" cy="360000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C</a:t>
              </a:r>
            </a:p>
          </p:txBody>
        </p:sp>
        <p:sp>
          <p:nvSpPr>
            <p:cNvPr id="1362" name="Rechteck: abgerundete Ecken 1361">
              <a:extLst>
                <a:ext uri="{FF2B5EF4-FFF2-40B4-BE49-F238E27FC236}">
                  <a16:creationId xmlns:a16="http://schemas.microsoft.com/office/drawing/2014/main" id="{802C6D24-FCF1-D97E-BE46-CB826E26979C}"/>
                </a:ext>
              </a:extLst>
            </p:cNvPr>
            <p:cNvSpPr/>
            <p:nvPr/>
          </p:nvSpPr>
          <p:spPr>
            <a:xfrm>
              <a:off x="7411893" y="3386677"/>
              <a:ext cx="360000" cy="36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T</a:t>
              </a:r>
            </a:p>
          </p:txBody>
        </p:sp>
        <p:sp>
          <p:nvSpPr>
            <p:cNvPr id="1364" name="Rechteck: abgerundete Ecken 1363">
              <a:extLst>
                <a:ext uri="{FF2B5EF4-FFF2-40B4-BE49-F238E27FC236}">
                  <a16:creationId xmlns:a16="http://schemas.microsoft.com/office/drawing/2014/main" id="{E823E13A-0ECE-2984-268D-AA72E2FB4045}"/>
                </a:ext>
              </a:extLst>
            </p:cNvPr>
            <p:cNvSpPr/>
            <p:nvPr/>
          </p:nvSpPr>
          <p:spPr>
            <a:xfrm>
              <a:off x="7815144" y="2925735"/>
              <a:ext cx="360000" cy="360000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I</a:t>
              </a:r>
            </a:p>
          </p:txBody>
        </p:sp>
        <p:sp>
          <p:nvSpPr>
            <p:cNvPr id="1365" name="Rechteck: abgerundete Ecken 1364">
              <a:extLst>
                <a:ext uri="{FF2B5EF4-FFF2-40B4-BE49-F238E27FC236}">
                  <a16:creationId xmlns:a16="http://schemas.microsoft.com/office/drawing/2014/main" id="{714290D9-D23C-BBB8-7C8A-E67A2C78F20E}"/>
                </a:ext>
              </a:extLst>
            </p:cNvPr>
            <p:cNvSpPr/>
            <p:nvPr/>
          </p:nvSpPr>
          <p:spPr>
            <a:xfrm>
              <a:off x="7411893" y="3849241"/>
              <a:ext cx="360000" cy="36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T</a:t>
              </a:r>
            </a:p>
          </p:txBody>
        </p:sp>
        <p:sp>
          <p:nvSpPr>
            <p:cNvPr id="1366" name="Rechteck: abgerundete Ecken 1365">
              <a:extLst>
                <a:ext uri="{FF2B5EF4-FFF2-40B4-BE49-F238E27FC236}">
                  <a16:creationId xmlns:a16="http://schemas.microsoft.com/office/drawing/2014/main" id="{C36E2B90-77FE-6F90-A61A-843CC5B8FD24}"/>
                </a:ext>
              </a:extLst>
            </p:cNvPr>
            <p:cNvSpPr/>
            <p:nvPr/>
          </p:nvSpPr>
          <p:spPr>
            <a:xfrm>
              <a:off x="7411893" y="4310906"/>
              <a:ext cx="360000" cy="36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T</a:t>
              </a:r>
            </a:p>
          </p:txBody>
        </p:sp>
      </p:grpSp>
      <p:sp>
        <p:nvSpPr>
          <p:cNvPr id="1367" name="Textfeld 1366">
            <a:extLst>
              <a:ext uri="{FF2B5EF4-FFF2-40B4-BE49-F238E27FC236}">
                <a16:creationId xmlns:a16="http://schemas.microsoft.com/office/drawing/2014/main" id="{37779121-1AAF-053F-4F5F-E2AA9C9DB751}"/>
              </a:ext>
            </a:extLst>
          </p:cNvPr>
          <p:cNvSpPr txBox="1"/>
          <p:nvPr/>
        </p:nvSpPr>
        <p:spPr>
          <a:xfrm>
            <a:off x="7248434" y="622499"/>
            <a:ext cx="10791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Output</a:t>
            </a:r>
          </a:p>
        </p:txBody>
      </p:sp>
      <p:grpSp>
        <p:nvGrpSpPr>
          <p:cNvPr id="1404" name="Gruppieren 1403">
            <a:extLst>
              <a:ext uri="{FF2B5EF4-FFF2-40B4-BE49-F238E27FC236}">
                <a16:creationId xmlns:a16="http://schemas.microsoft.com/office/drawing/2014/main" id="{89DEC2FF-3211-56D5-5FDB-8158D8A67814}"/>
              </a:ext>
            </a:extLst>
          </p:cNvPr>
          <p:cNvGrpSpPr/>
          <p:nvPr/>
        </p:nvGrpSpPr>
        <p:grpSpPr>
          <a:xfrm>
            <a:off x="133478" y="5090874"/>
            <a:ext cx="2678595" cy="430887"/>
            <a:chOff x="224918" y="4053592"/>
            <a:chExt cx="2678595" cy="430887"/>
          </a:xfrm>
        </p:grpSpPr>
        <p:sp>
          <p:nvSpPr>
            <p:cNvPr id="1405" name="Rechteck: abgerundete Ecken 1404">
              <a:extLst>
                <a:ext uri="{FF2B5EF4-FFF2-40B4-BE49-F238E27FC236}">
                  <a16:creationId xmlns:a16="http://schemas.microsoft.com/office/drawing/2014/main" id="{98821951-0FB0-D400-0509-2608FD6A7BDE}"/>
                </a:ext>
              </a:extLst>
            </p:cNvPr>
            <p:cNvSpPr/>
            <p:nvPr/>
          </p:nvSpPr>
          <p:spPr>
            <a:xfrm>
              <a:off x="224918" y="4106284"/>
              <a:ext cx="324000" cy="324000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</a:rPr>
                <a:t>C</a:t>
              </a:r>
            </a:p>
          </p:txBody>
        </p:sp>
        <p:sp>
          <p:nvSpPr>
            <p:cNvPr id="1406" name="Textfeld 1405">
              <a:extLst>
                <a:ext uri="{FF2B5EF4-FFF2-40B4-BE49-F238E27FC236}">
                  <a16:creationId xmlns:a16="http://schemas.microsoft.com/office/drawing/2014/main" id="{62E7B272-8C15-635F-C279-74DC49B365FD}"/>
                </a:ext>
              </a:extLst>
            </p:cNvPr>
            <p:cNvSpPr txBox="1"/>
            <p:nvPr/>
          </p:nvSpPr>
          <p:spPr>
            <a:xfrm>
              <a:off x="557101" y="4053592"/>
              <a:ext cx="2346412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Counts / count-like</a:t>
              </a:r>
            </a:p>
          </p:txBody>
        </p:sp>
      </p:grpSp>
      <p:grpSp>
        <p:nvGrpSpPr>
          <p:cNvPr id="1407" name="Gruppieren 1406">
            <a:extLst>
              <a:ext uri="{FF2B5EF4-FFF2-40B4-BE49-F238E27FC236}">
                <a16:creationId xmlns:a16="http://schemas.microsoft.com/office/drawing/2014/main" id="{F0C0E8B4-5CE6-9239-84A9-E2F09FF5E14B}"/>
              </a:ext>
            </a:extLst>
          </p:cNvPr>
          <p:cNvGrpSpPr/>
          <p:nvPr/>
        </p:nvGrpSpPr>
        <p:grpSpPr>
          <a:xfrm>
            <a:off x="133478" y="5507262"/>
            <a:ext cx="2759559" cy="430887"/>
            <a:chOff x="224918" y="4515545"/>
            <a:chExt cx="2759559" cy="430887"/>
          </a:xfrm>
        </p:grpSpPr>
        <p:sp>
          <p:nvSpPr>
            <p:cNvPr id="1408" name="Rechteck: abgerundete Ecken 1407">
              <a:extLst>
                <a:ext uri="{FF2B5EF4-FFF2-40B4-BE49-F238E27FC236}">
                  <a16:creationId xmlns:a16="http://schemas.microsoft.com/office/drawing/2014/main" id="{FE06E849-4CA3-9B38-56BB-E59353E64DED}"/>
                </a:ext>
              </a:extLst>
            </p:cNvPr>
            <p:cNvSpPr/>
            <p:nvPr/>
          </p:nvSpPr>
          <p:spPr>
            <a:xfrm>
              <a:off x="224918" y="4567949"/>
              <a:ext cx="324000" cy="324000"/>
            </a:xfrm>
            <a:prstGeom prst="roundRect">
              <a:avLst/>
            </a:prstGeom>
            <a:solidFill>
              <a:srgbClr val="BDD7EE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</a:rPr>
                <a:t>R</a:t>
              </a:r>
            </a:p>
          </p:txBody>
        </p:sp>
        <p:sp>
          <p:nvSpPr>
            <p:cNvPr id="1409" name="Textfeld 1408">
              <a:extLst>
                <a:ext uri="{FF2B5EF4-FFF2-40B4-BE49-F238E27FC236}">
                  <a16:creationId xmlns:a16="http://schemas.microsoft.com/office/drawing/2014/main" id="{5B79CAB8-167F-1C7F-9BC4-24B1BF963807}"/>
                </a:ext>
              </a:extLst>
            </p:cNvPr>
            <p:cNvSpPr txBox="1"/>
            <p:nvPr/>
          </p:nvSpPr>
          <p:spPr>
            <a:xfrm>
              <a:off x="559518" y="4515545"/>
              <a:ext cx="2424959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Relative abundance</a:t>
              </a:r>
            </a:p>
          </p:txBody>
        </p:sp>
      </p:grpSp>
      <p:grpSp>
        <p:nvGrpSpPr>
          <p:cNvPr id="1410" name="Gruppieren 1409">
            <a:extLst>
              <a:ext uri="{FF2B5EF4-FFF2-40B4-BE49-F238E27FC236}">
                <a16:creationId xmlns:a16="http://schemas.microsoft.com/office/drawing/2014/main" id="{22D05501-79A6-363A-F6D4-AE8A080178A8}"/>
              </a:ext>
            </a:extLst>
          </p:cNvPr>
          <p:cNvGrpSpPr/>
          <p:nvPr/>
        </p:nvGrpSpPr>
        <p:grpSpPr>
          <a:xfrm>
            <a:off x="133478" y="5921110"/>
            <a:ext cx="2156012" cy="430887"/>
            <a:chOff x="224918" y="4977498"/>
            <a:chExt cx="2156012" cy="430887"/>
          </a:xfrm>
        </p:grpSpPr>
        <p:sp>
          <p:nvSpPr>
            <p:cNvPr id="1411" name="Rechteck: abgerundete Ecken 1410">
              <a:extLst>
                <a:ext uri="{FF2B5EF4-FFF2-40B4-BE49-F238E27FC236}">
                  <a16:creationId xmlns:a16="http://schemas.microsoft.com/office/drawing/2014/main" id="{DB5BA6D2-40A5-C745-97FB-FBFB04F8F916}"/>
                </a:ext>
              </a:extLst>
            </p:cNvPr>
            <p:cNvSpPr/>
            <p:nvPr/>
          </p:nvSpPr>
          <p:spPr>
            <a:xfrm>
              <a:off x="224918" y="5029614"/>
              <a:ext cx="324000" cy="324000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</a:rPr>
                <a:t>I</a:t>
              </a:r>
            </a:p>
          </p:txBody>
        </p:sp>
        <p:sp>
          <p:nvSpPr>
            <p:cNvPr id="1412" name="Textfeld 1411">
              <a:extLst>
                <a:ext uri="{FF2B5EF4-FFF2-40B4-BE49-F238E27FC236}">
                  <a16:creationId xmlns:a16="http://schemas.microsoft.com/office/drawing/2014/main" id="{2B4E300F-2F1B-D5A5-1E2D-062794CCFA21}"/>
                </a:ext>
              </a:extLst>
            </p:cNvPr>
            <p:cNvSpPr txBox="1"/>
            <p:nvPr/>
          </p:nvSpPr>
          <p:spPr>
            <a:xfrm>
              <a:off x="551775" y="4977498"/>
              <a:ext cx="1829155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Integer counts</a:t>
              </a:r>
            </a:p>
          </p:txBody>
        </p:sp>
      </p:grpSp>
      <p:grpSp>
        <p:nvGrpSpPr>
          <p:cNvPr id="1413" name="Gruppieren 1412">
            <a:extLst>
              <a:ext uri="{FF2B5EF4-FFF2-40B4-BE49-F238E27FC236}">
                <a16:creationId xmlns:a16="http://schemas.microsoft.com/office/drawing/2014/main" id="{C849661F-6F9E-7688-33D9-55F54DB38B4B}"/>
              </a:ext>
            </a:extLst>
          </p:cNvPr>
          <p:cNvGrpSpPr/>
          <p:nvPr/>
        </p:nvGrpSpPr>
        <p:grpSpPr>
          <a:xfrm>
            <a:off x="133478" y="6334958"/>
            <a:ext cx="2658901" cy="430887"/>
            <a:chOff x="224918" y="5439451"/>
            <a:chExt cx="2658901" cy="430887"/>
          </a:xfrm>
        </p:grpSpPr>
        <p:sp>
          <p:nvSpPr>
            <p:cNvPr id="1414" name="Rechteck: abgerundete Ecken 1413">
              <a:extLst>
                <a:ext uri="{FF2B5EF4-FFF2-40B4-BE49-F238E27FC236}">
                  <a16:creationId xmlns:a16="http://schemas.microsoft.com/office/drawing/2014/main" id="{506D1662-0D47-C92A-FD44-D3A09731656A}"/>
                </a:ext>
              </a:extLst>
            </p:cNvPr>
            <p:cNvSpPr/>
            <p:nvPr/>
          </p:nvSpPr>
          <p:spPr>
            <a:xfrm>
              <a:off x="224918" y="5485608"/>
              <a:ext cx="324000" cy="324000"/>
            </a:xfrm>
            <a:prstGeom prst="roundRect">
              <a:avLst/>
            </a:prstGeom>
            <a:solidFill>
              <a:srgbClr val="B4BAE8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</a:rPr>
                <a:t>N</a:t>
              </a:r>
            </a:p>
          </p:txBody>
        </p:sp>
        <p:sp>
          <p:nvSpPr>
            <p:cNvPr id="1415" name="Textfeld 1414">
              <a:extLst>
                <a:ext uri="{FF2B5EF4-FFF2-40B4-BE49-F238E27FC236}">
                  <a16:creationId xmlns:a16="http://schemas.microsoft.com/office/drawing/2014/main" id="{6A855EBA-555B-19CA-7491-208FFEF676A1}"/>
                </a:ext>
              </a:extLst>
            </p:cNvPr>
            <p:cNvSpPr txBox="1"/>
            <p:nvPr/>
          </p:nvSpPr>
          <p:spPr>
            <a:xfrm>
              <a:off x="559272" y="5439451"/>
              <a:ext cx="2324547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Normalized counts</a:t>
              </a:r>
            </a:p>
          </p:txBody>
        </p:sp>
      </p:grpSp>
      <p:grpSp>
        <p:nvGrpSpPr>
          <p:cNvPr id="1416" name="Gruppieren 1415">
            <a:extLst>
              <a:ext uri="{FF2B5EF4-FFF2-40B4-BE49-F238E27FC236}">
                <a16:creationId xmlns:a16="http://schemas.microsoft.com/office/drawing/2014/main" id="{30B00E69-51FE-C47D-7C25-B80BC62F34B4}"/>
              </a:ext>
            </a:extLst>
          </p:cNvPr>
          <p:cNvGrpSpPr/>
          <p:nvPr/>
        </p:nvGrpSpPr>
        <p:grpSpPr>
          <a:xfrm>
            <a:off x="3352100" y="5100657"/>
            <a:ext cx="2782796" cy="430887"/>
            <a:chOff x="224918" y="5860764"/>
            <a:chExt cx="2782796" cy="430887"/>
          </a:xfrm>
        </p:grpSpPr>
        <p:sp>
          <p:nvSpPr>
            <p:cNvPr id="1417" name="Rechteck: abgerundete Ecken 1416">
              <a:extLst>
                <a:ext uri="{FF2B5EF4-FFF2-40B4-BE49-F238E27FC236}">
                  <a16:creationId xmlns:a16="http://schemas.microsoft.com/office/drawing/2014/main" id="{17A7A183-CFCA-E0D9-BB8C-75505B95DD76}"/>
                </a:ext>
              </a:extLst>
            </p:cNvPr>
            <p:cNvSpPr/>
            <p:nvPr/>
          </p:nvSpPr>
          <p:spPr>
            <a:xfrm>
              <a:off x="224918" y="5906633"/>
              <a:ext cx="324000" cy="324000"/>
            </a:xfrm>
            <a:prstGeom prst="roundRect">
              <a:avLst/>
            </a:prstGeom>
            <a:solidFill>
              <a:srgbClr val="C5E0B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</a:rPr>
                <a:t>T</a:t>
              </a:r>
            </a:p>
          </p:txBody>
        </p:sp>
        <p:sp>
          <p:nvSpPr>
            <p:cNvPr id="1418" name="Textfeld 1417">
              <a:extLst>
                <a:ext uri="{FF2B5EF4-FFF2-40B4-BE49-F238E27FC236}">
                  <a16:creationId xmlns:a16="http://schemas.microsoft.com/office/drawing/2014/main" id="{4105AD57-8837-4EAC-4E8B-B19339BD09FD}"/>
                </a:ext>
              </a:extLst>
            </p:cNvPr>
            <p:cNvSpPr txBox="1"/>
            <p:nvPr/>
          </p:nvSpPr>
          <p:spPr>
            <a:xfrm>
              <a:off x="551529" y="5860764"/>
              <a:ext cx="2456185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200" dirty="0"/>
                <a:t>Transformed counts</a:t>
              </a:r>
            </a:p>
          </p:txBody>
        </p:sp>
      </p:grpSp>
      <p:grpSp>
        <p:nvGrpSpPr>
          <p:cNvPr id="1419" name="Gruppieren 1418">
            <a:extLst>
              <a:ext uri="{FF2B5EF4-FFF2-40B4-BE49-F238E27FC236}">
                <a16:creationId xmlns:a16="http://schemas.microsoft.com/office/drawing/2014/main" id="{6E22D667-CA86-A698-EED7-F6839D767B02}"/>
              </a:ext>
            </a:extLst>
          </p:cNvPr>
          <p:cNvGrpSpPr/>
          <p:nvPr/>
        </p:nvGrpSpPr>
        <p:grpSpPr>
          <a:xfrm>
            <a:off x="3352100" y="5509310"/>
            <a:ext cx="3463485" cy="430887"/>
            <a:chOff x="224918" y="4977498"/>
            <a:chExt cx="3463485" cy="430887"/>
          </a:xfrm>
        </p:grpSpPr>
        <p:sp>
          <p:nvSpPr>
            <p:cNvPr id="1420" name="Rechteck: abgerundete Ecken 1419">
              <a:extLst>
                <a:ext uri="{FF2B5EF4-FFF2-40B4-BE49-F238E27FC236}">
                  <a16:creationId xmlns:a16="http://schemas.microsoft.com/office/drawing/2014/main" id="{0CE6D7E8-2025-6FD7-35AC-FEFDC4AF1057}"/>
                </a:ext>
              </a:extLst>
            </p:cNvPr>
            <p:cNvSpPr/>
            <p:nvPr/>
          </p:nvSpPr>
          <p:spPr>
            <a:xfrm>
              <a:off x="224918" y="5029614"/>
              <a:ext cx="324000" cy="324000"/>
            </a:xfrm>
            <a:prstGeom prst="roundRect">
              <a:avLst/>
            </a:prstGeom>
            <a:solidFill>
              <a:srgbClr val="FFC5C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</a:rPr>
                <a:t>Z</a:t>
              </a:r>
            </a:p>
          </p:txBody>
        </p:sp>
        <p:sp>
          <p:nvSpPr>
            <p:cNvPr id="1421" name="Textfeld 1420">
              <a:extLst>
                <a:ext uri="{FF2B5EF4-FFF2-40B4-BE49-F238E27FC236}">
                  <a16:creationId xmlns:a16="http://schemas.microsoft.com/office/drawing/2014/main" id="{61D4D43B-AC71-FB87-2934-955D2ED3B17E}"/>
                </a:ext>
              </a:extLst>
            </p:cNvPr>
            <p:cNvSpPr txBox="1"/>
            <p:nvPr/>
          </p:nvSpPr>
          <p:spPr>
            <a:xfrm>
              <a:off x="551775" y="4977498"/>
              <a:ext cx="3136628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Zero replacement needed</a:t>
              </a:r>
            </a:p>
          </p:txBody>
        </p:sp>
      </p:grpSp>
      <p:grpSp>
        <p:nvGrpSpPr>
          <p:cNvPr id="1422" name="Gruppieren 1421">
            <a:extLst>
              <a:ext uri="{FF2B5EF4-FFF2-40B4-BE49-F238E27FC236}">
                <a16:creationId xmlns:a16="http://schemas.microsoft.com/office/drawing/2014/main" id="{4B5326AD-18AD-25E0-B0AA-3EACD678A279}"/>
              </a:ext>
            </a:extLst>
          </p:cNvPr>
          <p:cNvGrpSpPr/>
          <p:nvPr/>
        </p:nvGrpSpPr>
        <p:grpSpPr>
          <a:xfrm>
            <a:off x="3352100" y="5923158"/>
            <a:ext cx="3845636" cy="430887"/>
            <a:chOff x="224918" y="5439451"/>
            <a:chExt cx="3845636" cy="430887"/>
          </a:xfrm>
        </p:grpSpPr>
        <p:sp>
          <p:nvSpPr>
            <p:cNvPr id="1423" name="Rechteck: abgerundete Ecken 1422">
              <a:extLst>
                <a:ext uri="{FF2B5EF4-FFF2-40B4-BE49-F238E27FC236}">
                  <a16:creationId xmlns:a16="http://schemas.microsoft.com/office/drawing/2014/main" id="{49C3083B-17E5-2F29-C1CD-5AD2BE9C03BC}"/>
                </a:ext>
              </a:extLst>
            </p:cNvPr>
            <p:cNvSpPr/>
            <p:nvPr/>
          </p:nvSpPr>
          <p:spPr>
            <a:xfrm>
              <a:off x="224918" y="5485608"/>
              <a:ext cx="324000" cy="324000"/>
            </a:xfrm>
            <a:prstGeom prst="roundRect">
              <a:avLst/>
            </a:prstGeom>
            <a:solidFill>
              <a:srgbClr val="FFC5C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</a:rPr>
                <a:t>Z</a:t>
              </a:r>
            </a:p>
          </p:txBody>
        </p:sp>
        <p:sp>
          <p:nvSpPr>
            <p:cNvPr id="1424" name="Textfeld 1423">
              <a:extLst>
                <a:ext uri="{FF2B5EF4-FFF2-40B4-BE49-F238E27FC236}">
                  <a16:creationId xmlns:a16="http://schemas.microsoft.com/office/drawing/2014/main" id="{4C2751B3-4B46-7D5A-ADCC-ED936E17AC4B}"/>
                </a:ext>
              </a:extLst>
            </p:cNvPr>
            <p:cNvSpPr txBox="1"/>
            <p:nvPr/>
          </p:nvSpPr>
          <p:spPr>
            <a:xfrm>
              <a:off x="559272" y="5439451"/>
              <a:ext cx="3511282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No zero replacement needed</a:t>
              </a:r>
            </a:p>
          </p:txBody>
        </p:sp>
      </p:grpSp>
      <p:grpSp>
        <p:nvGrpSpPr>
          <p:cNvPr id="1425" name="Gruppieren 1424">
            <a:extLst>
              <a:ext uri="{FF2B5EF4-FFF2-40B4-BE49-F238E27FC236}">
                <a16:creationId xmlns:a16="http://schemas.microsoft.com/office/drawing/2014/main" id="{B4D842CB-03C3-8A01-3264-9AFCEEEF0BD5}"/>
              </a:ext>
            </a:extLst>
          </p:cNvPr>
          <p:cNvGrpSpPr/>
          <p:nvPr/>
        </p:nvGrpSpPr>
        <p:grpSpPr>
          <a:xfrm>
            <a:off x="3352100" y="6337007"/>
            <a:ext cx="2782796" cy="430887"/>
            <a:chOff x="224918" y="5860764"/>
            <a:chExt cx="2782796" cy="430887"/>
          </a:xfrm>
        </p:grpSpPr>
        <p:sp>
          <p:nvSpPr>
            <p:cNvPr id="1426" name="Rechteck: abgerundete Ecken 1425">
              <a:extLst>
                <a:ext uri="{FF2B5EF4-FFF2-40B4-BE49-F238E27FC236}">
                  <a16:creationId xmlns:a16="http://schemas.microsoft.com/office/drawing/2014/main" id="{76D5C148-371F-4544-109C-A4CD7887E896}"/>
                </a:ext>
              </a:extLst>
            </p:cNvPr>
            <p:cNvSpPr/>
            <p:nvPr/>
          </p:nvSpPr>
          <p:spPr>
            <a:xfrm>
              <a:off x="224918" y="5906633"/>
              <a:ext cx="324000" cy="324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00" b="1" dirty="0">
                <a:solidFill>
                  <a:schemeClr val="tx1"/>
                </a:solidFill>
              </a:endParaRPr>
            </a:p>
          </p:txBody>
        </p:sp>
        <p:sp>
          <p:nvSpPr>
            <p:cNvPr id="1427" name="Textfeld 1426">
              <a:extLst>
                <a:ext uri="{FF2B5EF4-FFF2-40B4-BE49-F238E27FC236}">
                  <a16:creationId xmlns:a16="http://schemas.microsoft.com/office/drawing/2014/main" id="{65BC9D75-09D1-2277-6A88-55484324CDB0}"/>
                </a:ext>
              </a:extLst>
            </p:cNvPr>
            <p:cNvSpPr txBox="1"/>
            <p:nvPr/>
          </p:nvSpPr>
          <p:spPr>
            <a:xfrm>
              <a:off x="551529" y="5860764"/>
              <a:ext cx="2456185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200" dirty="0"/>
                <a:t>No preference</a:t>
              </a:r>
            </a:p>
          </p:txBody>
        </p:sp>
      </p:grpSp>
      <p:cxnSp>
        <p:nvCxnSpPr>
          <p:cNvPr id="1428" name="Gerader Verbinder 1427">
            <a:extLst>
              <a:ext uri="{FF2B5EF4-FFF2-40B4-BE49-F238E27FC236}">
                <a16:creationId xmlns:a16="http://schemas.microsoft.com/office/drawing/2014/main" id="{AD088506-59E2-55D0-BB2E-3AE9FCE41CD3}"/>
              </a:ext>
            </a:extLst>
          </p:cNvPr>
          <p:cNvCxnSpPr>
            <a:cxnSpLocks/>
          </p:cNvCxnSpPr>
          <p:nvPr/>
        </p:nvCxnSpPr>
        <p:spPr>
          <a:xfrm>
            <a:off x="3368072" y="5993853"/>
            <a:ext cx="288000" cy="28800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9" name="Gerader Verbinder 1428">
            <a:extLst>
              <a:ext uri="{FF2B5EF4-FFF2-40B4-BE49-F238E27FC236}">
                <a16:creationId xmlns:a16="http://schemas.microsoft.com/office/drawing/2014/main" id="{6FB3F02F-B377-9CA4-CA66-36DBFBC55845}"/>
              </a:ext>
            </a:extLst>
          </p:cNvPr>
          <p:cNvCxnSpPr>
            <a:cxnSpLocks/>
          </p:cNvCxnSpPr>
          <p:nvPr/>
        </p:nvCxnSpPr>
        <p:spPr>
          <a:xfrm flipH="1">
            <a:off x="3368072" y="5991648"/>
            <a:ext cx="288000" cy="28800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1" name="Textfeld 1430">
            <a:extLst>
              <a:ext uri="{FF2B5EF4-FFF2-40B4-BE49-F238E27FC236}">
                <a16:creationId xmlns:a16="http://schemas.microsoft.com/office/drawing/2014/main" id="{F9FFEBB8-1CAA-F03F-6BE2-4F3B0D02515B}"/>
              </a:ext>
            </a:extLst>
          </p:cNvPr>
          <p:cNvSpPr txBox="1"/>
          <p:nvPr/>
        </p:nvSpPr>
        <p:spPr>
          <a:xfrm>
            <a:off x="12052542" y="1002129"/>
            <a:ext cx="11941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pearson</a:t>
            </a:r>
            <a:endParaRPr lang="en-US" sz="2400" dirty="0"/>
          </a:p>
        </p:txBody>
      </p:sp>
      <p:sp>
        <p:nvSpPr>
          <p:cNvPr id="1432" name="Textfeld 1431">
            <a:extLst>
              <a:ext uri="{FF2B5EF4-FFF2-40B4-BE49-F238E27FC236}">
                <a16:creationId xmlns:a16="http://schemas.microsoft.com/office/drawing/2014/main" id="{FBDC2C7A-40C3-0193-666F-C10911043FFC}"/>
              </a:ext>
            </a:extLst>
          </p:cNvPr>
          <p:cNvSpPr txBox="1"/>
          <p:nvPr/>
        </p:nvSpPr>
        <p:spPr>
          <a:xfrm>
            <a:off x="12052542" y="1463980"/>
            <a:ext cx="14302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spearman</a:t>
            </a:r>
          </a:p>
        </p:txBody>
      </p:sp>
      <p:sp>
        <p:nvSpPr>
          <p:cNvPr id="1433" name="Textfeld 1432">
            <a:extLst>
              <a:ext uri="{FF2B5EF4-FFF2-40B4-BE49-F238E27FC236}">
                <a16:creationId xmlns:a16="http://schemas.microsoft.com/office/drawing/2014/main" id="{7AF62981-877A-E82F-F469-DE32DC6ED540}"/>
              </a:ext>
            </a:extLst>
          </p:cNvPr>
          <p:cNvSpPr txBox="1"/>
          <p:nvPr/>
        </p:nvSpPr>
        <p:spPr>
          <a:xfrm>
            <a:off x="12052542" y="1925831"/>
            <a:ext cx="8136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bicor</a:t>
            </a:r>
            <a:endParaRPr lang="en-US" sz="2400" dirty="0"/>
          </a:p>
        </p:txBody>
      </p:sp>
      <p:sp>
        <p:nvSpPr>
          <p:cNvPr id="1434" name="Textfeld 1433">
            <a:extLst>
              <a:ext uri="{FF2B5EF4-FFF2-40B4-BE49-F238E27FC236}">
                <a16:creationId xmlns:a16="http://schemas.microsoft.com/office/drawing/2014/main" id="{7660F35E-26FC-B19C-C279-721B75660CC0}"/>
              </a:ext>
            </a:extLst>
          </p:cNvPr>
          <p:cNvSpPr txBox="1"/>
          <p:nvPr/>
        </p:nvSpPr>
        <p:spPr>
          <a:xfrm>
            <a:off x="12052542" y="2849533"/>
            <a:ext cx="9768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sparcc</a:t>
            </a:r>
            <a:endParaRPr lang="en-US" sz="2400" dirty="0"/>
          </a:p>
        </p:txBody>
      </p:sp>
      <p:sp>
        <p:nvSpPr>
          <p:cNvPr id="1435" name="Textfeld 1434">
            <a:extLst>
              <a:ext uri="{FF2B5EF4-FFF2-40B4-BE49-F238E27FC236}">
                <a16:creationId xmlns:a16="http://schemas.microsoft.com/office/drawing/2014/main" id="{4A911523-478B-18AE-5A84-3F8363BD816E}"/>
              </a:ext>
            </a:extLst>
          </p:cNvPr>
          <p:cNvSpPr txBox="1"/>
          <p:nvPr/>
        </p:nvSpPr>
        <p:spPr>
          <a:xfrm>
            <a:off x="12052542" y="3311384"/>
            <a:ext cx="10647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cclasso</a:t>
            </a:r>
            <a:endParaRPr lang="en-US" sz="2400" dirty="0"/>
          </a:p>
        </p:txBody>
      </p:sp>
      <p:sp>
        <p:nvSpPr>
          <p:cNvPr id="1436" name="Textfeld 1435">
            <a:extLst>
              <a:ext uri="{FF2B5EF4-FFF2-40B4-BE49-F238E27FC236}">
                <a16:creationId xmlns:a16="http://schemas.microsoft.com/office/drawing/2014/main" id="{4FF01415-A071-7AA8-A0B8-EF74B014482C}"/>
              </a:ext>
            </a:extLst>
          </p:cNvPr>
          <p:cNvSpPr txBox="1"/>
          <p:nvPr/>
        </p:nvSpPr>
        <p:spPr>
          <a:xfrm>
            <a:off x="12052542" y="3773235"/>
            <a:ext cx="10173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ccrepe</a:t>
            </a:r>
            <a:endParaRPr lang="en-US" sz="2400" dirty="0"/>
          </a:p>
        </p:txBody>
      </p:sp>
      <p:sp>
        <p:nvSpPr>
          <p:cNvPr id="1437" name="Rechteck 1436">
            <a:extLst>
              <a:ext uri="{FF2B5EF4-FFF2-40B4-BE49-F238E27FC236}">
                <a16:creationId xmlns:a16="http://schemas.microsoft.com/office/drawing/2014/main" id="{4D869EC2-6FA7-A6D8-C7D1-04FC2C909ACC}"/>
              </a:ext>
            </a:extLst>
          </p:cNvPr>
          <p:cNvSpPr/>
          <p:nvPr/>
        </p:nvSpPr>
        <p:spPr>
          <a:xfrm>
            <a:off x="9366835" y="87339"/>
            <a:ext cx="4214887" cy="6616028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8" name="Textfeld 1437">
            <a:extLst>
              <a:ext uri="{FF2B5EF4-FFF2-40B4-BE49-F238E27FC236}">
                <a16:creationId xmlns:a16="http://schemas.microsoft.com/office/drawing/2014/main" id="{0D356A45-8837-68E3-E253-FB0A96B3B8E4}"/>
              </a:ext>
            </a:extLst>
          </p:cNvPr>
          <p:cNvSpPr txBox="1"/>
          <p:nvPr/>
        </p:nvSpPr>
        <p:spPr>
          <a:xfrm>
            <a:off x="12052542" y="4235086"/>
            <a:ext cx="13131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spieceasi</a:t>
            </a:r>
            <a:endParaRPr lang="en-US" sz="2400" dirty="0"/>
          </a:p>
        </p:txBody>
      </p:sp>
      <p:sp>
        <p:nvSpPr>
          <p:cNvPr id="1439" name="Textfeld 1438">
            <a:extLst>
              <a:ext uri="{FF2B5EF4-FFF2-40B4-BE49-F238E27FC236}">
                <a16:creationId xmlns:a16="http://schemas.microsoft.com/office/drawing/2014/main" id="{747BFFE5-FE8C-2402-DC15-BA9F0A7D5D23}"/>
              </a:ext>
            </a:extLst>
          </p:cNvPr>
          <p:cNvSpPr txBox="1"/>
          <p:nvPr/>
        </p:nvSpPr>
        <p:spPr>
          <a:xfrm>
            <a:off x="12052542" y="4696937"/>
            <a:ext cx="9509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spring</a:t>
            </a:r>
          </a:p>
        </p:txBody>
      </p:sp>
      <p:cxnSp>
        <p:nvCxnSpPr>
          <p:cNvPr id="1440" name="Gerade Verbindung mit Pfeil 1439">
            <a:extLst>
              <a:ext uri="{FF2B5EF4-FFF2-40B4-BE49-F238E27FC236}">
                <a16:creationId xmlns:a16="http://schemas.microsoft.com/office/drawing/2014/main" id="{1B262B44-5E4F-A193-EC8F-37DC1D590813}"/>
              </a:ext>
            </a:extLst>
          </p:cNvPr>
          <p:cNvCxnSpPr>
            <a:cxnSpLocks/>
          </p:cNvCxnSpPr>
          <p:nvPr/>
        </p:nvCxnSpPr>
        <p:spPr>
          <a:xfrm>
            <a:off x="11673180" y="1253731"/>
            <a:ext cx="36000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1" name="Gerade Verbindung mit Pfeil 1440">
            <a:extLst>
              <a:ext uri="{FF2B5EF4-FFF2-40B4-BE49-F238E27FC236}">
                <a16:creationId xmlns:a16="http://schemas.microsoft.com/office/drawing/2014/main" id="{03C6B348-F412-F7D5-8292-8A7C3E1E1341}"/>
              </a:ext>
            </a:extLst>
          </p:cNvPr>
          <p:cNvCxnSpPr>
            <a:cxnSpLocks/>
          </p:cNvCxnSpPr>
          <p:nvPr/>
        </p:nvCxnSpPr>
        <p:spPr>
          <a:xfrm>
            <a:off x="11674504" y="1715396"/>
            <a:ext cx="36000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2" name="Gerade Verbindung mit Pfeil 1441">
            <a:extLst>
              <a:ext uri="{FF2B5EF4-FFF2-40B4-BE49-F238E27FC236}">
                <a16:creationId xmlns:a16="http://schemas.microsoft.com/office/drawing/2014/main" id="{AE850C4D-5520-9F1A-B3EC-B476C636C3B8}"/>
              </a:ext>
            </a:extLst>
          </p:cNvPr>
          <p:cNvCxnSpPr>
            <a:cxnSpLocks/>
          </p:cNvCxnSpPr>
          <p:nvPr/>
        </p:nvCxnSpPr>
        <p:spPr>
          <a:xfrm>
            <a:off x="11675828" y="2177061"/>
            <a:ext cx="36000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3" name="Gerade Verbindung mit Pfeil 1442">
            <a:extLst>
              <a:ext uri="{FF2B5EF4-FFF2-40B4-BE49-F238E27FC236}">
                <a16:creationId xmlns:a16="http://schemas.microsoft.com/office/drawing/2014/main" id="{CE43AAF6-F380-3D01-0356-3AE6389209AE}"/>
              </a:ext>
            </a:extLst>
          </p:cNvPr>
          <p:cNvCxnSpPr>
            <a:cxnSpLocks/>
          </p:cNvCxnSpPr>
          <p:nvPr/>
        </p:nvCxnSpPr>
        <p:spPr>
          <a:xfrm>
            <a:off x="11677152" y="3099894"/>
            <a:ext cx="36000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4" name="Gerade Verbindung mit Pfeil 1443">
            <a:extLst>
              <a:ext uri="{FF2B5EF4-FFF2-40B4-BE49-F238E27FC236}">
                <a16:creationId xmlns:a16="http://schemas.microsoft.com/office/drawing/2014/main" id="{6F47DF4C-FE01-2039-30A0-114A328C986B}"/>
              </a:ext>
            </a:extLst>
          </p:cNvPr>
          <p:cNvCxnSpPr>
            <a:cxnSpLocks/>
          </p:cNvCxnSpPr>
          <p:nvPr/>
        </p:nvCxnSpPr>
        <p:spPr>
          <a:xfrm>
            <a:off x="11678476" y="3561559"/>
            <a:ext cx="36000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5" name="Gerade Verbindung mit Pfeil 1444">
            <a:extLst>
              <a:ext uri="{FF2B5EF4-FFF2-40B4-BE49-F238E27FC236}">
                <a16:creationId xmlns:a16="http://schemas.microsoft.com/office/drawing/2014/main" id="{4AE6491D-8BAA-B75A-7AD2-C512A853BA01}"/>
              </a:ext>
            </a:extLst>
          </p:cNvPr>
          <p:cNvCxnSpPr>
            <a:cxnSpLocks/>
          </p:cNvCxnSpPr>
          <p:nvPr/>
        </p:nvCxnSpPr>
        <p:spPr>
          <a:xfrm>
            <a:off x="11679800" y="4023224"/>
            <a:ext cx="36000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6" name="Gerade Verbindung mit Pfeil 1445">
            <a:extLst>
              <a:ext uri="{FF2B5EF4-FFF2-40B4-BE49-F238E27FC236}">
                <a16:creationId xmlns:a16="http://schemas.microsoft.com/office/drawing/2014/main" id="{D7E769C9-0FF9-3554-00A0-13C57D3EB0AA}"/>
              </a:ext>
            </a:extLst>
          </p:cNvPr>
          <p:cNvCxnSpPr>
            <a:cxnSpLocks/>
          </p:cNvCxnSpPr>
          <p:nvPr/>
        </p:nvCxnSpPr>
        <p:spPr>
          <a:xfrm>
            <a:off x="11679800" y="4482964"/>
            <a:ext cx="36000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7" name="Gerade Verbindung mit Pfeil 1446">
            <a:extLst>
              <a:ext uri="{FF2B5EF4-FFF2-40B4-BE49-F238E27FC236}">
                <a16:creationId xmlns:a16="http://schemas.microsoft.com/office/drawing/2014/main" id="{691C2ADD-0908-0DCC-0B0D-2B75559556F2}"/>
              </a:ext>
            </a:extLst>
          </p:cNvPr>
          <p:cNvCxnSpPr>
            <a:cxnSpLocks/>
          </p:cNvCxnSpPr>
          <p:nvPr/>
        </p:nvCxnSpPr>
        <p:spPr>
          <a:xfrm>
            <a:off x="11679800" y="4947784"/>
            <a:ext cx="36000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8" name="Textfeld 1447">
            <a:extLst>
              <a:ext uri="{FF2B5EF4-FFF2-40B4-BE49-F238E27FC236}">
                <a16:creationId xmlns:a16="http://schemas.microsoft.com/office/drawing/2014/main" id="{4DCB8CF8-C9D3-C1C0-84DD-6DEE6508B4D2}"/>
              </a:ext>
            </a:extLst>
          </p:cNvPr>
          <p:cNvSpPr txBox="1"/>
          <p:nvPr/>
        </p:nvSpPr>
        <p:spPr>
          <a:xfrm>
            <a:off x="12052542" y="5158788"/>
            <a:ext cx="9257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gcoda</a:t>
            </a:r>
            <a:endParaRPr lang="en-US" sz="2400" dirty="0"/>
          </a:p>
        </p:txBody>
      </p:sp>
      <p:sp>
        <p:nvSpPr>
          <p:cNvPr id="1449" name="Textfeld 1448">
            <a:extLst>
              <a:ext uri="{FF2B5EF4-FFF2-40B4-BE49-F238E27FC236}">
                <a16:creationId xmlns:a16="http://schemas.microsoft.com/office/drawing/2014/main" id="{52CF9F37-C843-88FA-4387-8202B88A42E4}"/>
              </a:ext>
            </a:extLst>
          </p:cNvPr>
          <p:cNvSpPr txBox="1"/>
          <p:nvPr/>
        </p:nvSpPr>
        <p:spPr>
          <a:xfrm>
            <a:off x="12052542" y="5620639"/>
            <a:ext cx="8802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propr</a:t>
            </a:r>
            <a:endParaRPr lang="en-US" sz="2400" dirty="0"/>
          </a:p>
        </p:txBody>
      </p:sp>
      <p:cxnSp>
        <p:nvCxnSpPr>
          <p:cNvPr id="1450" name="Gerade Verbindung mit Pfeil 1449">
            <a:extLst>
              <a:ext uri="{FF2B5EF4-FFF2-40B4-BE49-F238E27FC236}">
                <a16:creationId xmlns:a16="http://schemas.microsoft.com/office/drawing/2014/main" id="{EFE77519-8783-867F-EBF6-D53C144160CD}"/>
              </a:ext>
            </a:extLst>
          </p:cNvPr>
          <p:cNvCxnSpPr>
            <a:cxnSpLocks/>
          </p:cNvCxnSpPr>
          <p:nvPr/>
        </p:nvCxnSpPr>
        <p:spPr>
          <a:xfrm>
            <a:off x="11678742" y="5406812"/>
            <a:ext cx="36000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1" name="Gerade Verbindung mit Pfeil 1450">
            <a:extLst>
              <a:ext uri="{FF2B5EF4-FFF2-40B4-BE49-F238E27FC236}">
                <a16:creationId xmlns:a16="http://schemas.microsoft.com/office/drawing/2014/main" id="{426D574A-E8BE-804A-3B55-8DC395582BFE}"/>
              </a:ext>
            </a:extLst>
          </p:cNvPr>
          <p:cNvCxnSpPr>
            <a:cxnSpLocks/>
          </p:cNvCxnSpPr>
          <p:nvPr/>
        </p:nvCxnSpPr>
        <p:spPr>
          <a:xfrm>
            <a:off x="11678742" y="5871632"/>
            <a:ext cx="36000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2" name="Textfeld 1451">
            <a:extLst>
              <a:ext uri="{FF2B5EF4-FFF2-40B4-BE49-F238E27FC236}">
                <a16:creationId xmlns:a16="http://schemas.microsoft.com/office/drawing/2014/main" id="{6C021E18-ECA6-84A4-AFA6-EEE4776A085C}"/>
              </a:ext>
            </a:extLst>
          </p:cNvPr>
          <p:cNvSpPr txBox="1"/>
          <p:nvPr/>
        </p:nvSpPr>
        <p:spPr>
          <a:xfrm>
            <a:off x="12052542" y="6082495"/>
            <a:ext cx="13773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rhoshrink</a:t>
            </a:r>
            <a:endParaRPr lang="en-US" sz="2400" dirty="0"/>
          </a:p>
        </p:txBody>
      </p:sp>
      <p:cxnSp>
        <p:nvCxnSpPr>
          <p:cNvPr id="1453" name="Gerade Verbindung mit Pfeil 1452">
            <a:extLst>
              <a:ext uri="{FF2B5EF4-FFF2-40B4-BE49-F238E27FC236}">
                <a16:creationId xmlns:a16="http://schemas.microsoft.com/office/drawing/2014/main" id="{84DD59CA-162D-14A7-0E90-16EF226D39A6}"/>
              </a:ext>
            </a:extLst>
          </p:cNvPr>
          <p:cNvCxnSpPr>
            <a:cxnSpLocks/>
          </p:cNvCxnSpPr>
          <p:nvPr/>
        </p:nvCxnSpPr>
        <p:spPr>
          <a:xfrm>
            <a:off x="11679800" y="6331880"/>
            <a:ext cx="36000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4" name="Rechteck: abgerundete Ecken 1453">
            <a:extLst>
              <a:ext uri="{FF2B5EF4-FFF2-40B4-BE49-F238E27FC236}">
                <a16:creationId xmlns:a16="http://schemas.microsoft.com/office/drawing/2014/main" id="{A4EABA01-D2CA-D75C-C7A2-B46500C3A98F}"/>
              </a:ext>
            </a:extLst>
          </p:cNvPr>
          <p:cNvSpPr/>
          <p:nvPr/>
        </p:nvSpPr>
        <p:spPr>
          <a:xfrm>
            <a:off x="9726563" y="1084164"/>
            <a:ext cx="360000" cy="3600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b="1" dirty="0">
              <a:solidFill>
                <a:schemeClr val="tx1"/>
              </a:solidFill>
            </a:endParaRPr>
          </a:p>
        </p:txBody>
      </p:sp>
      <p:sp>
        <p:nvSpPr>
          <p:cNvPr id="1455" name="Rechteck: abgerundete Ecken 1454">
            <a:extLst>
              <a:ext uri="{FF2B5EF4-FFF2-40B4-BE49-F238E27FC236}">
                <a16:creationId xmlns:a16="http://schemas.microsoft.com/office/drawing/2014/main" id="{DC2EB3E1-CEB6-6E30-E043-46941A09591A}"/>
              </a:ext>
            </a:extLst>
          </p:cNvPr>
          <p:cNvSpPr/>
          <p:nvPr/>
        </p:nvSpPr>
        <p:spPr>
          <a:xfrm>
            <a:off x="9726563" y="1545829"/>
            <a:ext cx="360000" cy="3600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b="1" dirty="0">
              <a:solidFill>
                <a:schemeClr val="tx1"/>
              </a:solidFill>
            </a:endParaRPr>
          </a:p>
        </p:txBody>
      </p:sp>
      <p:sp>
        <p:nvSpPr>
          <p:cNvPr id="1456" name="Rechteck: abgerundete Ecken 1455">
            <a:extLst>
              <a:ext uri="{FF2B5EF4-FFF2-40B4-BE49-F238E27FC236}">
                <a16:creationId xmlns:a16="http://schemas.microsoft.com/office/drawing/2014/main" id="{2A6FBA42-2CE8-27D1-BE8E-95101C737FC2}"/>
              </a:ext>
            </a:extLst>
          </p:cNvPr>
          <p:cNvSpPr/>
          <p:nvPr/>
        </p:nvSpPr>
        <p:spPr>
          <a:xfrm>
            <a:off x="9726563" y="2007494"/>
            <a:ext cx="360000" cy="3600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b="1" dirty="0">
              <a:solidFill>
                <a:schemeClr val="tx1"/>
              </a:solidFill>
            </a:endParaRPr>
          </a:p>
        </p:txBody>
      </p:sp>
      <p:sp>
        <p:nvSpPr>
          <p:cNvPr id="1457" name="Rechteck: abgerundete Ecken 1456">
            <a:extLst>
              <a:ext uri="{FF2B5EF4-FFF2-40B4-BE49-F238E27FC236}">
                <a16:creationId xmlns:a16="http://schemas.microsoft.com/office/drawing/2014/main" id="{7C13BE40-BAAA-4474-7994-E7E50AB25A8B}"/>
              </a:ext>
            </a:extLst>
          </p:cNvPr>
          <p:cNvSpPr/>
          <p:nvPr/>
        </p:nvSpPr>
        <p:spPr>
          <a:xfrm>
            <a:off x="9726563" y="2930327"/>
            <a:ext cx="360000" cy="360000"/>
          </a:xfrm>
          <a:prstGeom prst="roundRect">
            <a:avLst/>
          </a:prstGeom>
          <a:solidFill>
            <a:srgbClr val="FFC5C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Z</a:t>
            </a:r>
          </a:p>
        </p:txBody>
      </p:sp>
      <p:sp>
        <p:nvSpPr>
          <p:cNvPr id="1458" name="Rechteck: abgerundete Ecken 1457">
            <a:extLst>
              <a:ext uri="{FF2B5EF4-FFF2-40B4-BE49-F238E27FC236}">
                <a16:creationId xmlns:a16="http://schemas.microsoft.com/office/drawing/2014/main" id="{67F09976-97E5-0870-A053-CF34A82D5F06}"/>
              </a:ext>
            </a:extLst>
          </p:cNvPr>
          <p:cNvSpPr/>
          <p:nvPr/>
        </p:nvSpPr>
        <p:spPr>
          <a:xfrm>
            <a:off x="9726563" y="3391992"/>
            <a:ext cx="360000" cy="360000"/>
          </a:xfrm>
          <a:prstGeom prst="roundRect">
            <a:avLst/>
          </a:prstGeom>
          <a:solidFill>
            <a:srgbClr val="FFC5C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Z</a:t>
            </a:r>
          </a:p>
        </p:txBody>
      </p:sp>
      <p:sp>
        <p:nvSpPr>
          <p:cNvPr id="1459" name="Rechteck: abgerundete Ecken 1458">
            <a:extLst>
              <a:ext uri="{FF2B5EF4-FFF2-40B4-BE49-F238E27FC236}">
                <a16:creationId xmlns:a16="http://schemas.microsoft.com/office/drawing/2014/main" id="{B2F0BF0D-348F-1D9F-CC3A-BFC3CA73F05C}"/>
              </a:ext>
            </a:extLst>
          </p:cNvPr>
          <p:cNvSpPr/>
          <p:nvPr/>
        </p:nvSpPr>
        <p:spPr>
          <a:xfrm>
            <a:off x="9726563" y="3853657"/>
            <a:ext cx="360000" cy="360000"/>
          </a:xfrm>
          <a:prstGeom prst="roundRect">
            <a:avLst/>
          </a:prstGeom>
          <a:solidFill>
            <a:srgbClr val="FFC5C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Z</a:t>
            </a:r>
          </a:p>
        </p:txBody>
      </p:sp>
      <p:sp>
        <p:nvSpPr>
          <p:cNvPr id="1460" name="Rechteck: abgerundete Ecken 1459">
            <a:extLst>
              <a:ext uri="{FF2B5EF4-FFF2-40B4-BE49-F238E27FC236}">
                <a16:creationId xmlns:a16="http://schemas.microsoft.com/office/drawing/2014/main" id="{FACB15D7-E705-9D88-6985-228F3B47FCDA}"/>
              </a:ext>
            </a:extLst>
          </p:cNvPr>
          <p:cNvSpPr/>
          <p:nvPr/>
        </p:nvSpPr>
        <p:spPr>
          <a:xfrm>
            <a:off x="9726563" y="4309651"/>
            <a:ext cx="360000" cy="3600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b="1" dirty="0">
              <a:solidFill>
                <a:schemeClr val="tx1"/>
              </a:solidFill>
            </a:endParaRPr>
          </a:p>
        </p:txBody>
      </p:sp>
      <p:sp>
        <p:nvSpPr>
          <p:cNvPr id="1461" name="Rechteck: abgerundete Ecken 1460">
            <a:extLst>
              <a:ext uri="{FF2B5EF4-FFF2-40B4-BE49-F238E27FC236}">
                <a16:creationId xmlns:a16="http://schemas.microsoft.com/office/drawing/2014/main" id="{7BF1DEA1-22C6-E529-C7B2-0D63B6CCF61B}"/>
              </a:ext>
            </a:extLst>
          </p:cNvPr>
          <p:cNvSpPr/>
          <p:nvPr/>
        </p:nvSpPr>
        <p:spPr>
          <a:xfrm>
            <a:off x="9726563" y="4771316"/>
            <a:ext cx="360000" cy="360000"/>
          </a:xfrm>
          <a:prstGeom prst="roundRect">
            <a:avLst/>
          </a:prstGeom>
          <a:solidFill>
            <a:srgbClr val="FFC5C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Z</a:t>
            </a:r>
          </a:p>
        </p:txBody>
      </p:sp>
      <p:sp>
        <p:nvSpPr>
          <p:cNvPr id="1462" name="Rechteck: abgerundete Ecken 1461">
            <a:extLst>
              <a:ext uri="{FF2B5EF4-FFF2-40B4-BE49-F238E27FC236}">
                <a16:creationId xmlns:a16="http://schemas.microsoft.com/office/drawing/2014/main" id="{24B27353-AA7A-D9C1-3E3F-D10B202B88EC}"/>
              </a:ext>
            </a:extLst>
          </p:cNvPr>
          <p:cNvSpPr/>
          <p:nvPr/>
        </p:nvSpPr>
        <p:spPr>
          <a:xfrm>
            <a:off x="9726563" y="5233499"/>
            <a:ext cx="360000" cy="360000"/>
          </a:xfrm>
          <a:prstGeom prst="roundRect">
            <a:avLst/>
          </a:prstGeom>
          <a:solidFill>
            <a:srgbClr val="FFC5C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Z</a:t>
            </a:r>
          </a:p>
        </p:txBody>
      </p:sp>
      <p:sp>
        <p:nvSpPr>
          <p:cNvPr id="1463" name="Rechteck: abgerundete Ecken 1462">
            <a:extLst>
              <a:ext uri="{FF2B5EF4-FFF2-40B4-BE49-F238E27FC236}">
                <a16:creationId xmlns:a16="http://schemas.microsoft.com/office/drawing/2014/main" id="{F4B47D7C-7182-3EF5-EE5F-2311F643ABD3}"/>
              </a:ext>
            </a:extLst>
          </p:cNvPr>
          <p:cNvSpPr/>
          <p:nvPr/>
        </p:nvSpPr>
        <p:spPr>
          <a:xfrm>
            <a:off x="9726563" y="5695164"/>
            <a:ext cx="360000" cy="360000"/>
          </a:xfrm>
          <a:prstGeom prst="roundRect">
            <a:avLst/>
          </a:prstGeom>
          <a:solidFill>
            <a:srgbClr val="FFC5C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Z</a:t>
            </a:r>
          </a:p>
        </p:txBody>
      </p:sp>
      <p:sp>
        <p:nvSpPr>
          <p:cNvPr id="1464" name="Rechteck: abgerundete Ecken 1463">
            <a:extLst>
              <a:ext uri="{FF2B5EF4-FFF2-40B4-BE49-F238E27FC236}">
                <a16:creationId xmlns:a16="http://schemas.microsoft.com/office/drawing/2014/main" id="{D9FB3699-6AC1-814A-4AE0-956BA4CFA88A}"/>
              </a:ext>
            </a:extLst>
          </p:cNvPr>
          <p:cNvSpPr/>
          <p:nvPr/>
        </p:nvSpPr>
        <p:spPr>
          <a:xfrm>
            <a:off x="9726563" y="6155412"/>
            <a:ext cx="360000" cy="360000"/>
          </a:xfrm>
          <a:prstGeom prst="roundRect">
            <a:avLst/>
          </a:prstGeom>
          <a:solidFill>
            <a:srgbClr val="FFC5C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Z</a:t>
            </a:r>
          </a:p>
        </p:txBody>
      </p:sp>
      <p:sp>
        <p:nvSpPr>
          <p:cNvPr id="1465" name="Textfeld 1464">
            <a:extLst>
              <a:ext uri="{FF2B5EF4-FFF2-40B4-BE49-F238E27FC236}">
                <a16:creationId xmlns:a16="http://schemas.microsoft.com/office/drawing/2014/main" id="{9C71ADD0-3047-B3B1-ADA3-10A667C738F7}"/>
              </a:ext>
            </a:extLst>
          </p:cNvPr>
          <p:cNvSpPr txBox="1"/>
          <p:nvPr/>
        </p:nvSpPr>
        <p:spPr>
          <a:xfrm>
            <a:off x="10202169" y="997625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+</a:t>
            </a:r>
          </a:p>
        </p:txBody>
      </p:sp>
      <p:sp>
        <p:nvSpPr>
          <p:cNvPr id="1466" name="Textfeld 1465">
            <a:extLst>
              <a:ext uri="{FF2B5EF4-FFF2-40B4-BE49-F238E27FC236}">
                <a16:creationId xmlns:a16="http://schemas.microsoft.com/office/drawing/2014/main" id="{FC761350-EEA7-365E-AF3F-78B192F7C8A8}"/>
              </a:ext>
            </a:extLst>
          </p:cNvPr>
          <p:cNvSpPr txBox="1"/>
          <p:nvPr/>
        </p:nvSpPr>
        <p:spPr>
          <a:xfrm>
            <a:off x="10202169" y="1457550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+</a:t>
            </a:r>
          </a:p>
        </p:txBody>
      </p:sp>
      <p:sp>
        <p:nvSpPr>
          <p:cNvPr id="1467" name="Textfeld 1466">
            <a:extLst>
              <a:ext uri="{FF2B5EF4-FFF2-40B4-BE49-F238E27FC236}">
                <a16:creationId xmlns:a16="http://schemas.microsoft.com/office/drawing/2014/main" id="{E0B4F537-AA25-CB4C-3CCF-4FD9AE6FCC19}"/>
              </a:ext>
            </a:extLst>
          </p:cNvPr>
          <p:cNvSpPr txBox="1"/>
          <p:nvPr/>
        </p:nvSpPr>
        <p:spPr>
          <a:xfrm>
            <a:off x="10202169" y="1917475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+</a:t>
            </a:r>
          </a:p>
        </p:txBody>
      </p:sp>
      <p:sp>
        <p:nvSpPr>
          <p:cNvPr id="1468" name="Textfeld 1467">
            <a:extLst>
              <a:ext uri="{FF2B5EF4-FFF2-40B4-BE49-F238E27FC236}">
                <a16:creationId xmlns:a16="http://schemas.microsoft.com/office/drawing/2014/main" id="{76B0E7D4-C0F7-E23B-6406-35EF573A9C54}"/>
              </a:ext>
            </a:extLst>
          </p:cNvPr>
          <p:cNvSpPr txBox="1"/>
          <p:nvPr/>
        </p:nvSpPr>
        <p:spPr>
          <a:xfrm>
            <a:off x="10202169" y="2838568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+</a:t>
            </a:r>
          </a:p>
        </p:txBody>
      </p:sp>
      <p:sp>
        <p:nvSpPr>
          <p:cNvPr id="1469" name="Textfeld 1468">
            <a:extLst>
              <a:ext uri="{FF2B5EF4-FFF2-40B4-BE49-F238E27FC236}">
                <a16:creationId xmlns:a16="http://schemas.microsoft.com/office/drawing/2014/main" id="{F0D2A50C-348F-8AD9-01EA-441C26E282B6}"/>
              </a:ext>
            </a:extLst>
          </p:cNvPr>
          <p:cNvSpPr txBox="1"/>
          <p:nvPr/>
        </p:nvSpPr>
        <p:spPr>
          <a:xfrm>
            <a:off x="10202169" y="3298493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+</a:t>
            </a:r>
          </a:p>
        </p:txBody>
      </p:sp>
      <p:sp>
        <p:nvSpPr>
          <p:cNvPr id="1470" name="Textfeld 1469">
            <a:extLst>
              <a:ext uri="{FF2B5EF4-FFF2-40B4-BE49-F238E27FC236}">
                <a16:creationId xmlns:a16="http://schemas.microsoft.com/office/drawing/2014/main" id="{FA773AD1-1C95-67DB-3D38-A60520FDED69}"/>
              </a:ext>
            </a:extLst>
          </p:cNvPr>
          <p:cNvSpPr txBox="1"/>
          <p:nvPr/>
        </p:nvSpPr>
        <p:spPr>
          <a:xfrm>
            <a:off x="10202169" y="3758418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+</a:t>
            </a:r>
          </a:p>
        </p:txBody>
      </p:sp>
      <p:sp>
        <p:nvSpPr>
          <p:cNvPr id="1471" name="Textfeld 1470">
            <a:extLst>
              <a:ext uri="{FF2B5EF4-FFF2-40B4-BE49-F238E27FC236}">
                <a16:creationId xmlns:a16="http://schemas.microsoft.com/office/drawing/2014/main" id="{6FCAF00B-02DE-C76F-6318-CD2A1B7B4928}"/>
              </a:ext>
            </a:extLst>
          </p:cNvPr>
          <p:cNvSpPr txBox="1"/>
          <p:nvPr/>
        </p:nvSpPr>
        <p:spPr>
          <a:xfrm>
            <a:off x="10202169" y="4218343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+</a:t>
            </a:r>
          </a:p>
        </p:txBody>
      </p:sp>
      <p:sp>
        <p:nvSpPr>
          <p:cNvPr id="1472" name="Textfeld 1471">
            <a:extLst>
              <a:ext uri="{FF2B5EF4-FFF2-40B4-BE49-F238E27FC236}">
                <a16:creationId xmlns:a16="http://schemas.microsoft.com/office/drawing/2014/main" id="{DEC87887-82D8-1597-751F-7326219CAF5B}"/>
              </a:ext>
            </a:extLst>
          </p:cNvPr>
          <p:cNvSpPr txBox="1"/>
          <p:nvPr/>
        </p:nvSpPr>
        <p:spPr>
          <a:xfrm>
            <a:off x="10202169" y="4678268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+</a:t>
            </a:r>
          </a:p>
        </p:txBody>
      </p:sp>
      <p:sp>
        <p:nvSpPr>
          <p:cNvPr id="1473" name="Textfeld 1472">
            <a:extLst>
              <a:ext uri="{FF2B5EF4-FFF2-40B4-BE49-F238E27FC236}">
                <a16:creationId xmlns:a16="http://schemas.microsoft.com/office/drawing/2014/main" id="{AE5D9E18-9C26-EC23-8E4B-EE9DD09F7B79}"/>
              </a:ext>
            </a:extLst>
          </p:cNvPr>
          <p:cNvSpPr txBox="1"/>
          <p:nvPr/>
        </p:nvSpPr>
        <p:spPr>
          <a:xfrm>
            <a:off x="10202169" y="5138193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+</a:t>
            </a:r>
          </a:p>
        </p:txBody>
      </p:sp>
      <p:sp>
        <p:nvSpPr>
          <p:cNvPr id="1474" name="Textfeld 1473">
            <a:extLst>
              <a:ext uri="{FF2B5EF4-FFF2-40B4-BE49-F238E27FC236}">
                <a16:creationId xmlns:a16="http://schemas.microsoft.com/office/drawing/2014/main" id="{AC8CD7C3-E95F-D609-9D84-B34E6DD70BA1}"/>
              </a:ext>
            </a:extLst>
          </p:cNvPr>
          <p:cNvSpPr txBox="1"/>
          <p:nvPr/>
        </p:nvSpPr>
        <p:spPr>
          <a:xfrm>
            <a:off x="10202169" y="5598118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+</a:t>
            </a:r>
          </a:p>
        </p:txBody>
      </p:sp>
      <p:sp>
        <p:nvSpPr>
          <p:cNvPr id="1475" name="Textfeld 1474">
            <a:extLst>
              <a:ext uri="{FF2B5EF4-FFF2-40B4-BE49-F238E27FC236}">
                <a16:creationId xmlns:a16="http://schemas.microsoft.com/office/drawing/2014/main" id="{9B8D5165-8D96-35FA-F0E7-6B9DC63C9736}"/>
              </a:ext>
            </a:extLst>
          </p:cNvPr>
          <p:cNvSpPr txBox="1"/>
          <p:nvPr/>
        </p:nvSpPr>
        <p:spPr>
          <a:xfrm>
            <a:off x="10202169" y="6058044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+</a:t>
            </a:r>
          </a:p>
        </p:txBody>
      </p:sp>
      <p:cxnSp>
        <p:nvCxnSpPr>
          <p:cNvPr id="1476" name="Gerader Verbinder 1475">
            <a:extLst>
              <a:ext uri="{FF2B5EF4-FFF2-40B4-BE49-F238E27FC236}">
                <a16:creationId xmlns:a16="http://schemas.microsoft.com/office/drawing/2014/main" id="{C46F51AE-53B8-E288-4B40-55FEA841D53C}"/>
              </a:ext>
            </a:extLst>
          </p:cNvPr>
          <p:cNvCxnSpPr>
            <a:cxnSpLocks/>
          </p:cNvCxnSpPr>
          <p:nvPr/>
        </p:nvCxnSpPr>
        <p:spPr>
          <a:xfrm>
            <a:off x="9744563" y="2944720"/>
            <a:ext cx="324000" cy="3240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7" name="Gerader Verbinder 1476">
            <a:extLst>
              <a:ext uri="{FF2B5EF4-FFF2-40B4-BE49-F238E27FC236}">
                <a16:creationId xmlns:a16="http://schemas.microsoft.com/office/drawing/2014/main" id="{FABFD499-9BCA-3C4B-F9B6-C6AB5841E14D}"/>
              </a:ext>
            </a:extLst>
          </p:cNvPr>
          <p:cNvCxnSpPr>
            <a:cxnSpLocks/>
          </p:cNvCxnSpPr>
          <p:nvPr/>
        </p:nvCxnSpPr>
        <p:spPr>
          <a:xfrm flipH="1">
            <a:off x="9744563" y="2942515"/>
            <a:ext cx="324000" cy="3240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8" name="Gerader Verbinder 1477">
            <a:extLst>
              <a:ext uri="{FF2B5EF4-FFF2-40B4-BE49-F238E27FC236}">
                <a16:creationId xmlns:a16="http://schemas.microsoft.com/office/drawing/2014/main" id="{6CEAE8A4-958D-AE7D-A2D0-B0C07389E7EA}"/>
              </a:ext>
            </a:extLst>
          </p:cNvPr>
          <p:cNvCxnSpPr>
            <a:cxnSpLocks/>
          </p:cNvCxnSpPr>
          <p:nvPr/>
        </p:nvCxnSpPr>
        <p:spPr>
          <a:xfrm>
            <a:off x="9744563" y="3873139"/>
            <a:ext cx="324000" cy="3240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9" name="Gerader Verbinder 1478">
            <a:extLst>
              <a:ext uri="{FF2B5EF4-FFF2-40B4-BE49-F238E27FC236}">
                <a16:creationId xmlns:a16="http://schemas.microsoft.com/office/drawing/2014/main" id="{29E0BBE3-0A3C-8812-E8C5-3E29CCF4688B}"/>
              </a:ext>
            </a:extLst>
          </p:cNvPr>
          <p:cNvCxnSpPr>
            <a:cxnSpLocks/>
          </p:cNvCxnSpPr>
          <p:nvPr/>
        </p:nvCxnSpPr>
        <p:spPr>
          <a:xfrm flipH="1">
            <a:off x="9744563" y="3870934"/>
            <a:ext cx="324000" cy="3240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2" name="Gerader Verbinder 1481">
            <a:extLst>
              <a:ext uri="{FF2B5EF4-FFF2-40B4-BE49-F238E27FC236}">
                <a16:creationId xmlns:a16="http://schemas.microsoft.com/office/drawing/2014/main" id="{F108F5DE-6859-0AC2-6D79-8418893D7874}"/>
              </a:ext>
            </a:extLst>
          </p:cNvPr>
          <p:cNvCxnSpPr>
            <a:cxnSpLocks/>
          </p:cNvCxnSpPr>
          <p:nvPr/>
        </p:nvCxnSpPr>
        <p:spPr>
          <a:xfrm>
            <a:off x="9744563" y="4785784"/>
            <a:ext cx="324000" cy="3240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3" name="Gerader Verbinder 1482">
            <a:extLst>
              <a:ext uri="{FF2B5EF4-FFF2-40B4-BE49-F238E27FC236}">
                <a16:creationId xmlns:a16="http://schemas.microsoft.com/office/drawing/2014/main" id="{C317C5E1-A703-AE2B-D9CD-630682C02616}"/>
              </a:ext>
            </a:extLst>
          </p:cNvPr>
          <p:cNvCxnSpPr>
            <a:cxnSpLocks/>
          </p:cNvCxnSpPr>
          <p:nvPr/>
        </p:nvCxnSpPr>
        <p:spPr>
          <a:xfrm flipH="1">
            <a:off x="9744563" y="4783579"/>
            <a:ext cx="324000" cy="3240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4" name="Textfeld 1483">
            <a:extLst>
              <a:ext uri="{FF2B5EF4-FFF2-40B4-BE49-F238E27FC236}">
                <a16:creationId xmlns:a16="http://schemas.microsoft.com/office/drawing/2014/main" id="{19087E68-D26B-CDFE-A6D8-BE77A10155BC}"/>
              </a:ext>
            </a:extLst>
          </p:cNvPr>
          <p:cNvSpPr txBox="1"/>
          <p:nvPr/>
        </p:nvSpPr>
        <p:spPr>
          <a:xfrm>
            <a:off x="9371797" y="231064"/>
            <a:ext cx="43300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Association estimation</a:t>
            </a:r>
          </a:p>
        </p:txBody>
      </p:sp>
      <p:sp>
        <p:nvSpPr>
          <p:cNvPr id="1485" name="Textfeld 1484">
            <a:extLst>
              <a:ext uri="{FF2B5EF4-FFF2-40B4-BE49-F238E27FC236}">
                <a16:creationId xmlns:a16="http://schemas.microsoft.com/office/drawing/2014/main" id="{C489098F-C5CE-59A0-50FA-A577C82974E5}"/>
              </a:ext>
            </a:extLst>
          </p:cNvPr>
          <p:cNvSpPr txBox="1"/>
          <p:nvPr/>
        </p:nvSpPr>
        <p:spPr>
          <a:xfrm>
            <a:off x="9475195" y="612256"/>
            <a:ext cx="8627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Zeros</a:t>
            </a:r>
          </a:p>
        </p:txBody>
      </p:sp>
      <p:sp>
        <p:nvSpPr>
          <p:cNvPr id="1486" name="Textfeld 1485">
            <a:extLst>
              <a:ext uri="{FF2B5EF4-FFF2-40B4-BE49-F238E27FC236}">
                <a16:creationId xmlns:a16="http://schemas.microsoft.com/office/drawing/2014/main" id="{BDAC3EB0-165E-1005-B4FD-EE7D02FEE964}"/>
              </a:ext>
            </a:extLst>
          </p:cNvPr>
          <p:cNvSpPr txBox="1"/>
          <p:nvPr/>
        </p:nvSpPr>
        <p:spPr>
          <a:xfrm>
            <a:off x="10609461" y="611533"/>
            <a:ext cx="8980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Norm</a:t>
            </a:r>
          </a:p>
        </p:txBody>
      </p:sp>
      <p:sp>
        <p:nvSpPr>
          <p:cNvPr id="1487" name="Textfeld 1486">
            <a:extLst>
              <a:ext uri="{FF2B5EF4-FFF2-40B4-BE49-F238E27FC236}">
                <a16:creationId xmlns:a16="http://schemas.microsoft.com/office/drawing/2014/main" id="{70778B9D-456C-0F06-B4CA-807A739E4C4A}"/>
              </a:ext>
            </a:extLst>
          </p:cNvPr>
          <p:cNvSpPr txBox="1"/>
          <p:nvPr/>
        </p:nvSpPr>
        <p:spPr>
          <a:xfrm>
            <a:off x="12052542" y="2387682"/>
            <a:ext cx="13374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corshrink</a:t>
            </a:r>
            <a:endParaRPr lang="en-US" sz="2400" dirty="0"/>
          </a:p>
        </p:txBody>
      </p:sp>
      <p:sp>
        <p:nvSpPr>
          <p:cNvPr id="1492" name="Rechteck: abgerundete Ecken 1491">
            <a:extLst>
              <a:ext uri="{FF2B5EF4-FFF2-40B4-BE49-F238E27FC236}">
                <a16:creationId xmlns:a16="http://schemas.microsoft.com/office/drawing/2014/main" id="{819C8F67-5A23-1A77-EEE2-6E12B9EB78A8}"/>
              </a:ext>
            </a:extLst>
          </p:cNvPr>
          <p:cNvSpPr/>
          <p:nvPr/>
        </p:nvSpPr>
        <p:spPr>
          <a:xfrm>
            <a:off x="10677895" y="1078701"/>
            <a:ext cx="360000" cy="3600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b="1" dirty="0">
              <a:solidFill>
                <a:schemeClr val="tx1"/>
              </a:solidFill>
            </a:endParaRPr>
          </a:p>
        </p:txBody>
      </p:sp>
      <p:sp>
        <p:nvSpPr>
          <p:cNvPr id="1493" name="Rechteck: abgerundete Ecken 1492">
            <a:extLst>
              <a:ext uri="{FF2B5EF4-FFF2-40B4-BE49-F238E27FC236}">
                <a16:creationId xmlns:a16="http://schemas.microsoft.com/office/drawing/2014/main" id="{FE49E628-378A-9DA6-5DD7-E35E194A9A84}"/>
              </a:ext>
            </a:extLst>
          </p:cNvPr>
          <p:cNvSpPr/>
          <p:nvPr/>
        </p:nvSpPr>
        <p:spPr>
          <a:xfrm>
            <a:off x="10677895" y="1540366"/>
            <a:ext cx="360000" cy="3600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b="1" dirty="0">
              <a:solidFill>
                <a:schemeClr val="tx1"/>
              </a:solidFill>
            </a:endParaRPr>
          </a:p>
        </p:txBody>
      </p:sp>
      <p:sp>
        <p:nvSpPr>
          <p:cNvPr id="1494" name="Rechteck: abgerundete Ecken 1493">
            <a:extLst>
              <a:ext uri="{FF2B5EF4-FFF2-40B4-BE49-F238E27FC236}">
                <a16:creationId xmlns:a16="http://schemas.microsoft.com/office/drawing/2014/main" id="{3420B992-372F-AEF7-E51A-A102107DB435}"/>
              </a:ext>
            </a:extLst>
          </p:cNvPr>
          <p:cNvSpPr/>
          <p:nvPr/>
        </p:nvSpPr>
        <p:spPr>
          <a:xfrm>
            <a:off x="10677895" y="2002031"/>
            <a:ext cx="360000" cy="3600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b="1" dirty="0">
              <a:solidFill>
                <a:schemeClr val="tx1"/>
              </a:solidFill>
            </a:endParaRPr>
          </a:p>
        </p:txBody>
      </p:sp>
      <p:sp>
        <p:nvSpPr>
          <p:cNvPr id="1495" name="Rechteck: abgerundete Ecken 1494">
            <a:extLst>
              <a:ext uri="{FF2B5EF4-FFF2-40B4-BE49-F238E27FC236}">
                <a16:creationId xmlns:a16="http://schemas.microsoft.com/office/drawing/2014/main" id="{9FD7C9E5-D990-003B-10E3-B0D402118B4C}"/>
              </a:ext>
            </a:extLst>
          </p:cNvPr>
          <p:cNvSpPr/>
          <p:nvPr/>
        </p:nvSpPr>
        <p:spPr>
          <a:xfrm>
            <a:off x="10677895" y="2924864"/>
            <a:ext cx="360000" cy="3600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496" name="Rechteck: abgerundete Ecken 1495">
            <a:extLst>
              <a:ext uri="{FF2B5EF4-FFF2-40B4-BE49-F238E27FC236}">
                <a16:creationId xmlns:a16="http://schemas.microsoft.com/office/drawing/2014/main" id="{E7275B9A-20EA-0D4A-3D64-88EEE6021F14}"/>
              </a:ext>
            </a:extLst>
          </p:cNvPr>
          <p:cNvSpPr/>
          <p:nvPr/>
        </p:nvSpPr>
        <p:spPr>
          <a:xfrm>
            <a:off x="10677895" y="3386529"/>
            <a:ext cx="360000" cy="360000"/>
          </a:xfrm>
          <a:prstGeom prst="roundRect">
            <a:avLst/>
          </a:prstGeom>
          <a:solidFill>
            <a:srgbClr val="BDD7E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R</a:t>
            </a:r>
          </a:p>
        </p:txBody>
      </p:sp>
      <p:sp>
        <p:nvSpPr>
          <p:cNvPr id="1497" name="Rechteck: abgerundete Ecken 1496">
            <a:extLst>
              <a:ext uri="{FF2B5EF4-FFF2-40B4-BE49-F238E27FC236}">
                <a16:creationId xmlns:a16="http://schemas.microsoft.com/office/drawing/2014/main" id="{224D8562-44E0-A4FF-D71E-0F6989D193B3}"/>
              </a:ext>
            </a:extLst>
          </p:cNvPr>
          <p:cNvSpPr/>
          <p:nvPr/>
        </p:nvSpPr>
        <p:spPr>
          <a:xfrm>
            <a:off x="10677895" y="3848194"/>
            <a:ext cx="360000" cy="360000"/>
          </a:xfrm>
          <a:prstGeom prst="roundRect">
            <a:avLst/>
          </a:prstGeom>
          <a:solidFill>
            <a:srgbClr val="BDD7E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R</a:t>
            </a:r>
          </a:p>
        </p:txBody>
      </p:sp>
      <p:sp>
        <p:nvSpPr>
          <p:cNvPr id="1498" name="Rechteck: abgerundete Ecken 1497">
            <a:extLst>
              <a:ext uri="{FF2B5EF4-FFF2-40B4-BE49-F238E27FC236}">
                <a16:creationId xmlns:a16="http://schemas.microsoft.com/office/drawing/2014/main" id="{9CC4CEC1-B6C4-F58E-3B22-E913644ACBA0}"/>
              </a:ext>
            </a:extLst>
          </p:cNvPr>
          <p:cNvSpPr/>
          <p:nvPr/>
        </p:nvSpPr>
        <p:spPr>
          <a:xfrm>
            <a:off x="10677895" y="4304188"/>
            <a:ext cx="360000" cy="3600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499" name="Rechteck: abgerundete Ecken 1498">
            <a:extLst>
              <a:ext uri="{FF2B5EF4-FFF2-40B4-BE49-F238E27FC236}">
                <a16:creationId xmlns:a16="http://schemas.microsoft.com/office/drawing/2014/main" id="{109A6762-E5DE-463B-2598-1611B3BA765A}"/>
              </a:ext>
            </a:extLst>
          </p:cNvPr>
          <p:cNvSpPr/>
          <p:nvPr/>
        </p:nvSpPr>
        <p:spPr>
          <a:xfrm>
            <a:off x="10677895" y="4765853"/>
            <a:ext cx="360000" cy="3600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500" name="Rechteck: abgerundete Ecken 1499">
            <a:extLst>
              <a:ext uri="{FF2B5EF4-FFF2-40B4-BE49-F238E27FC236}">
                <a16:creationId xmlns:a16="http://schemas.microsoft.com/office/drawing/2014/main" id="{83342745-7A83-6907-153C-EBEB44D7487C}"/>
              </a:ext>
            </a:extLst>
          </p:cNvPr>
          <p:cNvSpPr/>
          <p:nvPr/>
        </p:nvSpPr>
        <p:spPr>
          <a:xfrm>
            <a:off x="10676837" y="5228036"/>
            <a:ext cx="360000" cy="3600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501" name="Rechteck: abgerundete Ecken 1500">
            <a:extLst>
              <a:ext uri="{FF2B5EF4-FFF2-40B4-BE49-F238E27FC236}">
                <a16:creationId xmlns:a16="http://schemas.microsoft.com/office/drawing/2014/main" id="{A9CF9BC8-7A73-EE5D-A143-8D01DC90ACB6}"/>
              </a:ext>
            </a:extLst>
          </p:cNvPr>
          <p:cNvSpPr/>
          <p:nvPr/>
        </p:nvSpPr>
        <p:spPr>
          <a:xfrm>
            <a:off x="10676837" y="5689701"/>
            <a:ext cx="360000" cy="3600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502" name="Rechteck: abgerundete Ecken 1501">
            <a:extLst>
              <a:ext uri="{FF2B5EF4-FFF2-40B4-BE49-F238E27FC236}">
                <a16:creationId xmlns:a16="http://schemas.microsoft.com/office/drawing/2014/main" id="{917E22E9-9B71-C4B7-1C4C-3D982127664D}"/>
              </a:ext>
            </a:extLst>
          </p:cNvPr>
          <p:cNvSpPr/>
          <p:nvPr/>
        </p:nvSpPr>
        <p:spPr>
          <a:xfrm>
            <a:off x="11080088" y="5228759"/>
            <a:ext cx="360000" cy="36000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R</a:t>
            </a:r>
          </a:p>
        </p:txBody>
      </p:sp>
      <p:sp>
        <p:nvSpPr>
          <p:cNvPr id="1503" name="Rechteck: abgerundete Ecken 1502">
            <a:extLst>
              <a:ext uri="{FF2B5EF4-FFF2-40B4-BE49-F238E27FC236}">
                <a16:creationId xmlns:a16="http://schemas.microsoft.com/office/drawing/2014/main" id="{957674FE-82A9-DBA5-F437-EAABEF5EF55B}"/>
              </a:ext>
            </a:extLst>
          </p:cNvPr>
          <p:cNvSpPr/>
          <p:nvPr/>
        </p:nvSpPr>
        <p:spPr>
          <a:xfrm>
            <a:off x="10677895" y="6149949"/>
            <a:ext cx="360000" cy="3600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504" name="Rechteck: abgerundete Ecken 1503">
            <a:extLst>
              <a:ext uri="{FF2B5EF4-FFF2-40B4-BE49-F238E27FC236}">
                <a16:creationId xmlns:a16="http://schemas.microsoft.com/office/drawing/2014/main" id="{B3C0713E-29C4-0361-DF45-68DAED9D26E2}"/>
              </a:ext>
            </a:extLst>
          </p:cNvPr>
          <p:cNvSpPr/>
          <p:nvPr/>
        </p:nvSpPr>
        <p:spPr>
          <a:xfrm>
            <a:off x="10677895" y="2464672"/>
            <a:ext cx="360000" cy="3600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b="1" dirty="0">
              <a:solidFill>
                <a:schemeClr val="tx1"/>
              </a:solidFill>
            </a:endParaRPr>
          </a:p>
        </p:txBody>
      </p:sp>
      <p:cxnSp>
        <p:nvCxnSpPr>
          <p:cNvPr id="1489" name="Gerade Verbindung mit Pfeil 1488">
            <a:extLst>
              <a:ext uri="{FF2B5EF4-FFF2-40B4-BE49-F238E27FC236}">
                <a16:creationId xmlns:a16="http://schemas.microsoft.com/office/drawing/2014/main" id="{4EB2DFAD-593F-54C5-4F28-479DF1C40EC3}"/>
              </a:ext>
            </a:extLst>
          </p:cNvPr>
          <p:cNvCxnSpPr>
            <a:cxnSpLocks/>
          </p:cNvCxnSpPr>
          <p:nvPr/>
        </p:nvCxnSpPr>
        <p:spPr>
          <a:xfrm>
            <a:off x="11675828" y="2639702"/>
            <a:ext cx="36000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0" name="Rechteck: abgerundete Ecken 1489">
            <a:extLst>
              <a:ext uri="{FF2B5EF4-FFF2-40B4-BE49-F238E27FC236}">
                <a16:creationId xmlns:a16="http://schemas.microsoft.com/office/drawing/2014/main" id="{B9259FE0-05A3-8F70-8808-F6BDF12C536C}"/>
              </a:ext>
            </a:extLst>
          </p:cNvPr>
          <p:cNvSpPr/>
          <p:nvPr/>
        </p:nvSpPr>
        <p:spPr>
          <a:xfrm>
            <a:off x="9726563" y="2470135"/>
            <a:ext cx="360000" cy="3600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b="1" dirty="0">
              <a:solidFill>
                <a:schemeClr val="tx1"/>
              </a:solidFill>
            </a:endParaRPr>
          </a:p>
        </p:txBody>
      </p:sp>
      <p:sp>
        <p:nvSpPr>
          <p:cNvPr id="1491" name="Textfeld 1490">
            <a:extLst>
              <a:ext uri="{FF2B5EF4-FFF2-40B4-BE49-F238E27FC236}">
                <a16:creationId xmlns:a16="http://schemas.microsoft.com/office/drawing/2014/main" id="{1BD8E5AE-B29F-9057-04FC-0624049BE33C}"/>
              </a:ext>
            </a:extLst>
          </p:cNvPr>
          <p:cNvSpPr txBox="1"/>
          <p:nvPr/>
        </p:nvSpPr>
        <p:spPr>
          <a:xfrm>
            <a:off x="10202169" y="2380116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+</a:t>
            </a:r>
          </a:p>
        </p:txBody>
      </p:sp>
      <p:sp>
        <p:nvSpPr>
          <p:cNvPr id="2" name="Rechteck: abgerundete Ecken 1">
            <a:extLst>
              <a:ext uri="{FF2B5EF4-FFF2-40B4-BE49-F238E27FC236}">
                <a16:creationId xmlns:a16="http://schemas.microsoft.com/office/drawing/2014/main" id="{F2B44E30-86A1-F6FA-E19E-7DB8BB01E4B5}"/>
              </a:ext>
            </a:extLst>
          </p:cNvPr>
          <p:cNvSpPr/>
          <p:nvPr/>
        </p:nvSpPr>
        <p:spPr>
          <a:xfrm>
            <a:off x="11080088" y="4304188"/>
            <a:ext cx="360000" cy="36000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R</a:t>
            </a:r>
          </a:p>
        </p:txBody>
      </p: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15C52D38-E8BE-3C61-EE6C-599641061387}"/>
              </a:ext>
            </a:extLst>
          </p:cNvPr>
          <p:cNvSpPr/>
          <p:nvPr/>
        </p:nvSpPr>
        <p:spPr>
          <a:xfrm>
            <a:off x="11080088" y="4767784"/>
            <a:ext cx="360000" cy="36000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R</a:t>
            </a:r>
          </a:p>
        </p:txBody>
      </p: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E7DC3B46-F6C3-DAE9-E1E2-44C5A7F60401}"/>
              </a:ext>
            </a:extLst>
          </p:cNvPr>
          <p:cNvSpPr/>
          <p:nvPr/>
        </p:nvSpPr>
        <p:spPr>
          <a:xfrm>
            <a:off x="11080088" y="6149949"/>
            <a:ext cx="360000" cy="36000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R</a:t>
            </a:r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0F646737-5DE8-F157-44DD-41ED93C111D1}"/>
              </a:ext>
            </a:extLst>
          </p:cNvPr>
          <p:cNvSpPr/>
          <p:nvPr/>
        </p:nvSpPr>
        <p:spPr>
          <a:xfrm>
            <a:off x="11080088" y="5688974"/>
            <a:ext cx="360000" cy="36000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R</a:t>
            </a:r>
          </a:p>
        </p:txBody>
      </p:sp>
    </p:spTree>
    <p:extLst>
      <p:ext uri="{BB962C8B-B14F-4D97-AF65-F5344CB8AC3E}">
        <p14:creationId xmlns:p14="http://schemas.microsoft.com/office/powerpoint/2010/main" val="2608067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– 2022-Design">
  <a:themeElements>
    <a:clrScheme name="Office 2013 – 2022-Design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– 2022-Design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– 2022-Design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120</Words>
  <Application>Microsoft Office PowerPoint</Application>
  <PresentationFormat>Benutzerdefiniert</PresentationFormat>
  <Paragraphs>104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2013 – 2022-Design</vt:lpstr>
      <vt:lpstr>PowerPoint-Präsentation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Zero replacement in microbiome count matrices</dc:title>
  <dc:subject>Zero handling schematic</dc:subject>
  <dc:creator>OpenAI</dc:creator>
  <cp:lastModifiedBy>Stefanie Peschel</cp:lastModifiedBy>
  <cp:revision>74</cp:revision>
  <dcterms:created xsi:type="dcterms:W3CDTF">2026-05-10T08:14:00Z</dcterms:created>
  <dcterms:modified xsi:type="dcterms:W3CDTF">2026-07-05T19:45:01Z</dcterms:modified>
</cp:coreProperties>
</file>