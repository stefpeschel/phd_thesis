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9" r:id="rId1"/>
  </p:sldMasterIdLst>
  <p:notesMasterIdLst>
    <p:notesMasterId r:id="rId3"/>
  </p:notesMasterIdLst>
  <p:sldIdLst>
    <p:sldId id="258" r:id="rId2"/>
  </p:sldIdLst>
  <p:sldSz cx="12599988" cy="5580063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5B6"/>
    <a:srgbClr val="2F5597"/>
    <a:srgbClr val="BBDEFD"/>
    <a:srgbClr val="E2F1FE"/>
    <a:srgbClr val="D6EBFE"/>
    <a:srgbClr val="CAEDFE"/>
    <a:srgbClr val="E2E9F6"/>
    <a:srgbClr val="F2FAF2"/>
    <a:srgbClr val="F1F6FD"/>
    <a:srgbClr val="EDF1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06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1646" y="1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9519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1pPr>
    <a:lvl2pPr marL="360738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2pPr>
    <a:lvl3pPr marL="721475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3pPr>
    <a:lvl4pPr marL="1082213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4pPr>
    <a:lvl5pPr marL="1442950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5pPr>
    <a:lvl6pPr marL="1803688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6pPr>
    <a:lvl7pPr marL="2164425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7pPr>
    <a:lvl8pPr marL="2525163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8pPr>
    <a:lvl9pPr marL="2885901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74999" y="913219"/>
            <a:ext cx="9449991" cy="1942689"/>
          </a:xfrm>
        </p:spPr>
        <p:txBody>
          <a:bodyPr anchor="b"/>
          <a:lstStyle>
            <a:lvl1pPr algn="ctr">
              <a:defRPr sz="4882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74999" y="2930825"/>
            <a:ext cx="9449991" cy="1347223"/>
          </a:xfrm>
        </p:spPr>
        <p:txBody>
          <a:bodyPr/>
          <a:lstStyle>
            <a:lvl1pPr marL="0" indent="0" algn="ctr">
              <a:buNone/>
              <a:defRPr sz="1953"/>
            </a:lvl1pPr>
            <a:lvl2pPr marL="372024" indent="0" algn="ctr">
              <a:buNone/>
              <a:defRPr sz="1627"/>
            </a:lvl2pPr>
            <a:lvl3pPr marL="744047" indent="0" algn="ctr">
              <a:buNone/>
              <a:defRPr sz="1465"/>
            </a:lvl3pPr>
            <a:lvl4pPr marL="1116071" indent="0" algn="ctr">
              <a:buNone/>
              <a:defRPr sz="1302"/>
            </a:lvl4pPr>
            <a:lvl5pPr marL="1488095" indent="0" algn="ctr">
              <a:buNone/>
              <a:defRPr sz="1302"/>
            </a:lvl5pPr>
            <a:lvl6pPr marL="1860118" indent="0" algn="ctr">
              <a:buNone/>
              <a:defRPr sz="1302"/>
            </a:lvl6pPr>
            <a:lvl7pPr marL="2232142" indent="0" algn="ctr">
              <a:buNone/>
              <a:defRPr sz="1302"/>
            </a:lvl7pPr>
            <a:lvl8pPr marL="2604165" indent="0" algn="ctr">
              <a:buNone/>
              <a:defRPr sz="1302"/>
            </a:lvl8pPr>
            <a:lvl9pPr marL="2976189" indent="0" algn="ctr">
              <a:buNone/>
              <a:defRPr sz="1302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06651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1987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9687" y="1391141"/>
            <a:ext cx="10867490" cy="2321151"/>
          </a:xfrm>
        </p:spPr>
        <p:txBody>
          <a:bodyPr anchor="b"/>
          <a:lstStyle>
            <a:lvl1pPr>
              <a:defRPr sz="4882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687" y="3734251"/>
            <a:ext cx="10867490" cy="1220638"/>
          </a:xfrm>
        </p:spPr>
        <p:txBody>
          <a:bodyPr/>
          <a:lstStyle>
            <a:lvl1pPr marL="0" indent="0">
              <a:buNone/>
              <a:defRPr sz="1953">
                <a:solidFill>
                  <a:schemeClr val="tx1">
                    <a:tint val="75000"/>
                  </a:schemeClr>
                </a:solidFill>
              </a:defRPr>
            </a:lvl1pPr>
            <a:lvl2pPr marL="372024" indent="0">
              <a:buNone/>
              <a:defRPr sz="1627">
                <a:solidFill>
                  <a:schemeClr val="tx1">
                    <a:tint val="75000"/>
                  </a:schemeClr>
                </a:solidFill>
              </a:defRPr>
            </a:lvl2pPr>
            <a:lvl3pPr marL="744047" indent="0">
              <a:buNone/>
              <a:defRPr sz="1465">
                <a:solidFill>
                  <a:schemeClr val="tx1">
                    <a:tint val="75000"/>
                  </a:schemeClr>
                </a:solidFill>
              </a:defRPr>
            </a:lvl3pPr>
            <a:lvl4pPr marL="1116071" indent="0">
              <a:buNone/>
              <a:defRPr sz="1302">
                <a:solidFill>
                  <a:schemeClr val="tx1">
                    <a:tint val="75000"/>
                  </a:schemeClr>
                </a:solidFill>
              </a:defRPr>
            </a:lvl4pPr>
            <a:lvl5pPr marL="1488095" indent="0">
              <a:buNone/>
              <a:defRPr sz="1302">
                <a:solidFill>
                  <a:schemeClr val="tx1">
                    <a:tint val="75000"/>
                  </a:schemeClr>
                </a:solidFill>
              </a:defRPr>
            </a:lvl5pPr>
            <a:lvl6pPr marL="1860118" indent="0">
              <a:buNone/>
              <a:defRPr sz="1302">
                <a:solidFill>
                  <a:schemeClr val="tx1">
                    <a:tint val="75000"/>
                  </a:schemeClr>
                </a:solidFill>
              </a:defRPr>
            </a:lvl6pPr>
            <a:lvl7pPr marL="2232142" indent="0">
              <a:buNone/>
              <a:defRPr sz="1302">
                <a:solidFill>
                  <a:schemeClr val="tx1">
                    <a:tint val="75000"/>
                  </a:schemeClr>
                </a:solidFill>
              </a:defRPr>
            </a:lvl7pPr>
            <a:lvl8pPr marL="2604165" indent="0">
              <a:buNone/>
              <a:defRPr sz="1302">
                <a:solidFill>
                  <a:schemeClr val="tx1">
                    <a:tint val="75000"/>
                  </a:schemeClr>
                </a:solidFill>
              </a:defRPr>
            </a:lvl8pPr>
            <a:lvl9pPr marL="2976189" indent="0">
              <a:buNone/>
              <a:defRPr sz="130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73963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49" y="1485433"/>
            <a:ext cx="5354995" cy="354049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8744" y="1485433"/>
            <a:ext cx="5354995" cy="354049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80976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0" y="297087"/>
            <a:ext cx="10867490" cy="107855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7891" y="1367891"/>
            <a:ext cx="5330385" cy="670382"/>
          </a:xfrm>
        </p:spPr>
        <p:txBody>
          <a:bodyPr anchor="b"/>
          <a:lstStyle>
            <a:lvl1pPr marL="0" indent="0">
              <a:buNone/>
              <a:defRPr sz="1953" b="1"/>
            </a:lvl1pPr>
            <a:lvl2pPr marL="372024" indent="0">
              <a:buNone/>
              <a:defRPr sz="1627" b="1"/>
            </a:lvl2pPr>
            <a:lvl3pPr marL="744047" indent="0">
              <a:buNone/>
              <a:defRPr sz="1465" b="1"/>
            </a:lvl3pPr>
            <a:lvl4pPr marL="1116071" indent="0">
              <a:buNone/>
              <a:defRPr sz="1302" b="1"/>
            </a:lvl4pPr>
            <a:lvl5pPr marL="1488095" indent="0">
              <a:buNone/>
              <a:defRPr sz="1302" b="1"/>
            </a:lvl5pPr>
            <a:lvl6pPr marL="1860118" indent="0">
              <a:buNone/>
              <a:defRPr sz="1302" b="1"/>
            </a:lvl6pPr>
            <a:lvl7pPr marL="2232142" indent="0">
              <a:buNone/>
              <a:defRPr sz="1302" b="1"/>
            </a:lvl7pPr>
            <a:lvl8pPr marL="2604165" indent="0">
              <a:buNone/>
              <a:defRPr sz="1302" b="1"/>
            </a:lvl8pPr>
            <a:lvl9pPr marL="2976189" indent="0">
              <a:buNone/>
              <a:defRPr sz="1302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7891" y="2038273"/>
            <a:ext cx="5330385" cy="299799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8744" y="1367891"/>
            <a:ext cx="5356636" cy="670382"/>
          </a:xfrm>
        </p:spPr>
        <p:txBody>
          <a:bodyPr anchor="b"/>
          <a:lstStyle>
            <a:lvl1pPr marL="0" indent="0">
              <a:buNone/>
              <a:defRPr sz="1953" b="1"/>
            </a:lvl1pPr>
            <a:lvl2pPr marL="372024" indent="0">
              <a:buNone/>
              <a:defRPr sz="1627" b="1"/>
            </a:lvl2pPr>
            <a:lvl3pPr marL="744047" indent="0">
              <a:buNone/>
              <a:defRPr sz="1465" b="1"/>
            </a:lvl3pPr>
            <a:lvl4pPr marL="1116071" indent="0">
              <a:buNone/>
              <a:defRPr sz="1302" b="1"/>
            </a:lvl4pPr>
            <a:lvl5pPr marL="1488095" indent="0">
              <a:buNone/>
              <a:defRPr sz="1302" b="1"/>
            </a:lvl5pPr>
            <a:lvl6pPr marL="1860118" indent="0">
              <a:buNone/>
              <a:defRPr sz="1302" b="1"/>
            </a:lvl6pPr>
            <a:lvl7pPr marL="2232142" indent="0">
              <a:buNone/>
              <a:defRPr sz="1302" b="1"/>
            </a:lvl7pPr>
            <a:lvl8pPr marL="2604165" indent="0">
              <a:buNone/>
              <a:defRPr sz="1302" b="1"/>
            </a:lvl8pPr>
            <a:lvl9pPr marL="2976189" indent="0">
              <a:buNone/>
              <a:defRPr sz="1302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8744" y="2038273"/>
            <a:ext cx="5356636" cy="299799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86753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41247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61102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1" y="372004"/>
            <a:ext cx="4063824" cy="1302015"/>
          </a:xfrm>
        </p:spPr>
        <p:txBody>
          <a:bodyPr anchor="b"/>
          <a:lstStyle>
            <a:lvl1pPr>
              <a:defRPr sz="260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6636" y="803426"/>
            <a:ext cx="6378744" cy="3965461"/>
          </a:xfrm>
        </p:spPr>
        <p:txBody>
          <a:bodyPr/>
          <a:lstStyle>
            <a:lvl1pPr>
              <a:defRPr sz="2604"/>
            </a:lvl1pPr>
            <a:lvl2pPr>
              <a:defRPr sz="2278"/>
            </a:lvl2pPr>
            <a:lvl3pPr>
              <a:defRPr sz="1953"/>
            </a:lvl3pPr>
            <a:lvl4pPr>
              <a:defRPr sz="1627"/>
            </a:lvl4pPr>
            <a:lvl5pPr>
              <a:defRPr sz="1627"/>
            </a:lvl5pPr>
            <a:lvl6pPr>
              <a:defRPr sz="1627"/>
            </a:lvl6pPr>
            <a:lvl7pPr>
              <a:defRPr sz="1627"/>
            </a:lvl7pPr>
            <a:lvl8pPr>
              <a:defRPr sz="1627"/>
            </a:lvl8pPr>
            <a:lvl9pPr>
              <a:defRPr sz="1627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1" y="1674019"/>
            <a:ext cx="4063824" cy="3101327"/>
          </a:xfrm>
        </p:spPr>
        <p:txBody>
          <a:bodyPr/>
          <a:lstStyle>
            <a:lvl1pPr marL="0" indent="0">
              <a:buNone/>
              <a:defRPr sz="1302"/>
            </a:lvl1pPr>
            <a:lvl2pPr marL="372024" indent="0">
              <a:buNone/>
              <a:defRPr sz="1139"/>
            </a:lvl2pPr>
            <a:lvl3pPr marL="744047" indent="0">
              <a:buNone/>
              <a:defRPr sz="976"/>
            </a:lvl3pPr>
            <a:lvl4pPr marL="1116071" indent="0">
              <a:buNone/>
              <a:defRPr sz="814"/>
            </a:lvl4pPr>
            <a:lvl5pPr marL="1488095" indent="0">
              <a:buNone/>
              <a:defRPr sz="814"/>
            </a:lvl5pPr>
            <a:lvl6pPr marL="1860118" indent="0">
              <a:buNone/>
              <a:defRPr sz="814"/>
            </a:lvl6pPr>
            <a:lvl7pPr marL="2232142" indent="0">
              <a:buNone/>
              <a:defRPr sz="814"/>
            </a:lvl7pPr>
            <a:lvl8pPr marL="2604165" indent="0">
              <a:buNone/>
              <a:defRPr sz="814"/>
            </a:lvl8pPr>
            <a:lvl9pPr marL="2976189" indent="0">
              <a:buNone/>
              <a:defRPr sz="81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55242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1" y="372004"/>
            <a:ext cx="4063824" cy="1302015"/>
          </a:xfrm>
        </p:spPr>
        <p:txBody>
          <a:bodyPr anchor="b"/>
          <a:lstStyle>
            <a:lvl1pPr>
              <a:defRPr sz="260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56636" y="803426"/>
            <a:ext cx="6378744" cy="3965461"/>
          </a:xfrm>
        </p:spPr>
        <p:txBody>
          <a:bodyPr anchor="t"/>
          <a:lstStyle>
            <a:lvl1pPr marL="0" indent="0">
              <a:buNone/>
              <a:defRPr sz="2604"/>
            </a:lvl1pPr>
            <a:lvl2pPr marL="372024" indent="0">
              <a:buNone/>
              <a:defRPr sz="2278"/>
            </a:lvl2pPr>
            <a:lvl3pPr marL="744047" indent="0">
              <a:buNone/>
              <a:defRPr sz="1953"/>
            </a:lvl3pPr>
            <a:lvl4pPr marL="1116071" indent="0">
              <a:buNone/>
              <a:defRPr sz="1627"/>
            </a:lvl4pPr>
            <a:lvl5pPr marL="1488095" indent="0">
              <a:buNone/>
              <a:defRPr sz="1627"/>
            </a:lvl5pPr>
            <a:lvl6pPr marL="1860118" indent="0">
              <a:buNone/>
              <a:defRPr sz="1627"/>
            </a:lvl6pPr>
            <a:lvl7pPr marL="2232142" indent="0">
              <a:buNone/>
              <a:defRPr sz="1627"/>
            </a:lvl7pPr>
            <a:lvl8pPr marL="2604165" indent="0">
              <a:buNone/>
              <a:defRPr sz="1627"/>
            </a:lvl8pPr>
            <a:lvl9pPr marL="2976189" indent="0">
              <a:buNone/>
              <a:defRPr sz="1627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1" y="1674019"/>
            <a:ext cx="4063824" cy="3101327"/>
          </a:xfrm>
        </p:spPr>
        <p:txBody>
          <a:bodyPr/>
          <a:lstStyle>
            <a:lvl1pPr marL="0" indent="0">
              <a:buNone/>
              <a:defRPr sz="1302"/>
            </a:lvl1pPr>
            <a:lvl2pPr marL="372024" indent="0">
              <a:buNone/>
              <a:defRPr sz="1139"/>
            </a:lvl2pPr>
            <a:lvl3pPr marL="744047" indent="0">
              <a:buNone/>
              <a:defRPr sz="976"/>
            </a:lvl3pPr>
            <a:lvl4pPr marL="1116071" indent="0">
              <a:buNone/>
              <a:defRPr sz="814"/>
            </a:lvl4pPr>
            <a:lvl5pPr marL="1488095" indent="0">
              <a:buNone/>
              <a:defRPr sz="814"/>
            </a:lvl5pPr>
            <a:lvl6pPr marL="1860118" indent="0">
              <a:buNone/>
              <a:defRPr sz="814"/>
            </a:lvl6pPr>
            <a:lvl7pPr marL="2232142" indent="0">
              <a:buNone/>
              <a:defRPr sz="814"/>
            </a:lvl7pPr>
            <a:lvl8pPr marL="2604165" indent="0">
              <a:buNone/>
              <a:defRPr sz="814"/>
            </a:lvl8pPr>
            <a:lvl9pPr marL="2976189" indent="0">
              <a:buNone/>
              <a:defRPr sz="81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67636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05296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16867" y="297087"/>
            <a:ext cx="2716872" cy="4728845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49" y="297087"/>
            <a:ext cx="7993117" cy="472884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21636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2456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66249" y="297087"/>
            <a:ext cx="10867490" cy="10785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49" y="1485433"/>
            <a:ext cx="10867490" cy="35404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6249" y="5171892"/>
            <a:ext cx="2834997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73746" y="5171892"/>
            <a:ext cx="4252496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98742" y="5171892"/>
            <a:ext cx="2834997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3702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26" r:id="rId7"/>
    <p:sldLayoutId id="2147483827" r:id="rId8"/>
    <p:sldLayoutId id="2147483828" r:id="rId9"/>
    <p:sldLayoutId id="2147483829" r:id="rId10"/>
    <p:sldLayoutId id="2147483830" r:id="rId11"/>
    <p:sldLayoutId id="2147483831" r:id="rId12"/>
  </p:sldLayoutIdLst>
  <p:hf sldNum="0" hdr="0" ftr="0" dt="0"/>
  <p:txStyles>
    <p:titleStyle>
      <a:lvl1pPr algn="l" defTabSz="744047" rtl="0" eaLnBrk="1" latinLnBrk="0" hangingPunct="1">
        <a:lnSpc>
          <a:spcPct val="90000"/>
        </a:lnSpc>
        <a:spcBef>
          <a:spcPct val="0"/>
        </a:spcBef>
        <a:buNone/>
        <a:defRPr sz="35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6012" indent="-186012" algn="l" defTabSz="744047" rtl="0" eaLnBrk="1" latinLnBrk="0" hangingPunct="1">
        <a:lnSpc>
          <a:spcPct val="90000"/>
        </a:lnSpc>
        <a:spcBef>
          <a:spcPts val="814"/>
        </a:spcBef>
        <a:buFont typeface="Arial" panose="020B0604020202020204" pitchFamily="34" charset="0"/>
        <a:buChar char="•"/>
        <a:defRPr sz="2278" kern="1200">
          <a:solidFill>
            <a:schemeClr val="tx1"/>
          </a:solidFill>
          <a:latin typeface="+mn-lt"/>
          <a:ea typeface="+mn-ea"/>
          <a:cs typeface="+mn-cs"/>
        </a:defRPr>
      </a:lvl1pPr>
      <a:lvl2pPr marL="558035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953" kern="1200">
          <a:solidFill>
            <a:schemeClr val="tx1"/>
          </a:solidFill>
          <a:latin typeface="+mn-lt"/>
          <a:ea typeface="+mn-ea"/>
          <a:cs typeface="+mn-cs"/>
        </a:defRPr>
      </a:lvl2pPr>
      <a:lvl3pPr marL="930059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627" kern="1200">
          <a:solidFill>
            <a:schemeClr val="tx1"/>
          </a:solidFill>
          <a:latin typeface="+mn-lt"/>
          <a:ea typeface="+mn-ea"/>
          <a:cs typeface="+mn-cs"/>
        </a:defRPr>
      </a:lvl3pPr>
      <a:lvl4pPr marL="1302083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4pPr>
      <a:lvl5pPr marL="1674106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5pPr>
      <a:lvl6pPr marL="2046130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6pPr>
      <a:lvl7pPr marL="2418154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7pPr>
      <a:lvl8pPr marL="2790177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8pPr>
      <a:lvl9pPr marL="3162201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1pPr>
      <a:lvl2pPr marL="372024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2pPr>
      <a:lvl3pPr marL="744047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3pPr>
      <a:lvl4pPr marL="1116071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4pPr>
      <a:lvl5pPr marL="1488095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5pPr>
      <a:lvl6pPr marL="1860118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6pPr>
      <a:lvl7pPr marL="2232142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7pPr>
      <a:lvl8pPr marL="2604165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8pPr>
      <a:lvl9pPr marL="2976189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82056-E32C-0F52-059E-9DE5A9FE3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feil: nach rechts 1">
            <a:extLst>
              <a:ext uri="{FF2B5EF4-FFF2-40B4-BE49-F238E27FC236}">
                <a16:creationId xmlns:a16="http://schemas.microsoft.com/office/drawing/2014/main" id="{9D387C80-DCD9-7FCE-3ABB-31E52AFE48AB}"/>
              </a:ext>
            </a:extLst>
          </p:cNvPr>
          <p:cNvSpPr/>
          <p:nvPr/>
        </p:nvSpPr>
        <p:spPr>
          <a:xfrm>
            <a:off x="4338742" y="2658658"/>
            <a:ext cx="468000" cy="36000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6C90BF0-D6F3-AD30-916C-2B7B174C4A01}"/>
              </a:ext>
            </a:extLst>
          </p:cNvPr>
          <p:cNvSpPr txBox="1"/>
          <p:nvPr/>
        </p:nvSpPr>
        <p:spPr>
          <a:xfrm>
            <a:off x="5288789" y="-51"/>
            <a:ext cx="32442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Visualization of group comparisons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7108F5C-A698-DB81-B07B-26AA76FA7615}"/>
              </a:ext>
            </a:extLst>
          </p:cNvPr>
          <p:cNvSpPr txBox="1"/>
          <p:nvPr/>
        </p:nvSpPr>
        <p:spPr>
          <a:xfrm>
            <a:off x="9743440" y="-1"/>
            <a:ext cx="25123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Testing </a:t>
            </a:r>
          </a:p>
          <a:p>
            <a:pPr algn="ctr"/>
            <a:r>
              <a:rPr lang="en-US" sz="2200" dirty="0"/>
              <a:t>(one test per genus)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4" name="Tabelle 23">
                <a:extLst>
                  <a:ext uri="{FF2B5EF4-FFF2-40B4-BE49-F238E27FC236}">
                    <a16:creationId xmlns:a16="http://schemas.microsoft.com/office/drawing/2014/main" id="{68AD3AB7-741A-3ADD-149D-379397914F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6655756"/>
                  </p:ext>
                </p:extLst>
              </p:nvPr>
            </p:nvGraphicFramePr>
            <p:xfrm>
              <a:off x="862783" y="674079"/>
              <a:ext cx="3312000" cy="2484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684235349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31505342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9228321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4368992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55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4" name="Tabelle 23">
                <a:extLst>
                  <a:ext uri="{FF2B5EF4-FFF2-40B4-BE49-F238E27FC236}">
                    <a16:creationId xmlns:a16="http://schemas.microsoft.com/office/drawing/2014/main" id="{68AD3AB7-741A-3ADD-149D-379397914F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6655756"/>
                  </p:ext>
                </p:extLst>
              </p:nvPr>
            </p:nvGraphicFramePr>
            <p:xfrm>
              <a:off x="862783" y="674079"/>
              <a:ext cx="3312000" cy="2484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684235349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31505342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00" t="-4412" r="-344000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69307" t="-4412" r="-170297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38614" t="-4412" r="-990" b="-5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228321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104412" r="-439604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201449" r="-439604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000" t="-201449" r="-344000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9307" t="-201449" r="-170297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38614" t="-201449" r="-990" b="-3188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4368992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305882" r="-439604" b="-2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405882" r="-439604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000" t="-405882" r="-344000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9307" t="-405882" r="-170297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38614" t="-405882" r="-990" b="-1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505882" r="-439604" b="-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55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5" name="Tabelle 24">
                <a:extLst>
                  <a:ext uri="{FF2B5EF4-FFF2-40B4-BE49-F238E27FC236}">
                    <a16:creationId xmlns:a16="http://schemas.microsoft.com/office/drawing/2014/main" id="{382163F8-0FED-840C-5CE0-93E2A1D3F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21326177"/>
                  </p:ext>
                </p:extLst>
              </p:nvPr>
            </p:nvGraphicFramePr>
            <p:xfrm>
              <a:off x="723470" y="3404555"/>
              <a:ext cx="3456000" cy="2052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56000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906188155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509302849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396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000" b="0" i="1" spc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000" b="0" i="1" spc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de-DE" sz="2000" b="0" i="1" spc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sz="2000" b="0" spc="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de-DE" sz="2000" b="0" i="1" spc="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b="0" spc="-30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887718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16179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5" name="Tabelle 24">
                <a:extLst>
                  <a:ext uri="{FF2B5EF4-FFF2-40B4-BE49-F238E27FC236}">
                    <a16:creationId xmlns:a16="http://schemas.microsoft.com/office/drawing/2014/main" id="{382163F8-0FED-840C-5CE0-93E2A1D3F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21326177"/>
                  </p:ext>
                </p:extLst>
              </p:nvPr>
            </p:nvGraphicFramePr>
            <p:xfrm>
              <a:off x="723470" y="3404555"/>
              <a:ext cx="3456000" cy="2052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56000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906188155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509302849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7692" r="-358871" b="-44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102941" r="-358871" b="-3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22772" t="-102941" r="-340594" b="-3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6000" t="-102941" r="-173000" b="-3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62376" t="-102941" r="-990" b="-3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887718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200000" r="-358871" b="-220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304412" r="-358871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22772" t="-304412" r="-340594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6000" t="-304412" r="-173000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62376" t="-304412" r="-990" b="-1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16179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404412" r="-358871" b="-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6" name="Shape 46">
            <a:extLst>
              <a:ext uri="{FF2B5EF4-FFF2-40B4-BE49-F238E27FC236}">
                <a16:creationId xmlns:a16="http://schemas.microsoft.com/office/drawing/2014/main" id="{73AB5771-1561-513B-EE5F-EB17B709BA3C}"/>
              </a:ext>
            </a:extLst>
          </p:cNvPr>
          <p:cNvSpPr/>
          <p:nvPr/>
        </p:nvSpPr>
        <p:spPr>
          <a:xfrm>
            <a:off x="1475686" y="3287846"/>
            <a:ext cx="2678308" cy="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8858F3D0-8A77-B02B-B3BE-F2301E58DAB1}"/>
              </a:ext>
            </a:extLst>
          </p:cNvPr>
          <p:cNvSpPr txBox="1"/>
          <p:nvPr/>
        </p:nvSpPr>
        <p:spPr>
          <a:xfrm rot="16200000">
            <a:off x="-394113" y="1909156"/>
            <a:ext cx="11221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Group 1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74F0F41B-A4CF-A54C-4F2B-4DED558DE4F0}"/>
              </a:ext>
            </a:extLst>
          </p:cNvPr>
          <p:cNvSpPr txBox="1"/>
          <p:nvPr/>
        </p:nvSpPr>
        <p:spPr>
          <a:xfrm rot="16200000">
            <a:off x="-394114" y="4213895"/>
            <a:ext cx="11221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accent6">
                    <a:lumMod val="75000"/>
                  </a:schemeClr>
                </a:solidFill>
              </a:rPr>
              <a:t>Group 2</a:t>
            </a:r>
          </a:p>
        </p:txBody>
      </p:sp>
      <p:sp>
        <p:nvSpPr>
          <p:cNvPr id="29" name="Geschweifte Klammer links 28">
            <a:extLst>
              <a:ext uri="{FF2B5EF4-FFF2-40B4-BE49-F238E27FC236}">
                <a16:creationId xmlns:a16="http://schemas.microsoft.com/office/drawing/2014/main" id="{63309FBC-7E82-1303-56B5-5C98AE196035}"/>
              </a:ext>
            </a:extLst>
          </p:cNvPr>
          <p:cNvSpPr/>
          <p:nvPr/>
        </p:nvSpPr>
        <p:spPr>
          <a:xfrm>
            <a:off x="332000" y="1088075"/>
            <a:ext cx="118872" cy="2070094"/>
          </a:xfrm>
          <a:prstGeom prst="leftBrace">
            <a:avLst>
              <a:gd name="adj1" fmla="val 38058"/>
              <a:gd name="adj2" fmla="val 50000"/>
            </a:avLst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Geschweifte Klammer links 36">
            <a:extLst>
              <a:ext uri="{FF2B5EF4-FFF2-40B4-BE49-F238E27FC236}">
                <a16:creationId xmlns:a16="http://schemas.microsoft.com/office/drawing/2014/main" id="{13331428-E79A-7FA8-4714-270C7268C78D}"/>
              </a:ext>
            </a:extLst>
          </p:cNvPr>
          <p:cNvSpPr/>
          <p:nvPr/>
        </p:nvSpPr>
        <p:spPr>
          <a:xfrm>
            <a:off x="332000" y="3405768"/>
            <a:ext cx="118872" cy="2051027"/>
          </a:xfrm>
          <a:prstGeom prst="leftBrace">
            <a:avLst>
              <a:gd name="adj1" fmla="val 38058"/>
              <a:gd name="adj2" fmla="val 50000"/>
            </a:avLst>
          </a:prstGeom>
          <a:ln w="254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CDE4F3D8-9550-E8DB-DD01-61249627BD0C}"/>
              </a:ext>
            </a:extLst>
          </p:cNvPr>
          <p:cNvSpPr txBox="1"/>
          <p:nvPr/>
        </p:nvSpPr>
        <p:spPr>
          <a:xfrm>
            <a:off x="1262325" y="0"/>
            <a:ext cx="308615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DACOMP-rarefied counts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DD4BA788-3D7D-11BC-DDB9-7C91B0469859}"/>
              </a:ext>
            </a:extLst>
          </p:cNvPr>
          <p:cNvSpPr txBox="1"/>
          <p:nvPr/>
        </p:nvSpPr>
        <p:spPr>
          <a:xfrm>
            <a:off x="1475242" y="394616"/>
            <a:ext cx="26787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Genera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8A1295C6-ABE1-C87A-DEA3-7E257A489478}"/>
              </a:ext>
            </a:extLst>
          </p:cNvPr>
          <p:cNvSpPr txBox="1"/>
          <p:nvPr/>
        </p:nvSpPr>
        <p:spPr>
          <a:xfrm rot="16200000">
            <a:off x="-444685" y="1920909"/>
            <a:ext cx="20640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Samples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25F3A0C5-3EEF-D4AE-36BB-4C749F8AF831}"/>
              </a:ext>
            </a:extLst>
          </p:cNvPr>
          <p:cNvSpPr txBox="1"/>
          <p:nvPr/>
        </p:nvSpPr>
        <p:spPr>
          <a:xfrm rot="16200000">
            <a:off x="-468275" y="4194836"/>
            <a:ext cx="21238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Samples</a:t>
            </a:r>
          </a:p>
        </p:txBody>
      </p:sp>
      <p:sp>
        <p:nvSpPr>
          <p:cNvPr id="45" name="Freihandform: Form 44">
            <a:extLst>
              <a:ext uri="{FF2B5EF4-FFF2-40B4-BE49-F238E27FC236}">
                <a16:creationId xmlns:a16="http://schemas.microsoft.com/office/drawing/2014/main" id="{32E3495F-F42E-6FD4-CFA2-49B7CD65DA2C}"/>
              </a:ext>
            </a:extLst>
          </p:cNvPr>
          <p:cNvSpPr/>
          <p:nvPr/>
        </p:nvSpPr>
        <p:spPr>
          <a:xfrm>
            <a:off x="5483076" y="2664778"/>
            <a:ext cx="340252" cy="871080"/>
          </a:xfrm>
          <a:custGeom>
            <a:avLst/>
            <a:gdLst>
              <a:gd name="csX0" fmla="*/ 0 w 561849"/>
              <a:gd name="csY0" fmla="*/ 0 h 1438391"/>
              <a:gd name="csX1" fmla="*/ 561849 w 561849"/>
              <a:gd name="csY1" fmla="*/ 0 h 1438391"/>
              <a:gd name="csX2" fmla="*/ 561849 w 561849"/>
              <a:gd name="csY2" fmla="*/ 1438392 h 1438391"/>
              <a:gd name="csX3" fmla="*/ 0 w 561849"/>
              <a:gd name="csY3" fmla="*/ 1438392 h 14383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61849" h="1438391">
                <a:moveTo>
                  <a:pt x="0" y="0"/>
                </a:moveTo>
                <a:lnTo>
                  <a:pt x="561849" y="0"/>
                </a:lnTo>
                <a:lnTo>
                  <a:pt x="561849" y="1438392"/>
                </a:lnTo>
                <a:lnTo>
                  <a:pt x="0" y="1438392"/>
                </a:lnTo>
                <a:close/>
              </a:path>
            </a:pathLst>
          </a:custGeom>
          <a:solidFill>
            <a:srgbClr val="E2F1FE"/>
          </a:solidFill>
          <a:ln w="25400" cap="flat">
            <a:solidFill>
              <a:srgbClr val="2F5597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6" name="Freihandform: Form 45">
            <a:extLst>
              <a:ext uri="{FF2B5EF4-FFF2-40B4-BE49-F238E27FC236}">
                <a16:creationId xmlns:a16="http://schemas.microsoft.com/office/drawing/2014/main" id="{06631BDB-A9B3-EB4F-0160-F6D68632C12B}"/>
              </a:ext>
            </a:extLst>
          </p:cNvPr>
          <p:cNvSpPr/>
          <p:nvPr/>
        </p:nvSpPr>
        <p:spPr>
          <a:xfrm>
            <a:off x="5483076" y="3087923"/>
            <a:ext cx="340252" cy="5085"/>
          </a:xfrm>
          <a:custGeom>
            <a:avLst/>
            <a:gdLst>
              <a:gd name="csX0" fmla="*/ 0 w 561849"/>
              <a:gd name="csY0" fmla="*/ 0 h 8397"/>
              <a:gd name="csX1" fmla="*/ 561849 w 561849"/>
              <a:gd name="csY1" fmla="*/ 0 h 839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61849" h="8397">
                <a:moveTo>
                  <a:pt x="0" y="0"/>
                </a:moveTo>
                <a:lnTo>
                  <a:pt x="561849" y="0"/>
                </a:lnTo>
              </a:path>
            </a:pathLst>
          </a:custGeom>
          <a:noFill/>
          <a:ln w="28607" cap="flat">
            <a:solidFill>
              <a:srgbClr val="2F5597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7" name="Freihandform: Form 46">
            <a:extLst>
              <a:ext uri="{FF2B5EF4-FFF2-40B4-BE49-F238E27FC236}">
                <a16:creationId xmlns:a16="http://schemas.microsoft.com/office/drawing/2014/main" id="{557891E8-8452-CAEB-A79C-E56DD3208108}"/>
              </a:ext>
            </a:extLst>
          </p:cNvPr>
          <p:cNvSpPr/>
          <p:nvPr/>
        </p:nvSpPr>
        <p:spPr>
          <a:xfrm>
            <a:off x="5923291" y="2242283"/>
            <a:ext cx="340230" cy="958879"/>
          </a:xfrm>
          <a:custGeom>
            <a:avLst/>
            <a:gdLst>
              <a:gd name="csX0" fmla="*/ 0 w 561813"/>
              <a:gd name="csY0" fmla="*/ 0 h 1583372"/>
              <a:gd name="csX1" fmla="*/ 561814 w 561813"/>
              <a:gd name="csY1" fmla="*/ 0 h 1583372"/>
              <a:gd name="csX2" fmla="*/ 561814 w 561813"/>
              <a:gd name="csY2" fmla="*/ 1583372 h 1583372"/>
              <a:gd name="csX3" fmla="*/ 0 w 561813"/>
              <a:gd name="csY3" fmla="*/ 1583372 h 15833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61813" h="1583372">
                <a:moveTo>
                  <a:pt x="0" y="0"/>
                </a:moveTo>
                <a:lnTo>
                  <a:pt x="561814" y="0"/>
                </a:lnTo>
                <a:lnTo>
                  <a:pt x="561814" y="1583372"/>
                </a:lnTo>
                <a:lnTo>
                  <a:pt x="0" y="1583372"/>
                </a:lnTo>
                <a:close/>
              </a:path>
            </a:pathLst>
          </a:custGeom>
          <a:solidFill>
            <a:srgbClr val="E2F0D9"/>
          </a:solidFill>
          <a:ln w="25400" cap="flat">
            <a:solidFill>
              <a:srgbClr val="548235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8" name="Freihandform: Form 47">
            <a:extLst>
              <a:ext uri="{FF2B5EF4-FFF2-40B4-BE49-F238E27FC236}">
                <a16:creationId xmlns:a16="http://schemas.microsoft.com/office/drawing/2014/main" id="{4E1B1548-719B-46CB-FA81-865A18DC9D57}"/>
              </a:ext>
            </a:extLst>
          </p:cNvPr>
          <p:cNvSpPr/>
          <p:nvPr/>
        </p:nvSpPr>
        <p:spPr>
          <a:xfrm>
            <a:off x="5923291" y="2376326"/>
            <a:ext cx="340230" cy="5085"/>
          </a:xfrm>
          <a:custGeom>
            <a:avLst/>
            <a:gdLst>
              <a:gd name="csX0" fmla="*/ 0 w 561813"/>
              <a:gd name="csY0" fmla="*/ 0 h 8397"/>
              <a:gd name="csX1" fmla="*/ 561814 w 561813"/>
              <a:gd name="csY1" fmla="*/ 0 h 839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61813" h="8397">
                <a:moveTo>
                  <a:pt x="0" y="0"/>
                </a:moveTo>
                <a:lnTo>
                  <a:pt x="561814" y="0"/>
                </a:lnTo>
              </a:path>
            </a:pathLst>
          </a:custGeom>
          <a:noFill/>
          <a:ln w="28607" cap="flat">
            <a:solidFill>
              <a:srgbClr val="3F7F2A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9" name="Freihandform: Form 48">
            <a:extLst>
              <a:ext uri="{FF2B5EF4-FFF2-40B4-BE49-F238E27FC236}">
                <a16:creationId xmlns:a16="http://schemas.microsoft.com/office/drawing/2014/main" id="{3D3F90E2-39B0-B5A6-2DE8-34F5EB9E5DD6}"/>
              </a:ext>
            </a:extLst>
          </p:cNvPr>
          <p:cNvSpPr/>
          <p:nvPr/>
        </p:nvSpPr>
        <p:spPr>
          <a:xfrm>
            <a:off x="5627543" y="3759988"/>
            <a:ext cx="58861" cy="58841"/>
          </a:xfrm>
          <a:custGeom>
            <a:avLst/>
            <a:gdLst>
              <a:gd name="csX0" fmla="*/ 97196 w 97196"/>
              <a:gd name="csY0" fmla="*/ 48585 h 97162"/>
              <a:gd name="csX1" fmla="*/ 48611 w 97196"/>
              <a:gd name="csY1" fmla="*/ 97162 h 97162"/>
              <a:gd name="csX2" fmla="*/ 0 w 97196"/>
              <a:gd name="csY2" fmla="*/ 48585 h 97162"/>
              <a:gd name="csX3" fmla="*/ 48611 w 97196"/>
              <a:gd name="csY3" fmla="*/ 0 h 97162"/>
              <a:gd name="csX4" fmla="*/ 97196 w 97196"/>
              <a:gd name="csY4" fmla="*/ 48585 h 97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96" h="97162">
                <a:moveTo>
                  <a:pt x="97196" y="48585"/>
                </a:moveTo>
                <a:cubicBezTo>
                  <a:pt x="97196" y="75414"/>
                  <a:pt x="75448" y="97162"/>
                  <a:pt x="48611" y="97162"/>
                </a:cubicBezTo>
                <a:cubicBezTo>
                  <a:pt x="21782" y="97162"/>
                  <a:pt x="0" y="75414"/>
                  <a:pt x="0" y="48585"/>
                </a:cubicBezTo>
                <a:cubicBezTo>
                  <a:pt x="0" y="21748"/>
                  <a:pt x="21782" y="0"/>
                  <a:pt x="48611" y="0"/>
                </a:cubicBezTo>
                <a:cubicBezTo>
                  <a:pt x="75448" y="0"/>
                  <a:pt x="97196" y="21748"/>
                  <a:pt x="97196" y="48585"/>
                </a:cubicBezTo>
              </a:path>
            </a:pathLst>
          </a:custGeom>
          <a:solidFill>
            <a:srgbClr val="2F5597"/>
          </a:solidFill>
          <a:ln w="12700" cap="rnd">
            <a:solidFill>
              <a:srgbClr val="2F5597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0" name="Freihandform: Form 49">
            <a:extLst>
              <a:ext uri="{FF2B5EF4-FFF2-40B4-BE49-F238E27FC236}">
                <a16:creationId xmlns:a16="http://schemas.microsoft.com/office/drawing/2014/main" id="{712413DD-888D-A4E0-B14E-BC14D78838BB}"/>
              </a:ext>
            </a:extLst>
          </p:cNvPr>
          <p:cNvSpPr/>
          <p:nvPr/>
        </p:nvSpPr>
        <p:spPr>
          <a:xfrm>
            <a:off x="5593131" y="2161781"/>
            <a:ext cx="58836" cy="58837"/>
          </a:xfrm>
          <a:custGeom>
            <a:avLst/>
            <a:gdLst>
              <a:gd name="csX0" fmla="*/ 97154 w 97154"/>
              <a:gd name="csY0" fmla="*/ 48578 h 97156"/>
              <a:gd name="csX1" fmla="*/ 48577 w 97154"/>
              <a:gd name="csY1" fmla="*/ 97157 h 97156"/>
              <a:gd name="csX2" fmla="*/ 0 w 97154"/>
              <a:gd name="csY2" fmla="*/ 48578 h 97156"/>
              <a:gd name="csX3" fmla="*/ 48577 w 97154"/>
              <a:gd name="csY3" fmla="*/ 0 h 97156"/>
              <a:gd name="csX4" fmla="*/ 97154 w 97154"/>
              <a:gd name="csY4" fmla="*/ 48578 h 971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54" h="97156">
                <a:moveTo>
                  <a:pt x="97154" y="48578"/>
                </a:moveTo>
                <a:cubicBezTo>
                  <a:pt x="97154" y="75409"/>
                  <a:pt x="75414" y="97157"/>
                  <a:pt x="48577" y="97157"/>
                </a:cubicBezTo>
                <a:cubicBezTo>
                  <a:pt x="21748" y="97157"/>
                  <a:pt x="0" y="75409"/>
                  <a:pt x="0" y="48578"/>
                </a:cubicBezTo>
                <a:cubicBezTo>
                  <a:pt x="0" y="21747"/>
                  <a:pt x="21748" y="0"/>
                  <a:pt x="48577" y="0"/>
                </a:cubicBezTo>
                <a:cubicBezTo>
                  <a:pt x="75414" y="0"/>
                  <a:pt x="97154" y="21747"/>
                  <a:pt x="97154" y="48578"/>
                </a:cubicBezTo>
              </a:path>
            </a:pathLst>
          </a:custGeom>
          <a:solidFill>
            <a:srgbClr val="2F5597"/>
          </a:solidFill>
          <a:ln w="7557" cap="rnd">
            <a:solidFill>
              <a:srgbClr val="2F5597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1" name="Freihandform: Form 50">
            <a:extLst>
              <a:ext uri="{FF2B5EF4-FFF2-40B4-BE49-F238E27FC236}">
                <a16:creationId xmlns:a16="http://schemas.microsoft.com/office/drawing/2014/main" id="{E3A2A403-A75D-D857-6705-33421B00447A}"/>
              </a:ext>
            </a:extLst>
          </p:cNvPr>
          <p:cNvSpPr/>
          <p:nvPr/>
        </p:nvSpPr>
        <p:spPr>
          <a:xfrm>
            <a:off x="5674647" y="2714541"/>
            <a:ext cx="58841" cy="58836"/>
          </a:xfrm>
          <a:custGeom>
            <a:avLst/>
            <a:gdLst>
              <a:gd name="csX0" fmla="*/ 97162 w 97162"/>
              <a:gd name="csY0" fmla="*/ 48577 h 97154"/>
              <a:gd name="csX1" fmla="*/ 48585 w 97162"/>
              <a:gd name="csY1" fmla="*/ 97154 h 97154"/>
              <a:gd name="csX2" fmla="*/ 0 w 97162"/>
              <a:gd name="csY2" fmla="*/ 48577 h 97154"/>
              <a:gd name="csX3" fmla="*/ 48585 w 97162"/>
              <a:gd name="csY3" fmla="*/ 0 h 97154"/>
              <a:gd name="csX4" fmla="*/ 97162 w 97162"/>
              <a:gd name="csY4" fmla="*/ 48577 h 971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62" h="97154">
                <a:moveTo>
                  <a:pt x="97162" y="48577"/>
                </a:moveTo>
                <a:cubicBezTo>
                  <a:pt x="97162" y="75406"/>
                  <a:pt x="75414" y="97154"/>
                  <a:pt x="48585" y="97154"/>
                </a:cubicBezTo>
                <a:cubicBezTo>
                  <a:pt x="21748" y="97154"/>
                  <a:pt x="0" y="75406"/>
                  <a:pt x="0" y="48577"/>
                </a:cubicBezTo>
                <a:cubicBezTo>
                  <a:pt x="0" y="21748"/>
                  <a:pt x="21748" y="0"/>
                  <a:pt x="48585" y="0"/>
                </a:cubicBezTo>
                <a:cubicBezTo>
                  <a:pt x="75414" y="0"/>
                  <a:pt x="97162" y="21748"/>
                  <a:pt x="97162" y="48577"/>
                </a:cubicBezTo>
              </a:path>
            </a:pathLst>
          </a:custGeom>
          <a:solidFill>
            <a:srgbClr val="2F5597"/>
          </a:solidFill>
          <a:ln w="7557" cap="rnd">
            <a:solidFill>
              <a:srgbClr val="2F5597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2" name="Freihandform: Form 51">
            <a:extLst>
              <a:ext uri="{FF2B5EF4-FFF2-40B4-BE49-F238E27FC236}">
                <a16:creationId xmlns:a16="http://schemas.microsoft.com/office/drawing/2014/main" id="{7B22076C-8F5B-139E-C50D-8AE71DDF1C95}"/>
              </a:ext>
            </a:extLst>
          </p:cNvPr>
          <p:cNvSpPr/>
          <p:nvPr/>
        </p:nvSpPr>
        <p:spPr>
          <a:xfrm>
            <a:off x="5689765" y="3588373"/>
            <a:ext cx="58861" cy="58836"/>
          </a:xfrm>
          <a:custGeom>
            <a:avLst/>
            <a:gdLst>
              <a:gd name="csX0" fmla="*/ 97196 w 97195"/>
              <a:gd name="csY0" fmla="*/ 48577 h 97154"/>
              <a:gd name="csX1" fmla="*/ 48611 w 97195"/>
              <a:gd name="csY1" fmla="*/ 97154 h 97154"/>
              <a:gd name="csX2" fmla="*/ 0 w 97195"/>
              <a:gd name="csY2" fmla="*/ 48577 h 97154"/>
              <a:gd name="csX3" fmla="*/ 48611 w 97195"/>
              <a:gd name="csY3" fmla="*/ 0 h 97154"/>
              <a:gd name="csX4" fmla="*/ 97196 w 97195"/>
              <a:gd name="csY4" fmla="*/ 48577 h 971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95" h="97154">
                <a:moveTo>
                  <a:pt x="97196" y="48577"/>
                </a:moveTo>
                <a:cubicBezTo>
                  <a:pt x="97196" y="75406"/>
                  <a:pt x="75448" y="97154"/>
                  <a:pt x="48611" y="97154"/>
                </a:cubicBezTo>
                <a:cubicBezTo>
                  <a:pt x="21748" y="97154"/>
                  <a:pt x="0" y="75406"/>
                  <a:pt x="0" y="48577"/>
                </a:cubicBezTo>
                <a:cubicBezTo>
                  <a:pt x="0" y="21740"/>
                  <a:pt x="21748" y="0"/>
                  <a:pt x="48611" y="0"/>
                </a:cubicBezTo>
                <a:cubicBezTo>
                  <a:pt x="75448" y="0"/>
                  <a:pt x="97196" y="21740"/>
                  <a:pt x="97196" y="48577"/>
                </a:cubicBezTo>
              </a:path>
            </a:pathLst>
          </a:custGeom>
          <a:solidFill>
            <a:srgbClr val="2F5597"/>
          </a:solidFill>
          <a:ln w="7557" cap="rnd">
            <a:solidFill>
              <a:srgbClr val="2F5597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5" name="Freihandform: Form 54">
            <a:extLst>
              <a:ext uri="{FF2B5EF4-FFF2-40B4-BE49-F238E27FC236}">
                <a16:creationId xmlns:a16="http://schemas.microsoft.com/office/drawing/2014/main" id="{F8901101-EB83-AD5A-7432-C9F0B919B83B}"/>
              </a:ext>
            </a:extLst>
          </p:cNvPr>
          <p:cNvSpPr/>
          <p:nvPr/>
        </p:nvSpPr>
        <p:spPr>
          <a:xfrm>
            <a:off x="5661054" y="2366494"/>
            <a:ext cx="58856" cy="58837"/>
          </a:xfrm>
          <a:custGeom>
            <a:avLst/>
            <a:gdLst>
              <a:gd name="csX0" fmla="*/ 97188 w 97187"/>
              <a:gd name="csY0" fmla="*/ 48579 h 97156"/>
              <a:gd name="csX1" fmla="*/ 48611 w 97187"/>
              <a:gd name="csY1" fmla="*/ 97157 h 97156"/>
              <a:gd name="csX2" fmla="*/ 0 w 97187"/>
              <a:gd name="csY2" fmla="*/ 48579 h 97156"/>
              <a:gd name="csX3" fmla="*/ 48611 w 97187"/>
              <a:gd name="csY3" fmla="*/ 0 h 97156"/>
              <a:gd name="csX4" fmla="*/ 97188 w 97187"/>
              <a:gd name="csY4" fmla="*/ 48579 h 971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87" h="97156">
                <a:moveTo>
                  <a:pt x="97188" y="48579"/>
                </a:moveTo>
                <a:cubicBezTo>
                  <a:pt x="97188" y="75410"/>
                  <a:pt x="75439" y="97157"/>
                  <a:pt x="48611" y="97157"/>
                </a:cubicBezTo>
                <a:cubicBezTo>
                  <a:pt x="21748" y="97157"/>
                  <a:pt x="0" y="75410"/>
                  <a:pt x="0" y="48579"/>
                </a:cubicBezTo>
                <a:cubicBezTo>
                  <a:pt x="0" y="21748"/>
                  <a:pt x="21748" y="0"/>
                  <a:pt x="48611" y="0"/>
                </a:cubicBezTo>
                <a:cubicBezTo>
                  <a:pt x="75439" y="0"/>
                  <a:pt x="97188" y="21748"/>
                  <a:pt x="97188" y="48579"/>
                </a:cubicBezTo>
              </a:path>
            </a:pathLst>
          </a:custGeom>
          <a:solidFill>
            <a:srgbClr val="2F5597"/>
          </a:solidFill>
          <a:ln w="7557" cap="rnd">
            <a:solidFill>
              <a:srgbClr val="2F5597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6" name="Freihandform: Form 55">
            <a:extLst>
              <a:ext uri="{FF2B5EF4-FFF2-40B4-BE49-F238E27FC236}">
                <a16:creationId xmlns:a16="http://schemas.microsoft.com/office/drawing/2014/main" id="{DF5D51B9-5EEE-80D2-627C-4F8DC5FD69F9}"/>
              </a:ext>
            </a:extLst>
          </p:cNvPr>
          <p:cNvSpPr/>
          <p:nvPr/>
        </p:nvSpPr>
        <p:spPr>
          <a:xfrm>
            <a:off x="5574667" y="3495064"/>
            <a:ext cx="58836" cy="58836"/>
          </a:xfrm>
          <a:custGeom>
            <a:avLst/>
            <a:gdLst>
              <a:gd name="csX0" fmla="*/ 97154 w 97154"/>
              <a:gd name="csY0" fmla="*/ 48577 h 97154"/>
              <a:gd name="csX1" fmla="*/ 48577 w 97154"/>
              <a:gd name="csY1" fmla="*/ 97154 h 97154"/>
              <a:gd name="csX2" fmla="*/ 0 w 97154"/>
              <a:gd name="csY2" fmla="*/ 48577 h 97154"/>
              <a:gd name="csX3" fmla="*/ 48577 w 97154"/>
              <a:gd name="csY3" fmla="*/ 0 h 97154"/>
              <a:gd name="csX4" fmla="*/ 97154 w 97154"/>
              <a:gd name="csY4" fmla="*/ 48577 h 971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54" h="97154">
                <a:moveTo>
                  <a:pt x="97154" y="48577"/>
                </a:moveTo>
                <a:cubicBezTo>
                  <a:pt x="97154" y="75406"/>
                  <a:pt x="75406" y="97154"/>
                  <a:pt x="48577" y="97154"/>
                </a:cubicBezTo>
                <a:cubicBezTo>
                  <a:pt x="21748" y="97154"/>
                  <a:pt x="0" y="75406"/>
                  <a:pt x="0" y="48577"/>
                </a:cubicBezTo>
                <a:cubicBezTo>
                  <a:pt x="0" y="21748"/>
                  <a:pt x="21748" y="0"/>
                  <a:pt x="48577" y="0"/>
                </a:cubicBezTo>
                <a:cubicBezTo>
                  <a:pt x="75406" y="0"/>
                  <a:pt x="97154" y="21748"/>
                  <a:pt x="97154" y="48577"/>
                </a:cubicBezTo>
              </a:path>
            </a:pathLst>
          </a:custGeom>
          <a:solidFill>
            <a:srgbClr val="2F5597"/>
          </a:solidFill>
          <a:ln w="7557" cap="rnd">
            <a:solidFill>
              <a:srgbClr val="2F5597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7" name="Freihandform: Form 56">
            <a:extLst>
              <a:ext uri="{FF2B5EF4-FFF2-40B4-BE49-F238E27FC236}">
                <a16:creationId xmlns:a16="http://schemas.microsoft.com/office/drawing/2014/main" id="{DC3E39F7-44C3-901D-9133-7598620B74CB}"/>
              </a:ext>
            </a:extLst>
          </p:cNvPr>
          <p:cNvSpPr/>
          <p:nvPr/>
        </p:nvSpPr>
        <p:spPr>
          <a:xfrm>
            <a:off x="6046459" y="2213008"/>
            <a:ext cx="58836" cy="58838"/>
          </a:xfrm>
          <a:custGeom>
            <a:avLst/>
            <a:gdLst>
              <a:gd name="csX0" fmla="*/ 97154 w 97154"/>
              <a:gd name="csY0" fmla="*/ 48579 h 97157"/>
              <a:gd name="csX1" fmla="*/ 48577 w 97154"/>
              <a:gd name="csY1" fmla="*/ 97157 h 97157"/>
              <a:gd name="csX2" fmla="*/ 0 w 97154"/>
              <a:gd name="csY2" fmla="*/ 48579 h 97157"/>
              <a:gd name="csX3" fmla="*/ 48577 w 97154"/>
              <a:gd name="csY3" fmla="*/ 0 h 97157"/>
              <a:gd name="csX4" fmla="*/ 97154 w 97154"/>
              <a:gd name="csY4" fmla="*/ 48579 h 97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54" h="97157">
                <a:moveTo>
                  <a:pt x="97154" y="48579"/>
                </a:moveTo>
                <a:cubicBezTo>
                  <a:pt x="97154" y="75410"/>
                  <a:pt x="75406" y="97157"/>
                  <a:pt x="48577" y="97157"/>
                </a:cubicBezTo>
                <a:cubicBezTo>
                  <a:pt x="21748" y="97157"/>
                  <a:pt x="0" y="75410"/>
                  <a:pt x="0" y="48579"/>
                </a:cubicBezTo>
                <a:cubicBezTo>
                  <a:pt x="0" y="21748"/>
                  <a:pt x="21748" y="0"/>
                  <a:pt x="48577" y="0"/>
                </a:cubicBezTo>
                <a:cubicBezTo>
                  <a:pt x="75406" y="0"/>
                  <a:pt x="97154" y="21748"/>
                  <a:pt x="97154" y="48579"/>
                </a:cubicBezTo>
              </a:path>
            </a:pathLst>
          </a:custGeom>
          <a:solidFill>
            <a:srgbClr val="548235"/>
          </a:solidFill>
          <a:ln w="7557" cap="rnd">
            <a:solidFill>
              <a:srgbClr val="548235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8" name="Freihandform: Form 57">
            <a:extLst>
              <a:ext uri="{FF2B5EF4-FFF2-40B4-BE49-F238E27FC236}">
                <a16:creationId xmlns:a16="http://schemas.microsoft.com/office/drawing/2014/main" id="{8997E350-A420-74A4-FADB-97EA7FA4B8E7}"/>
              </a:ext>
            </a:extLst>
          </p:cNvPr>
          <p:cNvSpPr/>
          <p:nvPr/>
        </p:nvSpPr>
        <p:spPr>
          <a:xfrm>
            <a:off x="6101583" y="3548853"/>
            <a:ext cx="58836" cy="58841"/>
          </a:xfrm>
          <a:custGeom>
            <a:avLst/>
            <a:gdLst>
              <a:gd name="csX0" fmla="*/ 97154 w 97154"/>
              <a:gd name="csY0" fmla="*/ 48585 h 97162"/>
              <a:gd name="csX1" fmla="*/ 48577 w 97154"/>
              <a:gd name="csY1" fmla="*/ 97162 h 97162"/>
              <a:gd name="csX2" fmla="*/ 0 w 97154"/>
              <a:gd name="csY2" fmla="*/ 48585 h 97162"/>
              <a:gd name="csX3" fmla="*/ 48577 w 97154"/>
              <a:gd name="csY3" fmla="*/ 0 h 97162"/>
              <a:gd name="csX4" fmla="*/ 97154 w 97154"/>
              <a:gd name="csY4" fmla="*/ 48585 h 97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54" h="97162">
                <a:moveTo>
                  <a:pt x="97154" y="48585"/>
                </a:moveTo>
                <a:cubicBezTo>
                  <a:pt x="97154" y="75414"/>
                  <a:pt x="75406" y="97162"/>
                  <a:pt x="48577" y="97162"/>
                </a:cubicBezTo>
                <a:cubicBezTo>
                  <a:pt x="21748" y="97162"/>
                  <a:pt x="0" y="75414"/>
                  <a:pt x="0" y="48585"/>
                </a:cubicBezTo>
                <a:cubicBezTo>
                  <a:pt x="0" y="21748"/>
                  <a:pt x="21748" y="0"/>
                  <a:pt x="48577" y="0"/>
                </a:cubicBezTo>
                <a:cubicBezTo>
                  <a:pt x="75406" y="0"/>
                  <a:pt x="97154" y="21748"/>
                  <a:pt x="97154" y="48585"/>
                </a:cubicBezTo>
              </a:path>
            </a:pathLst>
          </a:custGeom>
          <a:solidFill>
            <a:srgbClr val="548235"/>
          </a:solidFill>
          <a:ln w="7557" cap="rnd">
            <a:solidFill>
              <a:srgbClr val="548235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9" name="Freihandform: Form 58">
            <a:extLst>
              <a:ext uri="{FF2B5EF4-FFF2-40B4-BE49-F238E27FC236}">
                <a16:creationId xmlns:a16="http://schemas.microsoft.com/office/drawing/2014/main" id="{7A97A5C9-4522-805A-C319-265D989E46BE}"/>
              </a:ext>
            </a:extLst>
          </p:cNvPr>
          <p:cNvSpPr/>
          <p:nvPr/>
        </p:nvSpPr>
        <p:spPr>
          <a:xfrm>
            <a:off x="6125260" y="2101855"/>
            <a:ext cx="58841" cy="58857"/>
          </a:xfrm>
          <a:custGeom>
            <a:avLst/>
            <a:gdLst>
              <a:gd name="csX0" fmla="*/ 97162 w 97162"/>
              <a:gd name="csY0" fmla="*/ 48578 h 97189"/>
              <a:gd name="csX1" fmla="*/ 48585 w 97162"/>
              <a:gd name="csY1" fmla="*/ 97189 h 97189"/>
              <a:gd name="csX2" fmla="*/ 0 w 97162"/>
              <a:gd name="csY2" fmla="*/ 48578 h 97189"/>
              <a:gd name="csX3" fmla="*/ 48585 w 97162"/>
              <a:gd name="csY3" fmla="*/ 0 h 97189"/>
              <a:gd name="csX4" fmla="*/ 97162 w 97162"/>
              <a:gd name="csY4" fmla="*/ 48578 h 971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62" h="97189">
                <a:moveTo>
                  <a:pt x="97162" y="48578"/>
                </a:moveTo>
                <a:cubicBezTo>
                  <a:pt x="97162" y="75409"/>
                  <a:pt x="75414" y="97189"/>
                  <a:pt x="48585" y="97189"/>
                </a:cubicBezTo>
                <a:cubicBezTo>
                  <a:pt x="21748" y="97189"/>
                  <a:pt x="0" y="75409"/>
                  <a:pt x="0" y="48578"/>
                </a:cubicBezTo>
                <a:cubicBezTo>
                  <a:pt x="0" y="21747"/>
                  <a:pt x="21748" y="0"/>
                  <a:pt x="48585" y="0"/>
                </a:cubicBezTo>
                <a:cubicBezTo>
                  <a:pt x="75414" y="0"/>
                  <a:pt x="97162" y="21747"/>
                  <a:pt x="97162" y="48578"/>
                </a:cubicBezTo>
              </a:path>
            </a:pathLst>
          </a:custGeom>
          <a:solidFill>
            <a:srgbClr val="548235"/>
          </a:solidFill>
          <a:ln w="7557" cap="rnd">
            <a:solidFill>
              <a:srgbClr val="548235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0" name="Freihandform: Form 59">
            <a:extLst>
              <a:ext uri="{FF2B5EF4-FFF2-40B4-BE49-F238E27FC236}">
                <a16:creationId xmlns:a16="http://schemas.microsoft.com/office/drawing/2014/main" id="{2EBD800D-BE03-AC43-F381-7F285DE7BAC0}"/>
              </a:ext>
            </a:extLst>
          </p:cNvPr>
          <p:cNvSpPr/>
          <p:nvPr/>
        </p:nvSpPr>
        <p:spPr>
          <a:xfrm>
            <a:off x="6030446" y="3416856"/>
            <a:ext cx="58856" cy="58835"/>
          </a:xfrm>
          <a:custGeom>
            <a:avLst/>
            <a:gdLst>
              <a:gd name="csX0" fmla="*/ 97188 w 97187"/>
              <a:gd name="csY0" fmla="*/ 48577 h 97153"/>
              <a:gd name="csX1" fmla="*/ 48610 w 97187"/>
              <a:gd name="csY1" fmla="*/ 97154 h 97153"/>
              <a:gd name="csX2" fmla="*/ 0 w 97187"/>
              <a:gd name="csY2" fmla="*/ 48577 h 97153"/>
              <a:gd name="csX3" fmla="*/ 48610 w 97187"/>
              <a:gd name="csY3" fmla="*/ 0 h 97153"/>
              <a:gd name="csX4" fmla="*/ 97188 w 97187"/>
              <a:gd name="csY4" fmla="*/ 48577 h 971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87" h="97153">
                <a:moveTo>
                  <a:pt x="97188" y="48577"/>
                </a:moveTo>
                <a:cubicBezTo>
                  <a:pt x="97188" y="75405"/>
                  <a:pt x="75439" y="97154"/>
                  <a:pt x="48610" y="97154"/>
                </a:cubicBezTo>
                <a:cubicBezTo>
                  <a:pt x="21782" y="97154"/>
                  <a:pt x="0" y="75405"/>
                  <a:pt x="0" y="48577"/>
                </a:cubicBezTo>
                <a:cubicBezTo>
                  <a:pt x="0" y="21748"/>
                  <a:pt x="21782" y="0"/>
                  <a:pt x="48610" y="0"/>
                </a:cubicBezTo>
                <a:cubicBezTo>
                  <a:pt x="75439" y="0"/>
                  <a:pt x="97188" y="21748"/>
                  <a:pt x="97188" y="48577"/>
                </a:cubicBezTo>
              </a:path>
            </a:pathLst>
          </a:custGeom>
          <a:solidFill>
            <a:srgbClr val="548235"/>
          </a:solidFill>
          <a:ln w="7557" cap="rnd">
            <a:solidFill>
              <a:srgbClr val="548235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1" name="Freihandform: Form 60">
            <a:extLst>
              <a:ext uri="{FF2B5EF4-FFF2-40B4-BE49-F238E27FC236}">
                <a16:creationId xmlns:a16="http://schemas.microsoft.com/office/drawing/2014/main" id="{6EE11EAC-B130-3F56-FBED-AD38009502A1}"/>
              </a:ext>
            </a:extLst>
          </p:cNvPr>
          <p:cNvSpPr/>
          <p:nvPr/>
        </p:nvSpPr>
        <p:spPr>
          <a:xfrm>
            <a:off x="6035363" y="2466015"/>
            <a:ext cx="58856" cy="58836"/>
          </a:xfrm>
          <a:custGeom>
            <a:avLst/>
            <a:gdLst>
              <a:gd name="csX0" fmla="*/ 97188 w 97187"/>
              <a:gd name="csY0" fmla="*/ 48577 h 97154"/>
              <a:gd name="csX1" fmla="*/ 48611 w 97187"/>
              <a:gd name="csY1" fmla="*/ 97154 h 97154"/>
              <a:gd name="csX2" fmla="*/ 0 w 97187"/>
              <a:gd name="csY2" fmla="*/ 48577 h 97154"/>
              <a:gd name="csX3" fmla="*/ 48611 w 97187"/>
              <a:gd name="csY3" fmla="*/ 0 h 97154"/>
              <a:gd name="csX4" fmla="*/ 97188 w 97187"/>
              <a:gd name="csY4" fmla="*/ 48577 h 971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87" h="97154">
                <a:moveTo>
                  <a:pt x="97188" y="48577"/>
                </a:moveTo>
                <a:cubicBezTo>
                  <a:pt x="97188" y="75406"/>
                  <a:pt x="75439" y="97154"/>
                  <a:pt x="48611" y="97154"/>
                </a:cubicBezTo>
                <a:cubicBezTo>
                  <a:pt x="21782" y="97154"/>
                  <a:pt x="0" y="75406"/>
                  <a:pt x="0" y="48577"/>
                </a:cubicBezTo>
                <a:cubicBezTo>
                  <a:pt x="0" y="21740"/>
                  <a:pt x="21782" y="0"/>
                  <a:pt x="48611" y="0"/>
                </a:cubicBezTo>
                <a:cubicBezTo>
                  <a:pt x="75439" y="0"/>
                  <a:pt x="97188" y="21740"/>
                  <a:pt x="97188" y="48577"/>
                </a:cubicBezTo>
              </a:path>
            </a:pathLst>
          </a:custGeom>
          <a:solidFill>
            <a:srgbClr val="548235"/>
          </a:solidFill>
          <a:ln w="7557" cap="rnd">
            <a:solidFill>
              <a:srgbClr val="548235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2" name="Freihandform: Form 61">
            <a:extLst>
              <a:ext uri="{FF2B5EF4-FFF2-40B4-BE49-F238E27FC236}">
                <a16:creationId xmlns:a16="http://schemas.microsoft.com/office/drawing/2014/main" id="{C119AF1B-3CEE-126B-E30F-D169DCBEB46F}"/>
              </a:ext>
            </a:extLst>
          </p:cNvPr>
          <p:cNvSpPr/>
          <p:nvPr/>
        </p:nvSpPr>
        <p:spPr>
          <a:xfrm>
            <a:off x="6045554" y="1938359"/>
            <a:ext cx="58836" cy="58837"/>
          </a:xfrm>
          <a:custGeom>
            <a:avLst/>
            <a:gdLst>
              <a:gd name="csX0" fmla="*/ 97154 w 97154"/>
              <a:gd name="csY0" fmla="*/ 48578 h 97156"/>
              <a:gd name="csX1" fmla="*/ 48577 w 97154"/>
              <a:gd name="csY1" fmla="*/ 97157 h 97156"/>
              <a:gd name="csX2" fmla="*/ 0 w 97154"/>
              <a:gd name="csY2" fmla="*/ 48578 h 97156"/>
              <a:gd name="csX3" fmla="*/ 48577 w 97154"/>
              <a:gd name="csY3" fmla="*/ 0 h 97156"/>
              <a:gd name="csX4" fmla="*/ 97154 w 97154"/>
              <a:gd name="csY4" fmla="*/ 48578 h 971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54" h="97156">
                <a:moveTo>
                  <a:pt x="97154" y="48578"/>
                </a:moveTo>
                <a:cubicBezTo>
                  <a:pt x="97154" y="75409"/>
                  <a:pt x="75406" y="97157"/>
                  <a:pt x="48577" y="97157"/>
                </a:cubicBezTo>
                <a:cubicBezTo>
                  <a:pt x="21748" y="97157"/>
                  <a:pt x="0" y="75409"/>
                  <a:pt x="0" y="48578"/>
                </a:cubicBezTo>
                <a:cubicBezTo>
                  <a:pt x="0" y="21747"/>
                  <a:pt x="21748" y="0"/>
                  <a:pt x="48577" y="0"/>
                </a:cubicBezTo>
                <a:cubicBezTo>
                  <a:pt x="75406" y="0"/>
                  <a:pt x="97154" y="21747"/>
                  <a:pt x="97154" y="48578"/>
                </a:cubicBezTo>
              </a:path>
            </a:pathLst>
          </a:custGeom>
          <a:solidFill>
            <a:srgbClr val="548235"/>
          </a:solidFill>
          <a:ln w="7557" cap="rnd">
            <a:solidFill>
              <a:srgbClr val="548235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95" name="Freihandform: Form 494">
            <a:extLst>
              <a:ext uri="{FF2B5EF4-FFF2-40B4-BE49-F238E27FC236}">
                <a16:creationId xmlns:a16="http://schemas.microsoft.com/office/drawing/2014/main" id="{5D85834D-45F4-08C5-F1E6-17F4AE0085DA}"/>
              </a:ext>
            </a:extLst>
          </p:cNvPr>
          <p:cNvSpPr/>
          <p:nvPr/>
        </p:nvSpPr>
        <p:spPr>
          <a:xfrm>
            <a:off x="5551498" y="2402463"/>
            <a:ext cx="203408" cy="5085"/>
          </a:xfrm>
          <a:custGeom>
            <a:avLst/>
            <a:gdLst>
              <a:gd name="csX0" fmla="*/ 0 w 335882"/>
              <a:gd name="csY0" fmla="*/ 0 h 8397"/>
              <a:gd name="csX1" fmla="*/ 335882 w 335882"/>
              <a:gd name="csY1" fmla="*/ 0 h 839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35882" h="8397">
                <a:moveTo>
                  <a:pt x="0" y="0"/>
                </a:moveTo>
                <a:lnTo>
                  <a:pt x="335882" y="0"/>
                </a:lnTo>
              </a:path>
            </a:pathLst>
          </a:custGeom>
          <a:noFill/>
          <a:ln w="25400" cap="flat">
            <a:solidFill>
              <a:srgbClr val="2F5597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96" name="Freihandform: Form 495">
            <a:extLst>
              <a:ext uri="{FF2B5EF4-FFF2-40B4-BE49-F238E27FC236}">
                <a16:creationId xmlns:a16="http://schemas.microsoft.com/office/drawing/2014/main" id="{9F8FBE5B-EE60-3364-3855-8B3DBB186CA6}"/>
              </a:ext>
            </a:extLst>
          </p:cNvPr>
          <p:cNvSpPr/>
          <p:nvPr/>
        </p:nvSpPr>
        <p:spPr>
          <a:xfrm>
            <a:off x="5653202" y="2399638"/>
            <a:ext cx="5085" cy="258130"/>
          </a:xfrm>
          <a:custGeom>
            <a:avLst/>
            <a:gdLst>
              <a:gd name="csX0" fmla="*/ 0 w 8397"/>
              <a:gd name="csY0" fmla="*/ 0 h 426243"/>
              <a:gd name="csX1" fmla="*/ 0 w 8397"/>
              <a:gd name="csY1" fmla="*/ 426243 h 42624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397" h="426243">
                <a:moveTo>
                  <a:pt x="0" y="0"/>
                </a:moveTo>
                <a:lnTo>
                  <a:pt x="0" y="426243"/>
                </a:lnTo>
              </a:path>
            </a:pathLst>
          </a:custGeom>
          <a:noFill/>
          <a:ln w="25400" cap="rnd">
            <a:solidFill>
              <a:srgbClr val="2F5597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97" name="Freihandform: Form 496">
            <a:extLst>
              <a:ext uri="{FF2B5EF4-FFF2-40B4-BE49-F238E27FC236}">
                <a16:creationId xmlns:a16="http://schemas.microsoft.com/office/drawing/2014/main" id="{12D4F5D7-13B1-6367-6286-A307C3E42B9F}"/>
              </a:ext>
            </a:extLst>
          </p:cNvPr>
          <p:cNvSpPr/>
          <p:nvPr/>
        </p:nvSpPr>
        <p:spPr>
          <a:xfrm>
            <a:off x="5653202" y="3536890"/>
            <a:ext cx="5085" cy="258130"/>
          </a:xfrm>
          <a:custGeom>
            <a:avLst/>
            <a:gdLst>
              <a:gd name="csX0" fmla="*/ 0 w 8397"/>
              <a:gd name="csY0" fmla="*/ 0 h 426243"/>
              <a:gd name="csX1" fmla="*/ 0 w 8397"/>
              <a:gd name="csY1" fmla="*/ 426243 h 42624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397" h="426243">
                <a:moveTo>
                  <a:pt x="0" y="0"/>
                </a:moveTo>
                <a:lnTo>
                  <a:pt x="0" y="426243"/>
                </a:lnTo>
              </a:path>
            </a:pathLst>
          </a:custGeom>
          <a:noFill/>
          <a:ln w="25400" cap="rnd">
            <a:solidFill>
              <a:srgbClr val="2F5597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98" name="Freihandform: Form 497">
            <a:extLst>
              <a:ext uri="{FF2B5EF4-FFF2-40B4-BE49-F238E27FC236}">
                <a16:creationId xmlns:a16="http://schemas.microsoft.com/office/drawing/2014/main" id="{C8382802-D29F-890F-6AB4-EB04AE5B0063}"/>
              </a:ext>
            </a:extLst>
          </p:cNvPr>
          <p:cNvSpPr/>
          <p:nvPr/>
        </p:nvSpPr>
        <p:spPr>
          <a:xfrm>
            <a:off x="5551498" y="3803665"/>
            <a:ext cx="203408" cy="5085"/>
          </a:xfrm>
          <a:custGeom>
            <a:avLst/>
            <a:gdLst>
              <a:gd name="csX0" fmla="*/ 0 w 335882"/>
              <a:gd name="csY0" fmla="*/ 0 h 8397"/>
              <a:gd name="csX1" fmla="*/ 335882 w 335882"/>
              <a:gd name="csY1" fmla="*/ 0 h 839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35882" h="8397">
                <a:moveTo>
                  <a:pt x="0" y="0"/>
                </a:moveTo>
                <a:lnTo>
                  <a:pt x="335882" y="0"/>
                </a:lnTo>
              </a:path>
            </a:pathLst>
          </a:custGeom>
          <a:noFill/>
          <a:ln w="25400" cap="flat">
            <a:solidFill>
              <a:srgbClr val="2F5597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99" name="Freihandform: Form 498">
            <a:extLst>
              <a:ext uri="{FF2B5EF4-FFF2-40B4-BE49-F238E27FC236}">
                <a16:creationId xmlns:a16="http://schemas.microsoft.com/office/drawing/2014/main" id="{1C67100A-A566-9634-1BB0-38A7E5D8BF5F}"/>
              </a:ext>
            </a:extLst>
          </p:cNvPr>
          <p:cNvSpPr/>
          <p:nvPr/>
        </p:nvSpPr>
        <p:spPr>
          <a:xfrm>
            <a:off x="5573558" y="2448247"/>
            <a:ext cx="58836" cy="58837"/>
          </a:xfrm>
          <a:custGeom>
            <a:avLst/>
            <a:gdLst>
              <a:gd name="csX0" fmla="*/ 97154 w 97154"/>
              <a:gd name="csY0" fmla="*/ 48579 h 97156"/>
              <a:gd name="csX1" fmla="*/ 48577 w 97154"/>
              <a:gd name="csY1" fmla="*/ 97157 h 97156"/>
              <a:gd name="csX2" fmla="*/ 0 w 97154"/>
              <a:gd name="csY2" fmla="*/ 48579 h 97156"/>
              <a:gd name="csX3" fmla="*/ 48577 w 97154"/>
              <a:gd name="csY3" fmla="*/ 0 h 97156"/>
              <a:gd name="csX4" fmla="*/ 97154 w 97154"/>
              <a:gd name="csY4" fmla="*/ 48579 h 971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54" h="97156">
                <a:moveTo>
                  <a:pt x="97154" y="48579"/>
                </a:moveTo>
                <a:cubicBezTo>
                  <a:pt x="97154" y="75410"/>
                  <a:pt x="75406" y="97157"/>
                  <a:pt x="48577" y="97157"/>
                </a:cubicBezTo>
                <a:cubicBezTo>
                  <a:pt x="21740" y="97157"/>
                  <a:pt x="0" y="75410"/>
                  <a:pt x="0" y="48579"/>
                </a:cubicBezTo>
                <a:cubicBezTo>
                  <a:pt x="0" y="21747"/>
                  <a:pt x="21740" y="0"/>
                  <a:pt x="48577" y="0"/>
                </a:cubicBezTo>
                <a:cubicBezTo>
                  <a:pt x="75406" y="0"/>
                  <a:pt x="97154" y="21747"/>
                  <a:pt x="97154" y="48579"/>
                </a:cubicBezTo>
              </a:path>
            </a:pathLst>
          </a:custGeom>
          <a:solidFill>
            <a:srgbClr val="2F5597"/>
          </a:solidFill>
          <a:ln w="7557" cap="rnd">
            <a:solidFill>
              <a:srgbClr val="2F5597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00" name="Freihandform: Form 499">
            <a:extLst>
              <a:ext uri="{FF2B5EF4-FFF2-40B4-BE49-F238E27FC236}">
                <a16:creationId xmlns:a16="http://schemas.microsoft.com/office/drawing/2014/main" id="{49FF531A-5826-EFED-8FB9-FCB322861499}"/>
              </a:ext>
            </a:extLst>
          </p:cNvPr>
          <p:cNvSpPr/>
          <p:nvPr/>
        </p:nvSpPr>
        <p:spPr>
          <a:xfrm>
            <a:off x="5711632" y="2532079"/>
            <a:ext cx="58841" cy="58841"/>
          </a:xfrm>
          <a:custGeom>
            <a:avLst/>
            <a:gdLst>
              <a:gd name="csX0" fmla="*/ 97162 w 97162"/>
              <a:gd name="csY0" fmla="*/ 48577 h 97162"/>
              <a:gd name="csX1" fmla="*/ 48585 w 97162"/>
              <a:gd name="csY1" fmla="*/ 97162 h 97162"/>
              <a:gd name="csX2" fmla="*/ 0 w 97162"/>
              <a:gd name="csY2" fmla="*/ 48577 h 97162"/>
              <a:gd name="csX3" fmla="*/ 48585 w 97162"/>
              <a:gd name="csY3" fmla="*/ 0 h 97162"/>
              <a:gd name="csX4" fmla="*/ 97162 w 97162"/>
              <a:gd name="csY4" fmla="*/ 48577 h 97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62" h="97162">
                <a:moveTo>
                  <a:pt x="97162" y="48577"/>
                </a:moveTo>
                <a:cubicBezTo>
                  <a:pt x="97162" y="75414"/>
                  <a:pt x="75414" y="97162"/>
                  <a:pt x="48585" y="97162"/>
                </a:cubicBezTo>
                <a:cubicBezTo>
                  <a:pt x="21748" y="97162"/>
                  <a:pt x="0" y="75414"/>
                  <a:pt x="0" y="48577"/>
                </a:cubicBezTo>
                <a:cubicBezTo>
                  <a:pt x="0" y="21748"/>
                  <a:pt x="21748" y="0"/>
                  <a:pt x="48585" y="0"/>
                </a:cubicBezTo>
                <a:cubicBezTo>
                  <a:pt x="75414" y="0"/>
                  <a:pt x="97162" y="21748"/>
                  <a:pt x="97162" y="48577"/>
                </a:cubicBezTo>
              </a:path>
            </a:pathLst>
          </a:custGeom>
          <a:solidFill>
            <a:srgbClr val="2F5597"/>
          </a:solidFill>
          <a:ln w="7557" cap="rnd">
            <a:solidFill>
              <a:srgbClr val="2F5597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01" name="Freihandform: Form 500">
            <a:extLst>
              <a:ext uri="{FF2B5EF4-FFF2-40B4-BE49-F238E27FC236}">
                <a16:creationId xmlns:a16="http://schemas.microsoft.com/office/drawing/2014/main" id="{28F028A3-7280-01E5-719F-9E6287E244F9}"/>
              </a:ext>
            </a:extLst>
          </p:cNvPr>
          <p:cNvSpPr/>
          <p:nvPr/>
        </p:nvSpPr>
        <p:spPr>
          <a:xfrm>
            <a:off x="5605610" y="2815635"/>
            <a:ext cx="58836" cy="58835"/>
          </a:xfrm>
          <a:custGeom>
            <a:avLst/>
            <a:gdLst>
              <a:gd name="csX0" fmla="*/ 97154 w 97154"/>
              <a:gd name="csY0" fmla="*/ 48577 h 97153"/>
              <a:gd name="csX1" fmla="*/ 48577 w 97154"/>
              <a:gd name="csY1" fmla="*/ 97154 h 97153"/>
              <a:gd name="csX2" fmla="*/ 0 w 97154"/>
              <a:gd name="csY2" fmla="*/ 48577 h 97153"/>
              <a:gd name="csX3" fmla="*/ 48577 w 97154"/>
              <a:gd name="csY3" fmla="*/ 0 h 97153"/>
              <a:gd name="csX4" fmla="*/ 97154 w 97154"/>
              <a:gd name="csY4" fmla="*/ 48577 h 971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54" h="97153">
                <a:moveTo>
                  <a:pt x="97154" y="48577"/>
                </a:moveTo>
                <a:cubicBezTo>
                  <a:pt x="97154" y="75406"/>
                  <a:pt x="75406" y="97154"/>
                  <a:pt x="48577" y="97154"/>
                </a:cubicBezTo>
                <a:cubicBezTo>
                  <a:pt x="21748" y="97154"/>
                  <a:pt x="0" y="75406"/>
                  <a:pt x="0" y="48577"/>
                </a:cubicBezTo>
                <a:cubicBezTo>
                  <a:pt x="0" y="21740"/>
                  <a:pt x="21748" y="0"/>
                  <a:pt x="48577" y="0"/>
                </a:cubicBezTo>
                <a:cubicBezTo>
                  <a:pt x="75406" y="0"/>
                  <a:pt x="97154" y="21740"/>
                  <a:pt x="97154" y="48577"/>
                </a:cubicBezTo>
              </a:path>
            </a:pathLst>
          </a:custGeom>
          <a:solidFill>
            <a:srgbClr val="2F5597"/>
          </a:solidFill>
          <a:ln w="7557" cap="rnd">
            <a:solidFill>
              <a:srgbClr val="2F5597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02" name="Freihandform: Form 501">
            <a:extLst>
              <a:ext uri="{FF2B5EF4-FFF2-40B4-BE49-F238E27FC236}">
                <a16:creationId xmlns:a16="http://schemas.microsoft.com/office/drawing/2014/main" id="{008C824D-8C9A-9921-CCB3-E2AFEA1331CF}"/>
              </a:ext>
            </a:extLst>
          </p:cNvPr>
          <p:cNvSpPr/>
          <p:nvPr/>
        </p:nvSpPr>
        <p:spPr>
          <a:xfrm>
            <a:off x="5657388" y="2869879"/>
            <a:ext cx="58841" cy="58836"/>
          </a:xfrm>
          <a:custGeom>
            <a:avLst/>
            <a:gdLst>
              <a:gd name="csX0" fmla="*/ 97162 w 97162"/>
              <a:gd name="csY0" fmla="*/ 48577 h 97154"/>
              <a:gd name="csX1" fmla="*/ 48577 w 97162"/>
              <a:gd name="csY1" fmla="*/ 97154 h 97154"/>
              <a:gd name="csX2" fmla="*/ 0 w 97162"/>
              <a:gd name="csY2" fmla="*/ 48577 h 97154"/>
              <a:gd name="csX3" fmla="*/ 48577 w 97162"/>
              <a:gd name="csY3" fmla="*/ 0 h 97154"/>
              <a:gd name="csX4" fmla="*/ 97162 w 97162"/>
              <a:gd name="csY4" fmla="*/ 48577 h 971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62" h="97154">
                <a:moveTo>
                  <a:pt x="97162" y="48577"/>
                </a:moveTo>
                <a:cubicBezTo>
                  <a:pt x="97162" y="75406"/>
                  <a:pt x="75414" y="97154"/>
                  <a:pt x="48577" y="97154"/>
                </a:cubicBezTo>
                <a:cubicBezTo>
                  <a:pt x="21748" y="97154"/>
                  <a:pt x="0" y="75406"/>
                  <a:pt x="0" y="48577"/>
                </a:cubicBezTo>
                <a:cubicBezTo>
                  <a:pt x="0" y="21748"/>
                  <a:pt x="21748" y="0"/>
                  <a:pt x="48577" y="0"/>
                </a:cubicBezTo>
                <a:cubicBezTo>
                  <a:pt x="75414" y="0"/>
                  <a:pt x="97162" y="21748"/>
                  <a:pt x="97162" y="48577"/>
                </a:cubicBezTo>
              </a:path>
            </a:pathLst>
          </a:custGeom>
          <a:solidFill>
            <a:srgbClr val="2F5597"/>
          </a:solidFill>
          <a:ln w="7557" cap="rnd">
            <a:solidFill>
              <a:srgbClr val="2F5597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03" name="Freihandform: Form 502">
            <a:extLst>
              <a:ext uri="{FF2B5EF4-FFF2-40B4-BE49-F238E27FC236}">
                <a16:creationId xmlns:a16="http://schemas.microsoft.com/office/drawing/2014/main" id="{42D63B17-73C9-E234-0FA9-B7AB9F830B04}"/>
              </a:ext>
            </a:extLst>
          </p:cNvPr>
          <p:cNvSpPr/>
          <p:nvPr/>
        </p:nvSpPr>
        <p:spPr>
          <a:xfrm>
            <a:off x="5571092" y="3007958"/>
            <a:ext cx="58836" cy="58836"/>
          </a:xfrm>
          <a:custGeom>
            <a:avLst/>
            <a:gdLst>
              <a:gd name="csX0" fmla="*/ 97154 w 97154"/>
              <a:gd name="csY0" fmla="*/ 48577 h 97154"/>
              <a:gd name="csX1" fmla="*/ 48577 w 97154"/>
              <a:gd name="csY1" fmla="*/ 97154 h 97154"/>
              <a:gd name="csX2" fmla="*/ 0 w 97154"/>
              <a:gd name="csY2" fmla="*/ 48577 h 97154"/>
              <a:gd name="csX3" fmla="*/ 48577 w 97154"/>
              <a:gd name="csY3" fmla="*/ 0 h 97154"/>
              <a:gd name="csX4" fmla="*/ 97154 w 97154"/>
              <a:gd name="csY4" fmla="*/ 48577 h 971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54" h="97154">
                <a:moveTo>
                  <a:pt x="97154" y="48577"/>
                </a:moveTo>
                <a:cubicBezTo>
                  <a:pt x="97154" y="75406"/>
                  <a:pt x="75406" y="97154"/>
                  <a:pt x="48577" y="97154"/>
                </a:cubicBezTo>
                <a:cubicBezTo>
                  <a:pt x="21748" y="97154"/>
                  <a:pt x="0" y="75406"/>
                  <a:pt x="0" y="48577"/>
                </a:cubicBezTo>
                <a:cubicBezTo>
                  <a:pt x="0" y="21748"/>
                  <a:pt x="21748" y="0"/>
                  <a:pt x="48577" y="0"/>
                </a:cubicBezTo>
                <a:cubicBezTo>
                  <a:pt x="75406" y="0"/>
                  <a:pt x="97154" y="21748"/>
                  <a:pt x="97154" y="48577"/>
                </a:cubicBezTo>
              </a:path>
            </a:pathLst>
          </a:custGeom>
          <a:solidFill>
            <a:srgbClr val="2F5597"/>
          </a:solidFill>
          <a:ln w="7557" cap="rnd">
            <a:solidFill>
              <a:srgbClr val="2F5597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04" name="Freihandform: Form 503">
            <a:extLst>
              <a:ext uri="{FF2B5EF4-FFF2-40B4-BE49-F238E27FC236}">
                <a16:creationId xmlns:a16="http://schemas.microsoft.com/office/drawing/2014/main" id="{43A796FA-D7F7-F48C-AA1F-0CBAA558257A}"/>
              </a:ext>
            </a:extLst>
          </p:cNvPr>
          <p:cNvSpPr/>
          <p:nvPr/>
        </p:nvSpPr>
        <p:spPr>
          <a:xfrm>
            <a:off x="5694372" y="3017818"/>
            <a:ext cx="58841" cy="58841"/>
          </a:xfrm>
          <a:custGeom>
            <a:avLst/>
            <a:gdLst>
              <a:gd name="csX0" fmla="*/ 97162 w 97162"/>
              <a:gd name="csY0" fmla="*/ 48577 h 97162"/>
              <a:gd name="csX1" fmla="*/ 48585 w 97162"/>
              <a:gd name="csY1" fmla="*/ 97162 h 97162"/>
              <a:gd name="csX2" fmla="*/ 0 w 97162"/>
              <a:gd name="csY2" fmla="*/ 48577 h 97162"/>
              <a:gd name="csX3" fmla="*/ 48585 w 97162"/>
              <a:gd name="csY3" fmla="*/ 0 h 97162"/>
              <a:gd name="csX4" fmla="*/ 97162 w 97162"/>
              <a:gd name="csY4" fmla="*/ 48577 h 97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62" h="97162">
                <a:moveTo>
                  <a:pt x="97162" y="48577"/>
                </a:moveTo>
                <a:cubicBezTo>
                  <a:pt x="97162" y="75414"/>
                  <a:pt x="75414" y="97162"/>
                  <a:pt x="48585" y="97162"/>
                </a:cubicBezTo>
                <a:cubicBezTo>
                  <a:pt x="21748" y="97162"/>
                  <a:pt x="0" y="75414"/>
                  <a:pt x="0" y="48577"/>
                </a:cubicBezTo>
                <a:cubicBezTo>
                  <a:pt x="0" y="21748"/>
                  <a:pt x="21748" y="0"/>
                  <a:pt x="48585" y="0"/>
                </a:cubicBezTo>
                <a:cubicBezTo>
                  <a:pt x="75414" y="0"/>
                  <a:pt x="97162" y="21748"/>
                  <a:pt x="97162" y="48577"/>
                </a:cubicBezTo>
              </a:path>
            </a:pathLst>
          </a:custGeom>
          <a:solidFill>
            <a:srgbClr val="2F5597"/>
          </a:solidFill>
          <a:ln w="7557" cap="rnd">
            <a:solidFill>
              <a:srgbClr val="2F5597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05" name="Freihandform: Form 504">
            <a:extLst>
              <a:ext uri="{FF2B5EF4-FFF2-40B4-BE49-F238E27FC236}">
                <a16:creationId xmlns:a16="http://schemas.microsoft.com/office/drawing/2014/main" id="{D557363D-843F-73E6-B940-5B63161C38A3}"/>
              </a:ext>
            </a:extLst>
          </p:cNvPr>
          <p:cNvSpPr/>
          <p:nvPr/>
        </p:nvSpPr>
        <p:spPr>
          <a:xfrm>
            <a:off x="5657388" y="3387670"/>
            <a:ext cx="58841" cy="58841"/>
          </a:xfrm>
          <a:custGeom>
            <a:avLst/>
            <a:gdLst>
              <a:gd name="csX0" fmla="*/ 97162 w 97162"/>
              <a:gd name="csY0" fmla="*/ 48577 h 97162"/>
              <a:gd name="csX1" fmla="*/ 48577 w 97162"/>
              <a:gd name="csY1" fmla="*/ 97162 h 97162"/>
              <a:gd name="csX2" fmla="*/ 0 w 97162"/>
              <a:gd name="csY2" fmla="*/ 48577 h 97162"/>
              <a:gd name="csX3" fmla="*/ 48577 w 97162"/>
              <a:gd name="csY3" fmla="*/ 0 h 97162"/>
              <a:gd name="csX4" fmla="*/ 97162 w 97162"/>
              <a:gd name="csY4" fmla="*/ 48577 h 97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62" h="97162">
                <a:moveTo>
                  <a:pt x="97162" y="48577"/>
                </a:moveTo>
                <a:cubicBezTo>
                  <a:pt x="97162" y="75414"/>
                  <a:pt x="75414" y="97162"/>
                  <a:pt x="48577" y="97162"/>
                </a:cubicBezTo>
                <a:cubicBezTo>
                  <a:pt x="21748" y="97162"/>
                  <a:pt x="0" y="75414"/>
                  <a:pt x="0" y="48577"/>
                </a:cubicBezTo>
                <a:cubicBezTo>
                  <a:pt x="0" y="21748"/>
                  <a:pt x="21748" y="0"/>
                  <a:pt x="48577" y="0"/>
                </a:cubicBezTo>
                <a:cubicBezTo>
                  <a:pt x="75414" y="0"/>
                  <a:pt x="97162" y="21748"/>
                  <a:pt x="97162" y="48577"/>
                </a:cubicBezTo>
              </a:path>
            </a:pathLst>
          </a:custGeom>
          <a:solidFill>
            <a:srgbClr val="2F5597"/>
          </a:solidFill>
          <a:ln w="7557" cap="rnd">
            <a:solidFill>
              <a:srgbClr val="2F5597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06" name="Freihandform: Form 505">
            <a:extLst>
              <a:ext uri="{FF2B5EF4-FFF2-40B4-BE49-F238E27FC236}">
                <a16:creationId xmlns:a16="http://schemas.microsoft.com/office/drawing/2014/main" id="{C7DBF96C-488C-AD7F-DB88-6B360F337A33}"/>
              </a:ext>
            </a:extLst>
          </p:cNvPr>
          <p:cNvSpPr/>
          <p:nvPr/>
        </p:nvSpPr>
        <p:spPr>
          <a:xfrm>
            <a:off x="5590817" y="3249591"/>
            <a:ext cx="58836" cy="58841"/>
          </a:xfrm>
          <a:custGeom>
            <a:avLst/>
            <a:gdLst>
              <a:gd name="csX0" fmla="*/ 97154 w 97154"/>
              <a:gd name="csY0" fmla="*/ 48577 h 97162"/>
              <a:gd name="csX1" fmla="*/ 48577 w 97154"/>
              <a:gd name="csY1" fmla="*/ 97162 h 97162"/>
              <a:gd name="csX2" fmla="*/ 0 w 97154"/>
              <a:gd name="csY2" fmla="*/ 48577 h 97162"/>
              <a:gd name="csX3" fmla="*/ 48577 w 97154"/>
              <a:gd name="csY3" fmla="*/ 0 h 97162"/>
              <a:gd name="csX4" fmla="*/ 97154 w 97154"/>
              <a:gd name="csY4" fmla="*/ 48577 h 97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54" h="97162">
                <a:moveTo>
                  <a:pt x="97154" y="48577"/>
                </a:moveTo>
                <a:cubicBezTo>
                  <a:pt x="97154" y="75414"/>
                  <a:pt x="75406" y="97162"/>
                  <a:pt x="48577" y="97162"/>
                </a:cubicBezTo>
                <a:cubicBezTo>
                  <a:pt x="21748" y="97162"/>
                  <a:pt x="0" y="75414"/>
                  <a:pt x="0" y="48577"/>
                </a:cubicBezTo>
                <a:cubicBezTo>
                  <a:pt x="0" y="21748"/>
                  <a:pt x="21748" y="0"/>
                  <a:pt x="48577" y="0"/>
                </a:cubicBezTo>
                <a:cubicBezTo>
                  <a:pt x="75406" y="0"/>
                  <a:pt x="97154" y="21748"/>
                  <a:pt x="97154" y="48577"/>
                </a:cubicBezTo>
              </a:path>
            </a:pathLst>
          </a:custGeom>
          <a:solidFill>
            <a:srgbClr val="2F5597"/>
          </a:solidFill>
          <a:ln w="7557" cap="rnd">
            <a:solidFill>
              <a:srgbClr val="2F5597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07" name="Freihandform: Form 506">
            <a:extLst>
              <a:ext uri="{FF2B5EF4-FFF2-40B4-BE49-F238E27FC236}">
                <a16:creationId xmlns:a16="http://schemas.microsoft.com/office/drawing/2014/main" id="{12A944AD-1C78-700D-558C-D8FEEAC97D73}"/>
              </a:ext>
            </a:extLst>
          </p:cNvPr>
          <p:cNvSpPr/>
          <p:nvPr/>
        </p:nvSpPr>
        <p:spPr>
          <a:xfrm>
            <a:off x="5645061" y="3133704"/>
            <a:ext cx="58836" cy="58841"/>
          </a:xfrm>
          <a:custGeom>
            <a:avLst/>
            <a:gdLst>
              <a:gd name="csX0" fmla="*/ 97154 w 97154"/>
              <a:gd name="csY0" fmla="*/ 48577 h 97162"/>
              <a:gd name="csX1" fmla="*/ 48577 w 97154"/>
              <a:gd name="csY1" fmla="*/ 97162 h 97162"/>
              <a:gd name="csX2" fmla="*/ 0 w 97154"/>
              <a:gd name="csY2" fmla="*/ 48577 h 97162"/>
              <a:gd name="csX3" fmla="*/ 48577 w 97154"/>
              <a:gd name="csY3" fmla="*/ 0 h 97162"/>
              <a:gd name="csX4" fmla="*/ 97154 w 97154"/>
              <a:gd name="csY4" fmla="*/ 48577 h 97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54" h="97162">
                <a:moveTo>
                  <a:pt x="97154" y="48577"/>
                </a:moveTo>
                <a:cubicBezTo>
                  <a:pt x="97154" y="75414"/>
                  <a:pt x="75406" y="97162"/>
                  <a:pt x="48577" y="97162"/>
                </a:cubicBezTo>
                <a:cubicBezTo>
                  <a:pt x="21748" y="97162"/>
                  <a:pt x="0" y="75414"/>
                  <a:pt x="0" y="48577"/>
                </a:cubicBezTo>
                <a:cubicBezTo>
                  <a:pt x="0" y="21748"/>
                  <a:pt x="21748" y="0"/>
                  <a:pt x="48577" y="0"/>
                </a:cubicBezTo>
                <a:cubicBezTo>
                  <a:pt x="75406" y="0"/>
                  <a:pt x="97154" y="21748"/>
                  <a:pt x="97154" y="48577"/>
                </a:cubicBezTo>
              </a:path>
            </a:pathLst>
          </a:custGeom>
          <a:solidFill>
            <a:srgbClr val="2F5597"/>
          </a:solidFill>
          <a:ln w="7557" cap="rnd">
            <a:solidFill>
              <a:srgbClr val="2F5597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08" name="Freihandform: Form 507">
            <a:extLst>
              <a:ext uri="{FF2B5EF4-FFF2-40B4-BE49-F238E27FC236}">
                <a16:creationId xmlns:a16="http://schemas.microsoft.com/office/drawing/2014/main" id="{C30BFE50-6C91-456E-07E3-50593DB0D970}"/>
              </a:ext>
            </a:extLst>
          </p:cNvPr>
          <p:cNvSpPr/>
          <p:nvPr/>
        </p:nvSpPr>
        <p:spPr>
          <a:xfrm>
            <a:off x="5991702" y="1979178"/>
            <a:ext cx="203408" cy="5085"/>
          </a:xfrm>
          <a:custGeom>
            <a:avLst/>
            <a:gdLst>
              <a:gd name="csX0" fmla="*/ 0 w 335882"/>
              <a:gd name="csY0" fmla="*/ 0 h 8397"/>
              <a:gd name="csX1" fmla="*/ 335882 w 335882"/>
              <a:gd name="csY1" fmla="*/ 0 h 839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35882" h="8397">
                <a:moveTo>
                  <a:pt x="0" y="0"/>
                </a:moveTo>
                <a:lnTo>
                  <a:pt x="335882" y="0"/>
                </a:lnTo>
              </a:path>
            </a:pathLst>
          </a:custGeom>
          <a:noFill/>
          <a:ln w="25400" cap="flat">
            <a:solidFill>
              <a:srgbClr val="548235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09" name="Freihandform: Form 508">
            <a:extLst>
              <a:ext uri="{FF2B5EF4-FFF2-40B4-BE49-F238E27FC236}">
                <a16:creationId xmlns:a16="http://schemas.microsoft.com/office/drawing/2014/main" id="{92A5836F-B82C-A1B0-8210-B023045A80E9}"/>
              </a:ext>
            </a:extLst>
          </p:cNvPr>
          <p:cNvSpPr/>
          <p:nvPr/>
        </p:nvSpPr>
        <p:spPr>
          <a:xfrm>
            <a:off x="6093406" y="1983118"/>
            <a:ext cx="5085" cy="258129"/>
          </a:xfrm>
          <a:custGeom>
            <a:avLst/>
            <a:gdLst>
              <a:gd name="csX0" fmla="*/ 0 w 8397"/>
              <a:gd name="csY0" fmla="*/ 0 h 426242"/>
              <a:gd name="csX1" fmla="*/ 0 w 8397"/>
              <a:gd name="csY1" fmla="*/ 426243 h 42624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397" h="426242">
                <a:moveTo>
                  <a:pt x="0" y="0"/>
                </a:moveTo>
                <a:lnTo>
                  <a:pt x="0" y="426243"/>
                </a:lnTo>
              </a:path>
            </a:pathLst>
          </a:custGeom>
          <a:noFill/>
          <a:ln w="25400" cap="rnd">
            <a:solidFill>
              <a:srgbClr val="548235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10" name="Freihandform: Form 509">
            <a:extLst>
              <a:ext uri="{FF2B5EF4-FFF2-40B4-BE49-F238E27FC236}">
                <a16:creationId xmlns:a16="http://schemas.microsoft.com/office/drawing/2014/main" id="{24B3C570-5D89-BBCB-5B8E-6AA22D79C0EC}"/>
              </a:ext>
            </a:extLst>
          </p:cNvPr>
          <p:cNvSpPr/>
          <p:nvPr/>
        </p:nvSpPr>
        <p:spPr>
          <a:xfrm>
            <a:off x="5991702" y="3464265"/>
            <a:ext cx="203408" cy="5085"/>
          </a:xfrm>
          <a:custGeom>
            <a:avLst/>
            <a:gdLst>
              <a:gd name="csX0" fmla="*/ 0 w 335882"/>
              <a:gd name="csY0" fmla="*/ 0 h 8397"/>
              <a:gd name="csX1" fmla="*/ 335882 w 335882"/>
              <a:gd name="csY1" fmla="*/ 0 h 839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35882" h="8397">
                <a:moveTo>
                  <a:pt x="0" y="0"/>
                </a:moveTo>
                <a:lnTo>
                  <a:pt x="335882" y="0"/>
                </a:lnTo>
              </a:path>
            </a:pathLst>
          </a:custGeom>
          <a:noFill/>
          <a:ln w="25400" cap="flat">
            <a:solidFill>
              <a:srgbClr val="548235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11" name="Freihandform: Form 510">
            <a:extLst>
              <a:ext uri="{FF2B5EF4-FFF2-40B4-BE49-F238E27FC236}">
                <a16:creationId xmlns:a16="http://schemas.microsoft.com/office/drawing/2014/main" id="{59B4E994-ACA5-10A3-7CEC-31EA58CC3AD6}"/>
              </a:ext>
            </a:extLst>
          </p:cNvPr>
          <p:cNvSpPr/>
          <p:nvPr/>
        </p:nvSpPr>
        <p:spPr>
          <a:xfrm>
            <a:off x="6093406" y="3202199"/>
            <a:ext cx="5085" cy="258124"/>
          </a:xfrm>
          <a:custGeom>
            <a:avLst/>
            <a:gdLst>
              <a:gd name="csX0" fmla="*/ 0 w 8397"/>
              <a:gd name="csY0" fmla="*/ 426235 h 426234"/>
              <a:gd name="csX1" fmla="*/ 0 w 8397"/>
              <a:gd name="csY1" fmla="*/ 0 h 42623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397" h="426234">
                <a:moveTo>
                  <a:pt x="0" y="426235"/>
                </a:moveTo>
                <a:lnTo>
                  <a:pt x="0" y="0"/>
                </a:lnTo>
              </a:path>
            </a:pathLst>
          </a:custGeom>
          <a:noFill/>
          <a:ln w="25400" cap="rnd">
            <a:solidFill>
              <a:srgbClr val="548235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76" name="Freihandform: Form 575">
            <a:extLst>
              <a:ext uri="{FF2B5EF4-FFF2-40B4-BE49-F238E27FC236}">
                <a16:creationId xmlns:a16="http://schemas.microsoft.com/office/drawing/2014/main" id="{35A2BD72-4771-28A8-4FA9-C04789C43B05}"/>
              </a:ext>
            </a:extLst>
          </p:cNvPr>
          <p:cNvSpPr/>
          <p:nvPr/>
        </p:nvSpPr>
        <p:spPr>
          <a:xfrm>
            <a:off x="6125362" y="2353552"/>
            <a:ext cx="58836" cy="58837"/>
          </a:xfrm>
          <a:custGeom>
            <a:avLst/>
            <a:gdLst>
              <a:gd name="csX0" fmla="*/ 97154 w 97154"/>
              <a:gd name="csY0" fmla="*/ 48579 h 97156"/>
              <a:gd name="csX1" fmla="*/ 48577 w 97154"/>
              <a:gd name="csY1" fmla="*/ 97157 h 97156"/>
              <a:gd name="csX2" fmla="*/ 0 w 97154"/>
              <a:gd name="csY2" fmla="*/ 48579 h 97156"/>
              <a:gd name="csX3" fmla="*/ 48577 w 97154"/>
              <a:gd name="csY3" fmla="*/ 0 h 97156"/>
              <a:gd name="csX4" fmla="*/ 97154 w 97154"/>
              <a:gd name="csY4" fmla="*/ 48579 h 971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54" h="97156">
                <a:moveTo>
                  <a:pt x="97154" y="48579"/>
                </a:moveTo>
                <a:cubicBezTo>
                  <a:pt x="97154" y="75410"/>
                  <a:pt x="75406" y="97157"/>
                  <a:pt x="48577" y="97157"/>
                </a:cubicBezTo>
                <a:cubicBezTo>
                  <a:pt x="21748" y="97157"/>
                  <a:pt x="0" y="75410"/>
                  <a:pt x="0" y="48579"/>
                </a:cubicBezTo>
                <a:cubicBezTo>
                  <a:pt x="0" y="21748"/>
                  <a:pt x="21748" y="0"/>
                  <a:pt x="48577" y="0"/>
                </a:cubicBezTo>
                <a:cubicBezTo>
                  <a:pt x="75406" y="0"/>
                  <a:pt x="97154" y="21748"/>
                  <a:pt x="97154" y="48579"/>
                </a:cubicBezTo>
              </a:path>
            </a:pathLst>
          </a:custGeom>
          <a:solidFill>
            <a:srgbClr val="548235"/>
          </a:solidFill>
          <a:ln w="7557" cap="rnd">
            <a:solidFill>
              <a:srgbClr val="548235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77" name="Freihandform: Form 576">
            <a:extLst>
              <a:ext uri="{FF2B5EF4-FFF2-40B4-BE49-F238E27FC236}">
                <a16:creationId xmlns:a16="http://schemas.microsoft.com/office/drawing/2014/main" id="{B3966AE1-B32A-B6A2-0EDE-672CCF2A28E4}"/>
              </a:ext>
            </a:extLst>
          </p:cNvPr>
          <p:cNvSpPr/>
          <p:nvPr/>
        </p:nvSpPr>
        <p:spPr>
          <a:xfrm>
            <a:off x="6009475" y="2309170"/>
            <a:ext cx="58836" cy="58837"/>
          </a:xfrm>
          <a:custGeom>
            <a:avLst/>
            <a:gdLst>
              <a:gd name="csX0" fmla="*/ 97154 w 97154"/>
              <a:gd name="csY0" fmla="*/ 48579 h 97156"/>
              <a:gd name="csX1" fmla="*/ 48577 w 97154"/>
              <a:gd name="csY1" fmla="*/ 97157 h 97156"/>
              <a:gd name="csX2" fmla="*/ 0 w 97154"/>
              <a:gd name="csY2" fmla="*/ 48579 h 97156"/>
              <a:gd name="csX3" fmla="*/ 48577 w 97154"/>
              <a:gd name="csY3" fmla="*/ 0 h 97156"/>
              <a:gd name="csX4" fmla="*/ 97154 w 97154"/>
              <a:gd name="csY4" fmla="*/ 48579 h 971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54" h="97156">
                <a:moveTo>
                  <a:pt x="97154" y="48579"/>
                </a:moveTo>
                <a:cubicBezTo>
                  <a:pt x="97154" y="75410"/>
                  <a:pt x="75406" y="97157"/>
                  <a:pt x="48577" y="97157"/>
                </a:cubicBezTo>
                <a:cubicBezTo>
                  <a:pt x="21748" y="97157"/>
                  <a:pt x="0" y="75410"/>
                  <a:pt x="0" y="48579"/>
                </a:cubicBezTo>
                <a:cubicBezTo>
                  <a:pt x="0" y="21747"/>
                  <a:pt x="21748" y="0"/>
                  <a:pt x="48577" y="0"/>
                </a:cubicBezTo>
                <a:cubicBezTo>
                  <a:pt x="75406" y="0"/>
                  <a:pt x="97154" y="21747"/>
                  <a:pt x="97154" y="48579"/>
                </a:cubicBezTo>
              </a:path>
            </a:pathLst>
          </a:custGeom>
          <a:solidFill>
            <a:srgbClr val="548235"/>
          </a:solidFill>
          <a:ln w="7557" cap="rnd">
            <a:solidFill>
              <a:srgbClr val="548235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78" name="Freihandform: Form 577">
            <a:extLst>
              <a:ext uri="{FF2B5EF4-FFF2-40B4-BE49-F238E27FC236}">
                <a16:creationId xmlns:a16="http://schemas.microsoft.com/office/drawing/2014/main" id="{7640398D-6A12-9320-63DC-F95318C46DE9}"/>
              </a:ext>
            </a:extLst>
          </p:cNvPr>
          <p:cNvSpPr/>
          <p:nvPr/>
        </p:nvSpPr>
        <p:spPr>
          <a:xfrm>
            <a:off x="6056325" y="2385606"/>
            <a:ext cx="58836" cy="58837"/>
          </a:xfrm>
          <a:custGeom>
            <a:avLst/>
            <a:gdLst>
              <a:gd name="csX0" fmla="*/ 97154 w 97154"/>
              <a:gd name="csY0" fmla="*/ 48578 h 97156"/>
              <a:gd name="csX1" fmla="*/ 48577 w 97154"/>
              <a:gd name="csY1" fmla="*/ 97157 h 97156"/>
              <a:gd name="csX2" fmla="*/ 0 w 97154"/>
              <a:gd name="csY2" fmla="*/ 48578 h 97156"/>
              <a:gd name="csX3" fmla="*/ 48577 w 97154"/>
              <a:gd name="csY3" fmla="*/ 0 h 97156"/>
              <a:gd name="csX4" fmla="*/ 97154 w 97154"/>
              <a:gd name="csY4" fmla="*/ 48578 h 971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54" h="97156">
                <a:moveTo>
                  <a:pt x="97154" y="48578"/>
                </a:moveTo>
                <a:cubicBezTo>
                  <a:pt x="97154" y="75408"/>
                  <a:pt x="75406" y="97157"/>
                  <a:pt x="48577" y="97157"/>
                </a:cubicBezTo>
                <a:cubicBezTo>
                  <a:pt x="21740" y="97157"/>
                  <a:pt x="0" y="75408"/>
                  <a:pt x="0" y="48578"/>
                </a:cubicBezTo>
                <a:cubicBezTo>
                  <a:pt x="0" y="21747"/>
                  <a:pt x="21740" y="0"/>
                  <a:pt x="48577" y="0"/>
                </a:cubicBezTo>
                <a:cubicBezTo>
                  <a:pt x="75406" y="0"/>
                  <a:pt x="97154" y="21747"/>
                  <a:pt x="97154" y="48578"/>
                </a:cubicBezTo>
              </a:path>
            </a:pathLst>
          </a:custGeom>
          <a:solidFill>
            <a:srgbClr val="548235"/>
          </a:solidFill>
          <a:ln w="7557" cap="rnd">
            <a:solidFill>
              <a:srgbClr val="548235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79" name="Freihandform: Form 578">
            <a:extLst>
              <a:ext uri="{FF2B5EF4-FFF2-40B4-BE49-F238E27FC236}">
                <a16:creationId xmlns:a16="http://schemas.microsoft.com/office/drawing/2014/main" id="{0B4648E0-6772-9EE9-9597-6DFB12FE3112}"/>
              </a:ext>
            </a:extLst>
          </p:cNvPr>
          <p:cNvSpPr/>
          <p:nvPr/>
        </p:nvSpPr>
        <p:spPr>
          <a:xfrm>
            <a:off x="6125362" y="2609982"/>
            <a:ext cx="58836" cy="58836"/>
          </a:xfrm>
          <a:custGeom>
            <a:avLst/>
            <a:gdLst>
              <a:gd name="csX0" fmla="*/ 97154 w 97154"/>
              <a:gd name="csY0" fmla="*/ 48577 h 97154"/>
              <a:gd name="csX1" fmla="*/ 48577 w 97154"/>
              <a:gd name="csY1" fmla="*/ 97154 h 97154"/>
              <a:gd name="csX2" fmla="*/ 0 w 97154"/>
              <a:gd name="csY2" fmla="*/ 48577 h 97154"/>
              <a:gd name="csX3" fmla="*/ 48577 w 97154"/>
              <a:gd name="csY3" fmla="*/ 0 h 97154"/>
              <a:gd name="csX4" fmla="*/ 97154 w 97154"/>
              <a:gd name="csY4" fmla="*/ 48577 h 971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54" h="97154">
                <a:moveTo>
                  <a:pt x="97154" y="48577"/>
                </a:moveTo>
                <a:cubicBezTo>
                  <a:pt x="97154" y="75414"/>
                  <a:pt x="75406" y="97154"/>
                  <a:pt x="48577" y="97154"/>
                </a:cubicBezTo>
                <a:cubicBezTo>
                  <a:pt x="21748" y="97154"/>
                  <a:pt x="0" y="75414"/>
                  <a:pt x="0" y="48577"/>
                </a:cubicBezTo>
                <a:cubicBezTo>
                  <a:pt x="0" y="21748"/>
                  <a:pt x="21748" y="0"/>
                  <a:pt x="48577" y="0"/>
                </a:cubicBezTo>
                <a:cubicBezTo>
                  <a:pt x="75406" y="0"/>
                  <a:pt x="97154" y="21748"/>
                  <a:pt x="97154" y="48577"/>
                </a:cubicBezTo>
              </a:path>
            </a:pathLst>
          </a:custGeom>
          <a:solidFill>
            <a:srgbClr val="548235"/>
          </a:solidFill>
          <a:ln w="7557" cap="rnd">
            <a:solidFill>
              <a:srgbClr val="548235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80" name="Freihandform: Form 579">
            <a:extLst>
              <a:ext uri="{FF2B5EF4-FFF2-40B4-BE49-F238E27FC236}">
                <a16:creationId xmlns:a16="http://schemas.microsoft.com/office/drawing/2014/main" id="{7D2CF8C3-AB23-C605-86B3-0957730BA520}"/>
              </a:ext>
            </a:extLst>
          </p:cNvPr>
          <p:cNvSpPr/>
          <p:nvPr/>
        </p:nvSpPr>
        <p:spPr>
          <a:xfrm>
            <a:off x="6026734" y="2770252"/>
            <a:ext cx="58836" cy="58835"/>
          </a:xfrm>
          <a:custGeom>
            <a:avLst/>
            <a:gdLst>
              <a:gd name="csX0" fmla="*/ 97154 w 97154"/>
              <a:gd name="csY0" fmla="*/ 48577 h 97153"/>
              <a:gd name="csX1" fmla="*/ 48577 w 97154"/>
              <a:gd name="csY1" fmla="*/ 97154 h 97153"/>
              <a:gd name="csX2" fmla="*/ 0 w 97154"/>
              <a:gd name="csY2" fmla="*/ 48577 h 97153"/>
              <a:gd name="csX3" fmla="*/ 48577 w 97154"/>
              <a:gd name="csY3" fmla="*/ 0 h 97153"/>
              <a:gd name="csX4" fmla="*/ 97154 w 97154"/>
              <a:gd name="csY4" fmla="*/ 48577 h 971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54" h="97153">
                <a:moveTo>
                  <a:pt x="97154" y="48577"/>
                </a:moveTo>
                <a:cubicBezTo>
                  <a:pt x="97154" y="75406"/>
                  <a:pt x="75414" y="97154"/>
                  <a:pt x="48577" y="97154"/>
                </a:cubicBezTo>
                <a:cubicBezTo>
                  <a:pt x="21748" y="97154"/>
                  <a:pt x="0" y="75406"/>
                  <a:pt x="0" y="48577"/>
                </a:cubicBezTo>
                <a:cubicBezTo>
                  <a:pt x="0" y="21748"/>
                  <a:pt x="21748" y="0"/>
                  <a:pt x="48577" y="0"/>
                </a:cubicBezTo>
                <a:cubicBezTo>
                  <a:pt x="75414" y="0"/>
                  <a:pt x="97154" y="21748"/>
                  <a:pt x="97154" y="48577"/>
                </a:cubicBezTo>
              </a:path>
            </a:pathLst>
          </a:custGeom>
          <a:solidFill>
            <a:srgbClr val="548235"/>
          </a:solidFill>
          <a:ln w="7557" cap="rnd">
            <a:solidFill>
              <a:srgbClr val="548235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81" name="Freihandform: Form 580">
            <a:extLst>
              <a:ext uri="{FF2B5EF4-FFF2-40B4-BE49-F238E27FC236}">
                <a16:creationId xmlns:a16="http://schemas.microsoft.com/office/drawing/2014/main" id="{3F98A614-3E2D-180A-DC3D-B1CF4FDD48A4}"/>
              </a:ext>
            </a:extLst>
          </p:cNvPr>
          <p:cNvSpPr/>
          <p:nvPr/>
        </p:nvSpPr>
        <p:spPr>
          <a:xfrm>
            <a:off x="6113035" y="2930522"/>
            <a:ext cx="58835" cy="58835"/>
          </a:xfrm>
          <a:custGeom>
            <a:avLst/>
            <a:gdLst>
              <a:gd name="csX0" fmla="*/ 97154 w 97153"/>
              <a:gd name="csY0" fmla="*/ 48577 h 97153"/>
              <a:gd name="csX1" fmla="*/ 48577 w 97153"/>
              <a:gd name="csY1" fmla="*/ 97154 h 97153"/>
              <a:gd name="csX2" fmla="*/ 0 w 97153"/>
              <a:gd name="csY2" fmla="*/ 48577 h 97153"/>
              <a:gd name="csX3" fmla="*/ 48577 w 97153"/>
              <a:gd name="csY3" fmla="*/ 0 h 97153"/>
              <a:gd name="csX4" fmla="*/ 97154 w 97153"/>
              <a:gd name="csY4" fmla="*/ 48577 h 971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53" h="97153">
                <a:moveTo>
                  <a:pt x="97154" y="48577"/>
                </a:moveTo>
                <a:cubicBezTo>
                  <a:pt x="97154" y="75406"/>
                  <a:pt x="75406" y="97154"/>
                  <a:pt x="48577" y="97154"/>
                </a:cubicBezTo>
                <a:cubicBezTo>
                  <a:pt x="21740" y="97154"/>
                  <a:pt x="0" y="75406"/>
                  <a:pt x="0" y="48577"/>
                </a:cubicBezTo>
                <a:cubicBezTo>
                  <a:pt x="0" y="21740"/>
                  <a:pt x="21740" y="0"/>
                  <a:pt x="48577" y="0"/>
                </a:cubicBezTo>
                <a:cubicBezTo>
                  <a:pt x="75406" y="0"/>
                  <a:pt x="97154" y="21740"/>
                  <a:pt x="97154" y="48577"/>
                </a:cubicBezTo>
              </a:path>
            </a:pathLst>
          </a:custGeom>
          <a:solidFill>
            <a:srgbClr val="548235"/>
          </a:solidFill>
          <a:ln w="7557" cap="rnd">
            <a:solidFill>
              <a:srgbClr val="548235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82" name="Freihandform: Form 581">
            <a:extLst>
              <a:ext uri="{FF2B5EF4-FFF2-40B4-BE49-F238E27FC236}">
                <a16:creationId xmlns:a16="http://schemas.microsoft.com/office/drawing/2014/main" id="{4A498401-7C2D-6E74-2F16-E9C4C366988E}"/>
              </a:ext>
            </a:extLst>
          </p:cNvPr>
          <p:cNvSpPr/>
          <p:nvPr/>
        </p:nvSpPr>
        <p:spPr>
          <a:xfrm>
            <a:off x="6125362" y="2807237"/>
            <a:ext cx="58836" cy="58835"/>
          </a:xfrm>
          <a:custGeom>
            <a:avLst/>
            <a:gdLst>
              <a:gd name="csX0" fmla="*/ 97154 w 97154"/>
              <a:gd name="csY0" fmla="*/ 48577 h 97153"/>
              <a:gd name="csX1" fmla="*/ 48577 w 97154"/>
              <a:gd name="csY1" fmla="*/ 97154 h 97153"/>
              <a:gd name="csX2" fmla="*/ 0 w 97154"/>
              <a:gd name="csY2" fmla="*/ 48577 h 97153"/>
              <a:gd name="csX3" fmla="*/ 48577 w 97154"/>
              <a:gd name="csY3" fmla="*/ 0 h 97153"/>
              <a:gd name="csX4" fmla="*/ 97154 w 97154"/>
              <a:gd name="csY4" fmla="*/ 48577 h 971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54" h="97153">
                <a:moveTo>
                  <a:pt x="97154" y="48577"/>
                </a:moveTo>
                <a:cubicBezTo>
                  <a:pt x="97154" y="75406"/>
                  <a:pt x="75406" y="97154"/>
                  <a:pt x="48577" y="97154"/>
                </a:cubicBezTo>
                <a:cubicBezTo>
                  <a:pt x="21748" y="97154"/>
                  <a:pt x="0" y="75406"/>
                  <a:pt x="0" y="48577"/>
                </a:cubicBezTo>
                <a:cubicBezTo>
                  <a:pt x="0" y="21748"/>
                  <a:pt x="21748" y="0"/>
                  <a:pt x="48577" y="0"/>
                </a:cubicBezTo>
                <a:cubicBezTo>
                  <a:pt x="75406" y="0"/>
                  <a:pt x="97154" y="21748"/>
                  <a:pt x="97154" y="48577"/>
                </a:cubicBezTo>
              </a:path>
            </a:pathLst>
          </a:custGeom>
          <a:solidFill>
            <a:srgbClr val="548235"/>
          </a:solidFill>
          <a:ln w="7557" cap="rnd">
            <a:solidFill>
              <a:srgbClr val="548235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83" name="Freihandform: Form 582">
            <a:extLst>
              <a:ext uri="{FF2B5EF4-FFF2-40B4-BE49-F238E27FC236}">
                <a16:creationId xmlns:a16="http://schemas.microsoft.com/office/drawing/2014/main" id="{580EF0DF-A1C6-758C-18F0-77072C392717}"/>
              </a:ext>
            </a:extLst>
          </p:cNvPr>
          <p:cNvSpPr/>
          <p:nvPr/>
        </p:nvSpPr>
        <p:spPr>
          <a:xfrm>
            <a:off x="6021801" y="3108052"/>
            <a:ext cx="58841" cy="58835"/>
          </a:xfrm>
          <a:custGeom>
            <a:avLst/>
            <a:gdLst>
              <a:gd name="csX0" fmla="*/ 97162 w 97162"/>
              <a:gd name="csY0" fmla="*/ 48577 h 97153"/>
              <a:gd name="csX1" fmla="*/ 48577 w 97162"/>
              <a:gd name="csY1" fmla="*/ 97154 h 97153"/>
              <a:gd name="csX2" fmla="*/ 0 w 97162"/>
              <a:gd name="csY2" fmla="*/ 48577 h 97153"/>
              <a:gd name="csX3" fmla="*/ 48577 w 97162"/>
              <a:gd name="csY3" fmla="*/ 0 h 97153"/>
              <a:gd name="csX4" fmla="*/ 97162 w 97162"/>
              <a:gd name="csY4" fmla="*/ 48577 h 971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62" h="97153">
                <a:moveTo>
                  <a:pt x="97162" y="48577"/>
                </a:moveTo>
                <a:cubicBezTo>
                  <a:pt x="97162" y="75406"/>
                  <a:pt x="75414" y="97154"/>
                  <a:pt x="48577" y="97154"/>
                </a:cubicBezTo>
                <a:cubicBezTo>
                  <a:pt x="21748" y="97154"/>
                  <a:pt x="0" y="75406"/>
                  <a:pt x="0" y="48577"/>
                </a:cubicBezTo>
                <a:cubicBezTo>
                  <a:pt x="0" y="21740"/>
                  <a:pt x="21748" y="0"/>
                  <a:pt x="48577" y="0"/>
                </a:cubicBezTo>
                <a:cubicBezTo>
                  <a:pt x="75414" y="0"/>
                  <a:pt x="97162" y="21740"/>
                  <a:pt x="97162" y="48577"/>
                </a:cubicBezTo>
              </a:path>
            </a:pathLst>
          </a:custGeom>
          <a:solidFill>
            <a:srgbClr val="548235"/>
          </a:solidFill>
          <a:ln w="7557" cap="rnd">
            <a:solidFill>
              <a:srgbClr val="548235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84" name="Freihandform: Form 583">
            <a:extLst>
              <a:ext uri="{FF2B5EF4-FFF2-40B4-BE49-F238E27FC236}">
                <a16:creationId xmlns:a16="http://schemas.microsoft.com/office/drawing/2014/main" id="{A846415D-F190-EA09-470B-0EDBDFA22A45}"/>
              </a:ext>
            </a:extLst>
          </p:cNvPr>
          <p:cNvSpPr/>
          <p:nvPr/>
        </p:nvSpPr>
        <p:spPr>
          <a:xfrm>
            <a:off x="6098237" y="3255991"/>
            <a:ext cx="58841" cy="58835"/>
          </a:xfrm>
          <a:custGeom>
            <a:avLst/>
            <a:gdLst>
              <a:gd name="csX0" fmla="*/ 97162 w 97162"/>
              <a:gd name="csY0" fmla="*/ 48577 h 97153"/>
              <a:gd name="csX1" fmla="*/ 48585 w 97162"/>
              <a:gd name="csY1" fmla="*/ 97154 h 97153"/>
              <a:gd name="csX2" fmla="*/ 0 w 97162"/>
              <a:gd name="csY2" fmla="*/ 48577 h 97153"/>
              <a:gd name="csX3" fmla="*/ 48585 w 97162"/>
              <a:gd name="csY3" fmla="*/ 0 h 97153"/>
              <a:gd name="csX4" fmla="*/ 97162 w 97162"/>
              <a:gd name="csY4" fmla="*/ 48577 h 971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62" h="97153">
                <a:moveTo>
                  <a:pt x="97162" y="48577"/>
                </a:moveTo>
                <a:cubicBezTo>
                  <a:pt x="97162" y="75405"/>
                  <a:pt x="75414" y="97154"/>
                  <a:pt x="48585" y="97154"/>
                </a:cubicBezTo>
                <a:cubicBezTo>
                  <a:pt x="21748" y="97154"/>
                  <a:pt x="0" y="75405"/>
                  <a:pt x="0" y="48577"/>
                </a:cubicBezTo>
                <a:cubicBezTo>
                  <a:pt x="0" y="21748"/>
                  <a:pt x="21748" y="0"/>
                  <a:pt x="48585" y="0"/>
                </a:cubicBezTo>
                <a:cubicBezTo>
                  <a:pt x="75414" y="0"/>
                  <a:pt x="97162" y="21748"/>
                  <a:pt x="97162" y="48577"/>
                </a:cubicBezTo>
              </a:path>
            </a:pathLst>
          </a:custGeom>
          <a:solidFill>
            <a:srgbClr val="548235"/>
          </a:solidFill>
          <a:ln w="7557" cap="rnd">
            <a:solidFill>
              <a:srgbClr val="548235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89" name="Textfeld 588">
            <a:extLst>
              <a:ext uri="{FF2B5EF4-FFF2-40B4-BE49-F238E27FC236}">
                <a16:creationId xmlns:a16="http://schemas.microsoft.com/office/drawing/2014/main" id="{DBBD3283-8CD1-E0AF-48BB-029F7A32918B}"/>
              </a:ext>
            </a:extLst>
          </p:cNvPr>
          <p:cNvSpPr txBox="1"/>
          <p:nvPr/>
        </p:nvSpPr>
        <p:spPr>
          <a:xfrm rot="16200000">
            <a:off x="3542266" y="2601511"/>
            <a:ext cx="30621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DACOMP-rarefied count</a:t>
            </a:r>
          </a:p>
        </p:txBody>
      </p:sp>
      <p:cxnSp>
        <p:nvCxnSpPr>
          <p:cNvPr id="592" name="Gerader Verbinder 591">
            <a:extLst>
              <a:ext uri="{FF2B5EF4-FFF2-40B4-BE49-F238E27FC236}">
                <a16:creationId xmlns:a16="http://schemas.microsoft.com/office/drawing/2014/main" id="{5B57E57F-1BC7-EC51-754D-D3E68792E36C}"/>
              </a:ext>
            </a:extLst>
          </p:cNvPr>
          <p:cNvCxnSpPr>
            <a:cxnSpLocks/>
          </p:cNvCxnSpPr>
          <p:nvPr/>
        </p:nvCxnSpPr>
        <p:spPr>
          <a:xfrm>
            <a:off x="5415256" y="1782200"/>
            <a:ext cx="0" cy="21320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4" name="Gerader Verbinder 593">
            <a:extLst>
              <a:ext uri="{FF2B5EF4-FFF2-40B4-BE49-F238E27FC236}">
                <a16:creationId xmlns:a16="http://schemas.microsoft.com/office/drawing/2014/main" id="{40CC17D5-B106-7CA1-5CBA-FF0F2D69262C}"/>
              </a:ext>
            </a:extLst>
          </p:cNvPr>
          <p:cNvCxnSpPr>
            <a:cxnSpLocks/>
          </p:cNvCxnSpPr>
          <p:nvPr/>
        </p:nvCxnSpPr>
        <p:spPr>
          <a:xfrm>
            <a:off x="5415256" y="3914237"/>
            <a:ext cx="1008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3" name="Freihandform: Form 642">
            <a:extLst>
              <a:ext uri="{FF2B5EF4-FFF2-40B4-BE49-F238E27FC236}">
                <a16:creationId xmlns:a16="http://schemas.microsoft.com/office/drawing/2014/main" id="{9BDCA2B8-2FEE-C5C9-6EF1-06CF56D357A1}"/>
              </a:ext>
            </a:extLst>
          </p:cNvPr>
          <p:cNvSpPr/>
          <p:nvPr/>
        </p:nvSpPr>
        <p:spPr>
          <a:xfrm>
            <a:off x="6624420" y="2482823"/>
            <a:ext cx="340252" cy="871080"/>
          </a:xfrm>
          <a:custGeom>
            <a:avLst/>
            <a:gdLst>
              <a:gd name="csX0" fmla="*/ 0 w 561849"/>
              <a:gd name="csY0" fmla="*/ 0 h 1438391"/>
              <a:gd name="csX1" fmla="*/ 561849 w 561849"/>
              <a:gd name="csY1" fmla="*/ 0 h 1438391"/>
              <a:gd name="csX2" fmla="*/ 561849 w 561849"/>
              <a:gd name="csY2" fmla="*/ 1438392 h 1438391"/>
              <a:gd name="csX3" fmla="*/ 0 w 561849"/>
              <a:gd name="csY3" fmla="*/ 1438392 h 14383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61849" h="1438391">
                <a:moveTo>
                  <a:pt x="0" y="0"/>
                </a:moveTo>
                <a:lnTo>
                  <a:pt x="561849" y="0"/>
                </a:lnTo>
                <a:lnTo>
                  <a:pt x="561849" y="1438392"/>
                </a:lnTo>
                <a:lnTo>
                  <a:pt x="0" y="1438392"/>
                </a:lnTo>
                <a:close/>
              </a:path>
            </a:pathLst>
          </a:custGeom>
          <a:solidFill>
            <a:srgbClr val="E2F1FE"/>
          </a:solidFill>
          <a:ln w="25400" cap="flat">
            <a:solidFill>
              <a:srgbClr val="2F5597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44" name="Freihandform: Form 643">
            <a:extLst>
              <a:ext uri="{FF2B5EF4-FFF2-40B4-BE49-F238E27FC236}">
                <a16:creationId xmlns:a16="http://schemas.microsoft.com/office/drawing/2014/main" id="{94941E5E-5D7D-42DC-B034-7A69FFC8AFB9}"/>
              </a:ext>
            </a:extLst>
          </p:cNvPr>
          <p:cNvSpPr/>
          <p:nvPr/>
        </p:nvSpPr>
        <p:spPr>
          <a:xfrm>
            <a:off x="6624420" y="2857708"/>
            <a:ext cx="340252" cy="5085"/>
          </a:xfrm>
          <a:custGeom>
            <a:avLst/>
            <a:gdLst>
              <a:gd name="csX0" fmla="*/ 0 w 561849"/>
              <a:gd name="csY0" fmla="*/ 0 h 8397"/>
              <a:gd name="csX1" fmla="*/ 561849 w 561849"/>
              <a:gd name="csY1" fmla="*/ 0 h 839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61849" h="8397">
                <a:moveTo>
                  <a:pt x="0" y="0"/>
                </a:moveTo>
                <a:lnTo>
                  <a:pt x="561849" y="0"/>
                </a:lnTo>
              </a:path>
            </a:pathLst>
          </a:custGeom>
          <a:noFill/>
          <a:ln w="28607" cap="flat">
            <a:solidFill>
              <a:srgbClr val="2F5597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45" name="Freihandform: Form 644">
            <a:extLst>
              <a:ext uri="{FF2B5EF4-FFF2-40B4-BE49-F238E27FC236}">
                <a16:creationId xmlns:a16="http://schemas.microsoft.com/office/drawing/2014/main" id="{C6E81544-554E-0D2E-91DF-BA3C9339963A}"/>
              </a:ext>
            </a:extLst>
          </p:cNvPr>
          <p:cNvSpPr/>
          <p:nvPr/>
        </p:nvSpPr>
        <p:spPr>
          <a:xfrm>
            <a:off x="7064635" y="2281308"/>
            <a:ext cx="340230" cy="958879"/>
          </a:xfrm>
          <a:custGeom>
            <a:avLst/>
            <a:gdLst>
              <a:gd name="csX0" fmla="*/ 0 w 561813"/>
              <a:gd name="csY0" fmla="*/ 0 h 1583372"/>
              <a:gd name="csX1" fmla="*/ 561814 w 561813"/>
              <a:gd name="csY1" fmla="*/ 0 h 1583372"/>
              <a:gd name="csX2" fmla="*/ 561814 w 561813"/>
              <a:gd name="csY2" fmla="*/ 1583372 h 1583372"/>
              <a:gd name="csX3" fmla="*/ 0 w 561813"/>
              <a:gd name="csY3" fmla="*/ 1583372 h 15833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61813" h="1583372">
                <a:moveTo>
                  <a:pt x="0" y="0"/>
                </a:moveTo>
                <a:lnTo>
                  <a:pt x="561814" y="0"/>
                </a:lnTo>
                <a:lnTo>
                  <a:pt x="561814" y="1583372"/>
                </a:lnTo>
                <a:lnTo>
                  <a:pt x="0" y="1583372"/>
                </a:lnTo>
                <a:close/>
              </a:path>
            </a:pathLst>
          </a:custGeom>
          <a:solidFill>
            <a:srgbClr val="E2F0D9"/>
          </a:solidFill>
          <a:ln w="25400" cap="flat">
            <a:solidFill>
              <a:srgbClr val="548235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46" name="Freihandform: Form 645">
            <a:extLst>
              <a:ext uri="{FF2B5EF4-FFF2-40B4-BE49-F238E27FC236}">
                <a16:creationId xmlns:a16="http://schemas.microsoft.com/office/drawing/2014/main" id="{D6BFCA66-7C81-0728-4513-18034D3346CF}"/>
              </a:ext>
            </a:extLst>
          </p:cNvPr>
          <p:cNvSpPr/>
          <p:nvPr/>
        </p:nvSpPr>
        <p:spPr>
          <a:xfrm>
            <a:off x="7064635" y="2727771"/>
            <a:ext cx="340230" cy="5085"/>
          </a:xfrm>
          <a:custGeom>
            <a:avLst/>
            <a:gdLst>
              <a:gd name="csX0" fmla="*/ 0 w 561813"/>
              <a:gd name="csY0" fmla="*/ 0 h 8397"/>
              <a:gd name="csX1" fmla="*/ 561814 w 561813"/>
              <a:gd name="csY1" fmla="*/ 0 h 839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61813" h="8397">
                <a:moveTo>
                  <a:pt x="0" y="0"/>
                </a:moveTo>
                <a:lnTo>
                  <a:pt x="561814" y="0"/>
                </a:lnTo>
              </a:path>
            </a:pathLst>
          </a:custGeom>
          <a:noFill/>
          <a:ln w="28607" cap="flat">
            <a:solidFill>
              <a:srgbClr val="3F7F2A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53" name="Freihandform: Form 652">
            <a:extLst>
              <a:ext uri="{FF2B5EF4-FFF2-40B4-BE49-F238E27FC236}">
                <a16:creationId xmlns:a16="http://schemas.microsoft.com/office/drawing/2014/main" id="{C350C372-8462-D720-5D67-9249465CE532}"/>
              </a:ext>
            </a:extLst>
          </p:cNvPr>
          <p:cNvSpPr/>
          <p:nvPr/>
        </p:nvSpPr>
        <p:spPr>
          <a:xfrm>
            <a:off x="7187803" y="2252033"/>
            <a:ext cx="58836" cy="58838"/>
          </a:xfrm>
          <a:custGeom>
            <a:avLst/>
            <a:gdLst>
              <a:gd name="csX0" fmla="*/ 97154 w 97154"/>
              <a:gd name="csY0" fmla="*/ 48579 h 97157"/>
              <a:gd name="csX1" fmla="*/ 48577 w 97154"/>
              <a:gd name="csY1" fmla="*/ 97157 h 97157"/>
              <a:gd name="csX2" fmla="*/ 0 w 97154"/>
              <a:gd name="csY2" fmla="*/ 48579 h 97157"/>
              <a:gd name="csX3" fmla="*/ 48577 w 97154"/>
              <a:gd name="csY3" fmla="*/ 0 h 97157"/>
              <a:gd name="csX4" fmla="*/ 97154 w 97154"/>
              <a:gd name="csY4" fmla="*/ 48579 h 97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54" h="97157">
                <a:moveTo>
                  <a:pt x="97154" y="48579"/>
                </a:moveTo>
                <a:cubicBezTo>
                  <a:pt x="97154" y="75410"/>
                  <a:pt x="75406" y="97157"/>
                  <a:pt x="48577" y="97157"/>
                </a:cubicBezTo>
                <a:cubicBezTo>
                  <a:pt x="21748" y="97157"/>
                  <a:pt x="0" y="75410"/>
                  <a:pt x="0" y="48579"/>
                </a:cubicBezTo>
                <a:cubicBezTo>
                  <a:pt x="0" y="21748"/>
                  <a:pt x="21748" y="0"/>
                  <a:pt x="48577" y="0"/>
                </a:cubicBezTo>
                <a:cubicBezTo>
                  <a:pt x="75406" y="0"/>
                  <a:pt x="97154" y="21748"/>
                  <a:pt x="97154" y="48579"/>
                </a:cubicBezTo>
              </a:path>
            </a:pathLst>
          </a:custGeom>
          <a:solidFill>
            <a:srgbClr val="548235"/>
          </a:solidFill>
          <a:ln w="7557" cap="rnd">
            <a:solidFill>
              <a:srgbClr val="548235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54" name="Freihandform: Form 653">
            <a:extLst>
              <a:ext uri="{FF2B5EF4-FFF2-40B4-BE49-F238E27FC236}">
                <a16:creationId xmlns:a16="http://schemas.microsoft.com/office/drawing/2014/main" id="{27CB016E-44BF-6C5F-9118-A64DE73DC3B4}"/>
              </a:ext>
            </a:extLst>
          </p:cNvPr>
          <p:cNvSpPr/>
          <p:nvPr/>
        </p:nvSpPr>
        <p:spPr>
          <a:xfrm>
            <a:off x="7234750" y="3636534"/>
            <a:ext cx="58836" cy="58841"/>
          </a:xfrm>
          <a:custGeom>
            <a:avLst/>
            <a:gdLst>
              <a:gd name="csX0" fmla="*/ 97154 w 97154"/>
              <a:gd name="csY0" fmla="*/ 48585 h 97162"/>
              <a:gd name="csX1" fmla="*/ 48577 w 97154"/>
              <a:gd name="csY1" fmla="*/ 97162 h 97162"/>
              <a:gd name="csX2" fmla="*/ 0 w 97154"/>
              <a:gd name="csY2" fmla="*/ 48585 h 97162"/>
              <a:gd name="csX3" fmla="*/ 48577 w 97154"/>
              <a:gd name="csY3" fmla="*/ 0 h 97162"/>
              <a:gd name="csX4" fmla="*/ 97154 w 97154"/>
              <a:gd name="csY4" fmla="*/ 48585 h 97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54" h="97162">
                <a:moveTo>
                  <a:pt x="97154" y="48585"/>
                </a:moveTo>
                <a:cubicBezTo>
                  <a:pt x="97154" y="75414"/>
                  <a:pt x="75406" y="97162"/>
                  <a:pt x="48577" y="97162"/>
                </a:cubicBezTo>
                <a:cubicBezTo>
                  <a:pt x="21748" y="97162"/>
                  <a:pt x="0" y="75414"/>
                  <a:pt x="0" y="48585"/>
                </a:cubicBezTo>
                <a:cubicBezTo>
                  <a:pt x="0" y="21748"/>
                  <a:pt x="21748" y="0"/>
                  <a:pt x="48577" y="0"/>
                </a:cubicBezTo>
                <a:cubicBezTo>
                  <a:pt x="75406" y="0"/>
                  <a:pt x="97154" y="21748"/>
                  <a:pt x="97154" y="48585"/>
                </a:cubicBezTo>
              </a:path>
            </a:pathLst>
          </a:custGeom>
          <a:solidFill>
            <a:srgbClr val="548235"/>
          </a:solidFill>
          <a:ln w="7557" cap="rnd">
            <a:solidFill>
              <a:srgbClr val="548235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55" name="Freihandform: Form 654">
            <a:extLst>
              <a:ext uri="{FF2B5EF4-FFF2-40B4-BE49-F238E27FC236}">
                <a16:creationId xmlns:a16="http://schemas.microsoft.com/office/drawing/2014/main" id="{3AA328F7-11D2-1CA0-506C-51371A1BA2C3}"/>
              </a:ext>
            </a:extLst>
          </p:cNvPr>
          <p:cNvSpPr/>
          <p:nvPr/>
        </p:nvSpPr>
        <p:spPr>
          <a:xfrm>
            <a:off x="7187803" y="2102924"/>
            <a:ext cx="58841" cy="58857"/>
          </a:xfrm>
          <a:custGeom>
            <a:avLst/>
            <a:gdLst>
              <a:gd name="csX0" fmla="*/ 97162 w 97162"/>
              <a:gd name="csY0" fmla="*/ 48578 h 97189"/>
              <a:gd name="csX1" fmla="*/ 48585 w 97162"/>
              <a:gd name="csY1" fmla="*/ 97189 h 97189"/>
              <a:gd name="csX2" fmla="*/ 0 w 97162"/>
              <a:gd name="csY2" fmla="*/ 48578 h 97189"/>
              <a:gd name="csX3" fmla="*/ 48585 w 97162"/>
              <a:gd name="csY3" fmla="*/ 0 h 97189"/>
              <a:gd name="csX4" fmla="*/ 97162 w 97162"/>
              <a:gd name="csY4" fmla="*/ 48578 h 971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62" h="97189">
                <a:moveTo>
                  <a:pt x="97162" y="48578"/>
                </a:moveTo>
                <a:cubicBezTo>
                  <a:pt x="97162" y="75409"/>
                  <a:pt x="75414" y="97189"/>
                  <a:pt x="48585" y="97189"/>
                </a:cubicBezTo>
                <a:cubicBezTo>
                  <a:pt x="21748" y="97189"/>
                  <a:pt x="0" y="75409"/>
                  <a:pt x="0" y="48578"/>
                </a:cubicBezTo>
                <a:cubicBezTo>
                  <a:pt x="0" y="21747"/>
                  <a:pt x="21748" y="0"/>
                  <a:pt x="48585" y="0"/>
                </a:cubicBezTo>
                <a:cubicBezTo>
                  <a:pt x="75414" y="0"/>
                  <a:pt x="97162" y="21747"/>
                  <a:pt x="97162" y="48578"/>
                </a:cubicBezTo>
              </a:path>
            </a:pathLst>
          </a:custGeom>
          <a:solidFill>
            <a:srgbClr val="548235"/>
          </a:solidFill>
          <a:ln w="7557" cap="rnd">
            <a:solidFill>
              <a:srgbClr val="548235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56" name="Freihandform: Form 655">
            <a:extLst>
              <a:ext uri="{FF2B5EF4-FFF2-40B4-BE49-F238E27FC236}">
                <a16:creationId xmlns:a16="http://schemas.microsoft.com/office/drawing/2014/main" id="{D16DE5A8-2BCD-EAB5-A4E7-21D425994FB5}"/>
              </a:ext>
            </a:extLst>
          </p:cNvPr>
          <p:cNvSpPr/>
          <p:nvPr/>
        </p:nvSpPr>
        <p:spPr>
          <a:xfrm>
            <a:off x="7164845" y="3417093"/>
            <a:ext cx="58856" cy="58835"/>
          </a:xfrm>
          <a:custGeom>
            <a:avLst/>
            <a:gdLst>
              <a:gd name="csX0" fmla="*/ 97188 w 97187"/>
              <a:gd name="csY0" fmla="*/ 48577 h 97153"/>
              <a:gd name="csX1" fmla="*/ 48610 w 97187"/>
              <a:gd name="csY1" fmla="*/ 97154 h 97153"/>
              <a:gd name="csX2" fmla="*/ 0 w 97187"/>
              <a:gd name="csY2" fmla="*/ 48577 h 97153"/>
              <a:gd name="csX3" fmla="*/ 48610 w 97187"/>
              <a:gd name="csY3" fmla="*/ 0 h 97153"/>
              <a:gd name="csX4" fmla="*/ 97188 w 97187"/>
              <a:gd name="csY4" fmla="*/ 48577 h 971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87" h="97153">
                <a:moveTo>
                  <a:pt x="97188" y="48577"/>
                </a:moveTo>
                <a:cubicBezTo>
                  <a:pt x="97188" y="75405"/>
                  <a:pt x="75439" y="97154"/>
                  <a:pt x="48610" y="97154"/>
                </a:cubicBezTo>
                <a:cubicBezTo>
                  <a:pt x="21782" y="97154"/>
                  <a:pt x="0" y="75405"/>
                  <a:pt x="0" y="48577"/>
                </a:cubicBezTo>
                <a:cubicBezTo>
                  <a:pt x="0" y="21748"/>
                  <a:pt x="21782" y="0"/>
                  <a:pt x="48610" y="0"/>
                </a:cubicBezTo>
                <a:cubicBezTo>
                  <a:pt x="75439" y="0"/>
                  <a:pt x="97188" y="21748"/>
                  <a:pt x="97188" y="48577"/>
                </a:cubicBezTo>
              </a:path>
            </a:pathLst>
          </a:custGeom>
          <a:solidFill>
            <a:srgbClr val="548235"/>
          </a:solidFill>
          <a:ln w="7557" cap="rnd">
            <a:solidFill>
              <a:srgbClr val="548235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57" name="Freihandform: Form 656">
            <a:extLst>
              <a:ext uri="{FF2B5EF4-FFF2-40B4-BE49-F238E27FC236}">
                <a16:creationId xmlns:a16="http://schemas.microsoft.com/office/drawing/2014/main" id="{9E9E70CD-13EF-91A3-579B-483FF35836A2}"/>
              </a:ext>
            </a:extLst>
          </p:cNvPr>
          <p:cNvSpPr/>
          <p:nvPr/>
        </p:nvSpPr>
        <p:spPr>
          <a:xfrm>
            <a:off x="7192558" y="2637691"/>
            <a:ext cx="58856" cy="58836"/>
          </a:xfrm>
          <a:custGeom>
            <a:avLst/>
            <a:gdLst>
              <a:gd name="csX0" fmla="*/ 97188 w 97187"/>
              <a:gd name="csY0" fmla="*/ 48577 h 97154"/>
              <a:gd name="csX1" fmla="*/ 48611 w 97187"/>
              <a:gd name="csY1" fmla="*/ 97154 h 97154"/>
              <a:gd name="csX2" fmla="*/ 0 w 97187"/>
              <a:gd name="csY2" fmla="*/ 48577 h 97154"/>
              <a:gd name="csX3" fmla="*/ 48611 w 97187"/>
              <a:gd name="csY3" fmla="*/ 0 h 97154"/>
              <a:gd name="csX4" fmla="*/ 97188 w 97187"/>
              <a:gd name="csY4" fmla="*/ 48577 h 971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87" h="97154">
                <a:moveTo>
                  <a:pt x="97188" y="48577"/>
                </a:moveTo>
                <a:cubicBezTo>
                  <a:pt x="97188" y="75406"/>
                  <a:pt x="75439" y="97154"/>
                  <a:pt x="48611" y="97154"/>
                </a:cubicBezTo>
                <a:cubicBezTo>
                  <a:pt x="21782" y="97154"/>
                  <a:pt x="0" y="75406"/>
                  <a:pt x="0" y="48577"/>
                </a:cubicBezTo>
                <a:cubicBezTo>
                  <a:pt x="0" y="21740"/>
                  <a:pt x="21782" y="0"/>
                  <a:pt x="48611" y="0"/>
                </a:cubicBezTo>
                <a:cubicBezTo>
                  <a:pt x="75439" y="0"/>
                  <a:pt x="97188" y="21740"/>
                  <a:pt x="97188" y="48577"/>
                </a:cubicBezTo>
              </a:path>
            </a:pathLst>
          </a:custGeom>
          <a:solidFill>
            <a:srgbClr val="548235"/>
          </a:solidFill>
          <a:ln w="7557" cap="rnd">
            <a:solidFill>
              <a:srgbClr val="548235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58" name="Freihandform: Form 657">
            <a:extLst>
              <a:ext uri="{FF2B5EF4-FFF2-40B4-BE49-F238E27FC236}">
                <a16:creationId xmlns:a16="http://schemas.microsoft.com/office/drawing/2014/main" id="{08B16E78-D89D-7A2D-FB70-1F3A38A609A2}"/>
              </a:ext>
            </a:extLst>
          </p:cNvPr>
          <p:cNvSpPr/>
          <p:nvPr/>
        </p:nvSpPr>
        <p:spPr>
          <a:xfrm>
            <a:off x="7224961" y="1963306"/>
            <a:ext cx="58836" cy="58837"/>
          </a:xfrm>
          <a:custGeom>
            <a:avLst/>
            <a:gdLst>
              <a:gd name="csX0" fmla="*/ 97154 w 97154"/>
              <a:gd name="csY0" fmla="*/ 48578 h 97156"/>
              <a:gd name="csX1" fmla="*/ 48577 w 97154"/>
              <a:gd name="csY1" fmla="*/ 97157 h 97156"/>
              <a:gd name="csX2" fmla="*/ 0 w 97154"/>
              <a:gd name="csY2" fmla="*/ 48578 h 97156"/>
              <a:gd name="csX3" fmla="*/ 48577 w 97154"/>
              <a:gd name="csY3" fmla="*/ 0 h 97156"/>
              <a:gd name="csX4" fmla="*/ 97154 w 97154"/>
              <a:gd name="csY4" fmla="*/ 48578 h 971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54" h="97156">
                <a:moveTo>
                  <a:pt x="97154" y="48578"/>
                </a:moveTo>
                <a:cubicBezTo>
                  <a:pt x="97154" y="75409"/>
                  <a:pt x="75406" y="97157"/>
                  <a:pt x="48577" y="97157"/>
                </a:cubicBezTo>
                <a:cubicBezTo>
                  <a:pt x="21748" y="97157"/>
                  <a:pt x="0" y="75409"/>
                  <a:pt x="0" y="48578"/>
                </a:cubicBezTo>
                <a:cubicBezTo>
                  <a:pt x="0" y="21747"/>
                  <a:pt x="21748" y="0"/>
                  <a:pt x="48577" y="0"/>
                </a:cubicBezTo>
                <a:cubicBezTo>
                  <a:pt x="75406" y="0"/>
                  <a:pt x="97154" y="21747"/>
                  <a:pt x="97154" y="48578"/>
                </a:cubicBezTo>
              </a:path>
            </a:pathLst>
          </a:custGeom>
          <a:solidFill>
            <a:srgbClr val="548235"/>
          </a:solidFill>
          <a:ln w="7557" cap="rnd">
            <a:solidFill>
              <a:srgbClr val="548235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47" name="Freihandform: Form 646">
            <a:extLst>
              <a:ext uri="{FF2B5EF4-FFF2-40B4-BE49-F238E27FC236}">
                <a16:creationId xmlns:a16="http://schemas.microsoft.com/office/drawing/2014/main" id="{A6217AB9-0B72-7519-6E5F-7C05067576F2}"/>
              </a:ext>
            </a:extLst>
          </p:cNvPr>
          <p:cNvSpPr/>
          <p:nvPr/>
        </p:nvSpPr>
        <p:spPr>
          <a:xfrm flipV="1">
            <a:off x="6724229" y="3548612"/>
            <a:ext cx="58861" cy="58841"/>
          </a:xfrm>
          <a:custGeom>
            <a:avLst/>
            <a:gdLst>
              <a:gd name="csX0" fmla="*/ 97196 w 97196"/>
              <a:gd name="csY0" fmla="*/ 48585 h 97162"/>
              <a:gd name="csX1" fmla="*/ 48611 w 97196"/>
              <a:gd name="csY1" fmla="*/ 97162 h 97162"/>
              <a:gd name="csX2" fmla="*/ 0 w 97196"/>
              <a:gd name="csY2" fmla="*/ 48585 h 97162"/>
              <a:gd name="csX3" fmla="*/ 48611 w 97196"/>
              <a:gd name="csY3" fmla="*/ 0 h 97162"/>
              <a:gd name="csX4" fmla="*/ 97196 w 97196"/>
              <a:gd name="csY4" fmla="*/ 48585 h 97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96" h="97162">
                <a:moveTo>
                  <a:pt x="97196" y="48585"/>
                </a:moveTo>
                <a:cubicBezTo>
                  <a:pt x="97196" y="75414"/>
                  <a:pt x="75448" y="97162"/>
                  <a:pt x="48611" y="97162"/>
                </a:cubicBezTo>
                <a:cubicBezTo>
                  <a:pt x="21782" y="97162"/>
                  <a:pt x="0" y="75414"/>
                  <a:pt x="0" y="48585"/>
                </a:cubicBezTo>
                <a:cubicBezTo>
                  <a:pt x="0" y="21748"/>
                  <a:pt x="21782" y="0"/>
                  <a:pt x="48611" y="0"/>
                </a:cubicBezTo>
                <a:cubicBezTo>
                  <a:pt x="75448" y="0"/>
                  <a:pt x="97196" y="21748"/>
                  <a:pt x="97196" y="48585"/>
                </a:cubicBezTo>
              </a:path>
            </a:pathLst>
          </a:custGeom>
          <a:solidFill>
            <a:srgbClr val="2F5597"/>
          </a:solidFill>
          <a:ln w="12700" cap="rnd">
            <a:solidFill>
              <a:srgbClr val="2F5597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48" name="Freihandform: Form 647">
            <a:extLst>
              <a:ext uri="{FF2B5EF4-FFF2-40B4-BE49-F238E27FC236}">
                <a16:creationId xmlns:a16="http://schemas.microsoft.com/office/drawing/2014/main" id="{6EC61E35-31D1-7D69-D618-238EFFDAA254}"/>
              </a:ext>
            </a:extLst>
          </p:cNvPr>
          <p:cNvSpPr/>
          <p:nvPr/>
        </p:nvSpPr>
        <p:spPr>
          <a:xfrm flipV="1">
            <a:off x="6734475" y="1954844"/>
            <a:ext cx="58836" cy="58837"/>
          </a:xfrm>
          <a:custGeom>
            <a:avLst/>
            <a:gdLst>
              <a:gd name="csX0" fmla="*/ 97154 w 97154"/>
              <a:gd name="csY0" fmla="*/ 48578 h 97156"/>
              <a:gd name="csX1" fmla="*/ 48577 w 97154"/>
              <a:gd name="csY1" fmla="*/ 97157 h 97156"/>
              <a:gd name="csX2" fmla="*/ 0 w 97154"/>
              <a:gd name="csY2" fmla="*/ 48578 h 97156"/>
              <a:gd name="csX3" fmla="*/ 48577 w 97154"/>
              <a:gd name="csY3" fmla="*/ 0 h 97156"/>
              <a:gd name="csX4" fmla="*/ 97154 w 97154"/>
              <a:gd name="csY4" fmla="*/ 48578 h 971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54" h="97156">
                <a:moveTo>
                  <a:pt x="97154" y="48578"/>
                </a:moveTo>
                <a:cubicBezTo>
                  <a:pt x="97154" y="75409"/>
                  <a:pt x="75414" y="97157"/>
                  <a:pt x="48577" y="97157"/>
                </a:cubicBezTo>
                <a:cubicBezTo>
                  <a:pt x="21748" y="97157"/>
                  <a:pt x="0" y="75409"/>
                  <a:pt x="0" y="48578"/>
                </a:cubicBezTo>
                <a:cubicBezTo>
                  <a:pt x="0" y="21747"/>
                  <a:pt x="21748" y="0"/>
                  <a:pt x="48577" y="0"/>
                </a:cubicBezTo>
                <a:cubicBezTo>
                  <a:pt x="75414" y="0"/>
                  <a:pt x="97154" y="21747"/>
                  <a:pt x="97154" y="48578"/>
                </a:cubicBezTo>
              </a:path>
            </a:pathLst>
          </a:custGeom>
          <a:solidFill>
            <a:srgbClr val="2F5597"/>
          </a:solidFill>
          <a:ln w="7557" cap="rnd">
            <a:solidFill>
              <a:srgbClr val="2F5597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49" name="Freihandform: Form 648">
            <a:extLst>
              <a:ext uri="{FF2B5EF4-FFF2-40B4-BE49-F238E27FC236}">
                <a16:creationId xmlns:a16="http://schemas.microsoft.com/office/drawing/2014/main" id="{345D1D96-0473-4D9A-A945-186377FB1D45}"/>
              </a:ext>
            </a:extLst>
          </p:cNvPr>
          <p:cNvSpPr/>
          <p:nvPr/>
        </p:nvSpPr>
        <p:spPr>
          <a:xfrm flipV="1">
            <a:off x="6815991" y="2532586"/>
            <a:ext cx="58841" cy="58836"/>
          </a:xfrm>
          <a:custGeom>
            <a:avLst/>
            <a:gdLst>
              <a:gd name="csX0" fmla="*/ 97162 w 97162"/>
              <a:gd name="csY0" fmla="*/ 48577 h 97154"/>
              <a:gd name="csX1" fmla="*/ 48585 w 97162"/>
              <a:gd name="csY1" fmla="*/ 97154 h 97154"/>
              <a:gd name="csX2" fmla="*/ 0 w 97162"/>
              <a:gd name="csY2" fmla="*/ 48577 h 97154"/>
              <a:gd name="csX3" fmla="*/ 48585 w 97162"/>
              <a:gd name="csY3" fmla="*/ 0 h 97154"/>
              <a:gd name="csX4" fmla="*/ 97162 w 97162"/>
              <a:gd name="csY4" fmla="*/ 48577 h 971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62" h="97154">
                <a:moveTo>
                  <a:pt x="97162" y="48577"/>
                </a:moveTo>
                <a:cubicBezTo>
                  <a:pt x="97162" y="75406"/>
                  <a:pt x="75414" y="97154"/>
                  <a:pt x="48585" y="97154"/>
                </a:cubicBezTo>
                <a:cubicBezTo>
                  <a:pt x="21748" y="97154"/>
                  <a:pt x="0" y="75406"/>
                  <a:pt x="0" y="48577"/>
                </a:cubicBezTo>
                <a:cubicBezTo>
                  <a:pt x="0" y="21748"/>
                  <a:pt x="21748" y="0"/>
                  <a:pt x="48585" y="0"/>
                </a:cubicBezTo>
                <a:cubicBezTo>
                  <a:pt x="75414" y="0"/>
                  <a:pt x="97162" y="21748"/>
                  <a:pt x="97162" y="48577"/>
                </a:cubicBezTo>
              </a:path>
            </a:pathLst>
          </a:custGeom>
          <a:solidFill>
            <a:srgbClr val="2F5597"/>
          </a:solidFill>
          <a:ln w="7557" cap="rnd">
            <a:solidFill>
              <a:srgbClr val="2F5597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50" name="Freihandform: Form 649">
            <a:extLst>
              <a:ext uri="{FF2B5EF4-FFF2-40B4-BE49-F238E27FC236}">
                <a16:creationId xmlns:a16="http://schemas.microsoft.com/office/drawing/2014/main" id="{BF4A63DC-B6D3-A65D-56F9-A0AF35E0A823}"/>
              </a:ext>
            </a:extLst>
          </p:cNvPr>
          <p:cNvSpPr/>
          <p:nvPr/>
        </p:nvSpPr>
        <p:spPr>
          <a:xfrm flipV="1">
            <a:off x="6831109" y="3430905"/>
            <a:ext cx="58861" cy="58836"/>
          </a:xfrm>
          <a:custGeom>
            <a:avLst/>
            <a:gdLst>
              <a:gd name="csX0" fmla="*/ 97196 w 97195"/>
              <a:gd name="csY0" fmla="*/ 48577 h 97154"/>
              <a:gd name="csX1" fmla="*/ 48611 w 97195"/>
              <a:gd name="csY1" fmla="*/ 97154 h 97154"/>
              <a:gd name="csX2" fmla="*/ 0 w 97195"/>
              <a:gd name="csY2" fmla="*/ 48577 h 97154"/>
              <a:gd name="csX3" fmla="*/ 48611 w 97195"/>
              <a:gd name="csY3" fmla="*/ 0 h 97154"/>
              <a:gd name="csX4" fmla="*/ 97196 w 97195"/>
              <a:gd name="csY4" fmla="*/ 48577 h 971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95" h="97154">
                <a:moveTo>
                  <a:pt x="97196" y="48577"/>
                </a:moveTo>
                <a:cubicBezTo>
                  <a:pt x="97196" y="75406"/>
                  <a:pt x="75448" y="97154"/>
                  <a:pt x="48611" y="97154"/>
                </a:cubicBezTo>
                <a:cubicBezTo>
                  <a:pt x="21748" y="97154"/>
                  <a:pt x="0" y="75406"/>
                  <a:pt x="0" y="48577"/>
                </a:cubicBezTo>
                <a:cubicBezTo>
                  <a:pt x="0" y="21740"/>
                  <a:pt x="21748" y="0"/>
                  <a:pt x="48611" y="0"/>
                </a:cubicBezTo>
                <a:cubicBezTo>
                  <a:pt x="75448" y="0"/>
                  <a:pt x="97196" y="21740"/>
                  <a:pt x="97196" y="48577"/>
                </a:cubicBezTo>
              </a:path>
            </a:pathLst>
          </a:custGeom>
          <a:solidFill>
            <a:srgbClr val="2F5597"/>
          </a:solidFill>
          <a:ln w="7557" cap="rnd">
            <a:solidFill>
              <a:srgbClr val="2F5597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51" name="Freihandform: Form 650">
            <a:extLst>
              <a:ext uri="{FF2B5EF4-FFF2-40B4-BE49-F238E27FC236}">
                <a16:creationId xmlns:a16="http://schemas.microsoft.com/office/drawing/2014/main" id="{85003363-6D8C-F811-964A-FCB27E9FC6A7}"/>
              </a:ext>
            </a:extLst>
          </p:cNvPr>
          <p:cNvSpPr/>
          <p:nvPr/>
        </p:nvSpPr>
        <p:spPr>
          <a:xfrm flipV="1">
            <a:off x="6802398" y="2151836"/>
            <a:ext cx="58856" cy="58837"/>
          </a:xfrm>
          <a:custGeom>
            <a:avLst/>
            <a:gdLst>
              <a:gd name="csX0" fmla="*/ 97188 w 97187"/>
              <a:gd name="csY0" fmla="*/ 48579 h 97156"/>
              <a:gd name="csX1" fmla="*/ 48611 w 97187"/>
              <a:gd name="csY1" fmla="*/ 97157 h 97156"/>
              <a:gd name="csX2" fmla="*/ 0 w 97187"/>
              <a:gd name="csY2" fmla="*/ 48579 h 97156"/>
              <a:gd name="csX3" fmla="*/ 48611 w 97187"/>
              <a:gd name="csY3" fmla="*/ 0 h 97156"/>
              <a:gd name="csX4" fmla="*/ 97188 w 97187"/>
              <a:gd name="csY4" fmla="*/ 48579 h 971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87" h="97156">
                <a:moveTo>
                  <a:pt x="97188" y="48579"/>
                </a:moveTo>
                <a:cubicBezTo>
                  <a:pt x="97188" y="75410"/>
                  <a:pt x="75439" y="97157"/>
                  <a:pt x="48611" y="97157"/>
                </a:cubicBezTo>
                <a:cubicBezTo>
                  <a:pt x="21748" y="97157"/>
                  <a:pt x="0" y="75410"/>
                  <a:pt x="0" y="48579"/>
                </a:cubicBezTo>
                <a:cubicBezTo>
                  <a:pt x="0" y="21748"/>
                  <a:pt x="21748" y="0"/>
                  <a:pt x="48611" y="0"/>
                </a:cubicBezTo>
                <a:cubicBezTo>
                  <a:pt x="75439" y="0"/>
                  <a:pt x="97188" y="21748"/>
                  <a:pt x="97188" y="48579"/>
                </a:cubicBezTo>
              </a:path>
            </a:pathLst>
          </a:custGeom>
          <a:solidFill>
            <a:srgbClr val="2F5597"/>
          </a:solidFill>
          <a:ln w="7557" cap="rnd">
            <a:solidFill>
              <a:srgbClr val="2F5597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52" name="Freihandform: Form 651">
            <a:extLst>
              <a:ext uri="{FF2B5EF4-FFF2-40B4-BE49-F238E27FC236}">
                <a16:creationId xmlns:a16="http://schemas.microsoft.com/office/drawing/2014/main" id="{E208F4A4-D51E-DC1F-F4E4-99B392EAB743}"/>
              </a:ext>
            </a:extLst>
          </p:cNvPr>
          <p:cNvSpPr/>
          <p:nvPr/>
        </p:nvSpPr>
        <p:spPr>
          <a:xfrm flipV="1">
            <a:off x="6760212" y="3279872"/>
            <a:ext cx="58836" cy="58836"/>
          </a:xfrm>
          <a:custGeom>
            <a:avLst/>
            <a:gdLst>
              <a:gd name="csX0" fmla="*/ 97154 w 97154"/>
              <a:gd name="csY0" fmla="*/ 48577 h 97154"/>
              <a:gd name="csX1" fmla="*/ 48577 w 97154"/>
              <a:gd name="csY1" fmla="*/ 97154 h 97154"/>
              <a:gd name="csX2" fmla="*/ 0 w 97154"/>
              <a:gd name="csY2" fmla="*/ 48577 h 97154"/>
              <a:gd name="csX3" fmla="*/ 48577 w 97154"/>
              <a:gd name="csY3" fmla="*/ 0 h 97154"/>
              <a:gd name="csX4" fmla="*/ 97154 w 97154"/>
              <a:gd name="csY4" fmla="*/ 48577 h 971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54" h="97154">
                <a:moveTo>
                  <a:pt x="97154" y="48577"/>
                </a:moveTo>
                <a:cubicBezTo>
                  <a:pt x="97154" y="75406"/>
                  <a:pt x="75406" y="97154"/>
                  <a:pt x="48577" y="97154"/>
                </a:cubicBezTo>
                <a:cubicBezTo>
                  <a:pt x="21748" y="97154"/>
                  <a:pt x="0" y="75406"/>
                  <a:pt x="0" y="48577"/>
                </a:cubicBezTo>
                <a:cubicBezTo>
                  <a:pt x="0" y="21748"/>
                  <a:pt x="21748" y="0"/>
                  <a:pt x="48577" y="0"/>
                </a:cubicBezTo>
                <a:cubicBezTo>
                  <a:pt x="75406" y="0"/>
                  <a:pt x="97154" y="21748"/>
                  <a:pt x="97154" y="48577"/>
                </a:cubicBezTo>
              </a:path>
            </a:pathLst>
          </a:custGeom>
          <a:solidFill>
            <a:srgbClr val="2F5597"/>
          </a:solidFill>
          <a:ln w="7557" cap="rnd">
            <a:solidFill>
              <a:srgbClr val="2F5597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59" name="Freihandform: Form 658">
            <a:extLst>
              <a:ext uri="{FF2B5EF4-FFF2-40B4-BE49-F238E27FC236}">
                <a16:creationId xmlns:a16="http://schemas.microsoft.com/office/drawing/2014/main" id="{B5C01E25-E348-060D-C31B-208F1F67EADB}"/>
              </a:ext>
            </a:extLst>
          </p:cNvPr>
          <p:cNvSpPr/>
          <p:nvPr/>
        </p:nvSpPr>
        <p:spPr>
          <a:xfrm flipV="1">
            <a:off x="6692842" y="2220508"/>
            <a:ext cx="203408" cy="5085"/>
          </a:xfrm>
          <a:custGeom>
            <a:avLst/>
            <a:gdLst>
              <a:gd name="csX0" fmla="*/ 0 w 335882"/>
              <a:gd name="csY0" fmla="*/ 0 h 8397"/>
              <a:gd name="csX1" fmla="*/ 335882 w 335882"/>
              <a:gd name="csY1" fmla="*/ 0 h 839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35882" h="8397">
                <a:moveTo>
                  <a:pt x="0" y="0"/>
                </a:moveTo>
                <a:lnTo>
                  <a:pt x="335882" y="0"/>
                </a:lnTo>
              </a:path>
            </a:pathLst>
          </a:custGeom>
          <a:noFill/>
          <a:ln w="25400" cap="flat">
            <a:solidFill>
              <a:srgbClr val="2F5597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60" name="Freihandform: Form 659">
            <a:extLst>
              <a:ext uri="{FF2B5EF4-FFF2-40B4-BE49-F238E27FC236}">
                <a16:creationId xmlns:a16="http://schemas.microsoft.com/office/drawing/2014/main" id="{11E210B2-98FC-F2E8-1289-F05DBFE0FEBD}"/>
              </a:ext>
            </a:extLst>
          </p:cNvPr>
          <p:cNvSpPr/>
          <p:nvPr/>
        </p:nvSpPr>
        <p:spPr>
          <a:xfrm flipV="1">
            <a:off x="6794546" y="2217683"/>
            <a:ext cx="5085" cy="258130"/>
          </a:xfrm>
          <a:custGeom>
            <a:avLst/>
            <a:gdLst>
              <a:gd name="csX0" fmla="*/ 0 w 8397"/>
              <a:gd name="csY0" fmla="*/ 0 h 426243"/>
              <a:gd name="csX1" fmla="*/ 0 w 8397"/>
              <a:gd name="csY1" fmla="*/ 426243 h 42624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397" h="426243">
                <a:moveTo>
                  <a:pt x="0" y="0"/>
                </a:moveTo>
                <a:lnTo>
                  <a:pt x="0" y="426243"/>
                </a:lnTo>
              </a:path>
            </a:pathLst>
          </a:custGeom>
          <a:noFill/>
          <a:ln w="25400" cap="rnd">
            <a:solidFill>
              <a:srgbClr val="2F5597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61" name="Freihandform: Form 660">
            <a:extLst>
              <a:ext uri="{FF2B5EF4-FFF2-40B4-BE49-F238E27FC236}">
                <a16:creationId xmlns:a16="http://schemas.microsoft.com/office/drawing/2014/main" id="{87BF140C-29F1-2ECB-0131-0FF9E4EE1374}"/>
              </a:ext>
            </a:extLst>
          </p:cNvPr>
          <p:cNvSpPr/>
          <p:nvPr/>
        </p:nvSpPr>
        <p:spPr>
          <a:xfrm flipV="1">
            <a:off x="6794546" y="3354935"/>
            <a:ext cx="5085" cy="258130"/>
          </a:xfrm>
          <a:custGeom>
            <a:avLst/>
            <a:gdLst>
              <a:gd name="csX0" fmla="*/ 0 w 8397"/>
              <a:gd name="csY0" fmla="*/ 0 h 426243"/>
              <a:gd name="csX1" fmla="*/ 0 w 8397"/>
              <a:gd name="csY1" fmla="*/ 426243 h 42624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397" h="426243">
                <a:moveTo>
                  <a:pt x="0" y="0"/>
                </a:moveTo>
                <a:lnTo>
                  <a:pt x="0" y="426243"/>
                </a:lnTo>
              </a:path>
            </a:pathLst>
          </a:custGeom>
          <a:noFill/>
          <a:ln w="25400" cap="rnd">
            <a:solidFill>
              <a:srgbClr val="2F5597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62" name="Freihandform: Form 661">
            <a:extLst>
              <a:ext uri="{FF2B5EF4-FFF2-40B4-BE49-F238E27FC236}">
                <a16:creationId xmlns:a16="http://schemas.microsoft.com/office/drawing/2014/main" id="{693E70F1-C442-5FF0-514D-6D056E92A13F}"/>
              </a:ext>
            </a:extLst>
          </p:cNvPr>
          <p:cNvSpPr/>
          <p:nvPr/>
        </p:nvSpPr>
        <p:spPr>
          <a:xfrm flipV="1">
            <a:off x="6692842" y="3621710"/>
            <a:ext cx="203408" cy="5085"/>
          </a:xfrm>
          <a:custGeom>
            <a:avLst/>
            <a:gdLst>
              <a:gd name="csX0" fmla="*/ 0 w 335882"/>
              <a:gd name="csY0" fmla="*/ 0 h 8397"/>
              <a:gd name="csX1" fmla="*/ 335882 w 335882"/>
              <a:gd name="csY1" fmla="*/ 0 h 839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35882" h="8397">
                <a:moveTo>
                  <a:pt x="0" y="0"/>
                </a:moveTo>
                <a:lnTo>
                  <a:pt x="335882" y="0"/>
                </a:lnTo>
              </a:path>
            </a:pathLst>
          </a:custGeom>
          <a:noFill/>
          <a:ln w="25400" cap="flat">
            <a:solidFill>
              <a:srgbClr val="2F5597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63" name="Freihandform: Form 662">
            <a:extLst>
              <a:ext uri="{FF2B5EF4-FFF2-40B4-BE49-F238E27FC236}">
                <a16:creationId xmlns:a16="http://schemas.microsoft.com/office/drawing/2014/main" id="{ED88E9D5-61E7-1752-638C-A24AD9D1D85A}"/>
              </a:ext>
            </a:extLst>
          </p:cNvPr>
          <p:cNvSpPr/>
          <p:nvPr/>
        </p:nvSpPr>
        <p:spPr>
          <a:xfrm flipV="1">
            <a:off x="6714902" y="2307451"/>
            <a:ext cx="58836" cy="58837"/>
          </a:xfrm>
          <a:custGeom>
            <a:avLst/>
            <a:gdLst>
              <a:gd name="csX0" fmla="*/ 97154 w 97154"/>
              <a:gd name="csY0" fmla="*/ 48579 h 97156"/>
              <a:gd name="csX1" fmla="*/ 48577 w 97154"/>
              <a:gd name="csY1" fmla="*/ 97157 h 97156"/>
              <a:gd name="csX2" fmla="*/ 0 w 97154"/>
              <a:gd name="csY2" fmla="*/ 48579 h 97156"/>
              <a:gd name="csX3" fmla="*/ 48577 w 97154"/>
              <a:gd name="csY3" fmla="*/ 0 h 97156"/>
              <a:gd name="csX4" fmla="*/ 97154 w 97154"/>
              <a:gd name="csY4" fmla="*/ 48579 h 971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54" h="97156">
                <a:moveTo>
                  <a:pt x="97154" y="48579"/>
                </a:moveTo>
                <a:cubicBezTo>
                  <a:pt x="97154" y="75410"/>
                  <a:pt x="75406" y="97157"/>
                  <a:pt x="48577" y="97157"/>
                </a:cubicBezTo>
                <a:cubicBezTo>
                  <a:pt x="21740" y="97157"/>
                  <a:pt x="0" y="75410"/>
                  <a:pt x="0" y="48579"/>
                </a:cubicBezTo>
                <a:cubicBezTo>
                  <a:pt x="0" y="21747"/>
                  <a:pt x="21740" y="0"/>
                  <a:pt x="48577" y="0"/>
                </a:cubicBezTo>
                <a:cubicBezTo>
                  <a:pt x="75406" y="0"/>
                  <a:pt x="97154" y="21747"/>
                  <a:pt x="97154" y="48579"/>
                </a:cubicBezTo>
              </a:path>
            </a:pathLst>
          </a:custGeom>
          <a:solidFill>
            <a:srgbClr val="2F5597"/>
          </a:solidFill>
          <a:ln w="7557" cap="rnd">
            <a:solidFill>
              <a:srgbClr val="2F5597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64" name="Freihandform: Form 663">
            <a:extLst>
              <a:ext uri="{FF2B5EF4-FFF2-40B4-BE49-F238E27FC236}">
                <a16:creationId xmlns:a16="http://schemas.microsoft.com/office/drawing/2014/main" id="{82124A6A-DAB1-026C-A721-BD23022C9A33}"/>
              </a:ext>
            </a:extLst>
          </p:cNvPr>
          <p:cNvSpPr/>
          <p:nvPr/>
        </p:nvSpPr>
        <p:spPr>
          <a:xfrm flipV="1">
            <a:off x="6860549" y="2397724"/>
            <a:ext cx="58841" cy="58841"/>
          </a:xfrm>
          <a:custGeom>
            <a:avLst/>
            <a:gdLst>
              <a:gd name="csX0" fmla="*/ 97162 w 97162"/>
              <a:gd name="csY0" fmla="*/ 48577 h 97162"/>
              <a:gd name="csX1" fmla="*/ 48585 w 97162"/>
              <a:gd name="csY1" fmla="*/ 97162 h 97162"/>
              <a:gd name="csX2" fmla="*/ 0 w 97162"/>
              <a:gd name="csY2" fmla="*/ 48577 h 97162"/>
              <a:gd name="csX3" fmla="*/ 48585 w 97162"/>
              <a:gd name="csY3" fmla="*/ 0 h 97162"/>
              <a:gd name="csX4" fmla="*/ 97162 w 97162"/>
              <a:gd name="csY4" fmla="*/ 48577 h 97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62" h="97162">
                <a:moveTo>
                  <a:pt x="97162" y="48577"/>
                </a:moveTo>
                <a:cubicBezTo>
                  <a:pt x="97162" y="75414"/>
                  <a:pt x="75414" y="97162"/>
                  <a:pt x="48585" y="97162"/>
                </a:cubicBezTo>
                <a:cubicBezTo>
                  <a:pt x="21748" y="97162"/>
                  <a:pt x="0" y="75414"/>
                  <a:pt x="0" y="48577"/>
                </a:cubicBezTo>
                <a:cubicBezTo>
                  <a:pt x="0" y="21748"/>
                  <a:pt x="21748" y="0"/>
                  <a:pt x="48585" y="0"/>
                </a:cubicBezTo>
                <a:cubicBezTo>
                  <a:pt x="75414" y="0"/>
                  <a:pt x="97162" y="21748"/>
                  <a:pt x="97162" y="48577"/>
                </a:cubicBezTo>
              </a:path>
            </a:pathLst>
          </a:custGeom>
          <a:solidFill>
            <a:srgbClr val="2F5597"/>
          </a:solidFill>
          <a:ln w="7557" cap="rnd">
            <a:solidFill>
              <a:srgbClr val="2F5597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65" name="Freihandform: Form 664">
            <a:extLst>
              <a:ext uri="{FF2B5EF4-FFF2-40B4-BE49-F238E27FC236}">
                <a16:creationId xmlns:a16="http://schemas.microsoft.com/office/drawing/2014/main" id="{3C16D61C-CD84-FADC-6382-C4C38FB7AEF4}"/>
              </a:ext>
            </a:extLst>
          </p:cNvPr>
          <p:cNvSpPr/>
          <p:nvPr/>
        </p:nvSpPr>
        <p:spPr>
          <a:xfrm flipV="1">
            <a:off x="6731463" y="2603930"/>
            <a:ext cx="58836" cy="58835"/>
          </a:xfrm>
          <a:custGeom>
            <a:avLst/>
            <a:gdLst>
              <a:gd name="csX0" fmla="*/ 97154 w 97154"/>
              <a:gd name="csY0" fmla="*/ 48577 h 97153"/>
              <a:gd name="csX1" fmla="*/ 48577 w 97154"/>
              <a:gd name="csY1" fmla="*/ 97154 h 97153"/>
              <a:gd name="csX2" fmla="*/ 0 w 97154"/>
              <a:gd name="csY2" fmla="*/ 48577 h 97153"/>
              <a:gd name="csX3" fmla="*/ 48577 w 97154"/>
              <a:gd name="csY3" fmla="*/ 0 h 97153"/>
              <a:gd name="csX4" fmla="*/ 97154 w 97154"/>
              <a:gd name="csY4" fmla="*/ 48577 h 971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54" h="97153">
                <a:moveTo>
                  <a:pt x="97154" y="48577"/>
                </a:moveTo>
                <a:cubicBezTo>
                  <a:pt x="97154" y="75406"/>
                  <a:pt x="75406" y="97154"/>
                  <a:pt x="48577" y="97154"/>
                </a:cubicBezTo>
                <a:cubicBezTo>
                  <a:pt x="21748" y="97154"/>
                  <a:pt x="0" y="75406"/>
                  <a:pt x="0" y="48577"/>
                </a:cubicBezTo>
                <a:cubicBezTo>
                  <a:pt x="0" y="21740"/>
                  <a:pt x="21748" y="0"/>
                  <a:pt x="48577" y="0"/>
                </a:cubicBezTo>
                <a:cubicBezTo>
                  <a:pt x="75406" y="0"/>
                  <a:pt x="97154" y="21740"/>
                  <a:pt x="97154" y="48577"/>
                </a:cubicBezTo>
              </a:path>
            </a:pathLst>
          </a:custGeom>
          <a:solidFill>
            <a:srgbClr val="2F5597"/>
          </a:solidFill>
          <a:ln w="7557" cap="rnd">
            <a:solidFill>
              <a:srgbClr val="2F5597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66" name="Freihandform: Form 665">
            <a:extLst>
              <a:ext uri="{FF2B5EF4-FFF2-40B4-BE49-F238E27FC236}">
                <a16:creationId xmlns:a16="http://schemas.microsoft.com/office/drawing/2014/main" id="{490AB86F-0C0E-F402-E7BB-9B14D274D6CF}"/>
              </a:ext>
            </a:extLst>
          </p:cNvPr>
          <p:cNvSpPr/>
          <p:nvPr/>
        </p:nvSpPr>
        <p:spPr>
          <a:xfrm flipV="1">
            <a:off x="6837409" y="2773398"/>
            <a:ext cx="58841" cy="58836"/>
          </a:xfrm>
          <a:custGeom>
            <a:avLst/>
            <a:gdLst>
              <a:gd name="csX0" fmla="*/ 97162 w 97162"/>
              <a:gd name="csY0" fmla="*/ 48577 h 97154"/>
              <a:gd name="csX1" fmla="*/ 48577 w 97162"/>
              <a:gd name="csY1" fmla="*/ 97154 h 97154"/>
              <a:gd name="csX2" fmla="*/ 0 w 97162"/>
              <a:gd name="csY2" fmla="*/ 48577 h 97154"/>
              <a:gd name="csX3" fmla="*/ 48577 w 97162"/>
              <a:gd name="csY3" fmla="*/ 0 h 97154"/>
              <a:gd name="csX4" fmla="*/ 97162 w 97162"/>
              <a:gd name="csY4" fmla="*/ 48577 h 971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62" h="97154">
                <a:moveTo>
                  <a:pt x="97162" y="48577"/>
                </a:moveTo>
                <a:cubicBezTo>
                  <a:pt x="97162" y="75406"/>
                  <a:pt x="75414" y="97154"/>
                  <a:pt x="48577" y="97154"/>
                </a:cubicBezTo>
                <a:cubicBezTo>
                  <a:pt x="21748" y="97154"/>
                  <a:pt x="0" y="75406"/>
                  <a:pt x="0" y="48577"/>
                </a:cubicBezTo>
                <a:cubicBezTo>
                  <a:pt x="0" y="21748"/>
                  <a:pt x="21748" y="0"/>
                  <a:pt x="48577" y="0"/>
                </a:cubicBezTo>
                <a:cubicBezTo>
                  <a:pt x="75414" y="0"/>
                  <a:pt x="97162" y="21748"/>
                  <a:pt x="97162" y="48577"/>
                </a:cubicBezTo>
              </a:path>
            </a:pathLst>
          </a:custGeom>
          <a:solidFill>
            <a:srgbClr val="2F5597"/>
          </a:solidFill>
          <a:ln w="7557" cap="rnd">
            <a:solidFill>
              <a:srgbClr val="2F5597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67" name="Freihandform: Form 666">
            <a:extLst>
              <a:ext uri="{FF2B5EF4-FFF2-40B4-BE49-F238E27FC236}">
                <a16:creationId xmlns:a16="http://schemas.microsoft.com/office/drawing/2014/main" id="{270D9055-29B4-9A0E-3E50-F889CC9AC4C6}"/>
              </a:ext>
            </a:extLst>
          </p:cNvPr>
          <p:cNvSpPr/>
          <p:nvPr/>
        </p:nvSpPr>
        <p:spPr>
          <a:xfrm flipV="1">
            <a:off x="6712436" y="2826003"/>
            <a:ext cx="58836" cy="58836"/>
          </a:xfrm>
          <a:custGeom>
            <a:avLst/>
            <a:gdLst>
              <a:gd name="csX0" fmla="*/ 97154 w 97154"/>
              <a:gd name="csY0" fmla="*/ 48577 h 97154"/>
              <a:gd name="csX1" fmla="*/ 48577 w 97154"/>
              <a:gd name="csY1" fmla="*/ 97154 h 97154"/>
              <a:gd name="csX2" fmla="*/ 0 w 97154"/>
              <a:gd name="csY2" fmla="*/ 48577 h 97154"/>
              <a:gd name="csX3" fmla="*/ 48577 w 97154"/>
              <a:gd name="csY3" fmla="*/ 0 h 97154"/>
              <a:gd name="csX4" fmla="*/ 97154 w 97154"/>
              <a:gd name="csY4" fmla="*/ 48577 h 971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54" h="97154">
                <a:moveTo>
                  <a:pt x="97154" y="48577"/>
                </a:moveTo>
                <a:cubicBezTo>
                  <a:pt x="97154" y="75406"/>
                  <a:pt x="75406" y="97154"/>
                  <a:pt x="48577" y="97154"/>
                </a:cubicBezTo>
                <a:cubicBezTo>
                  <a:pt x="21748" y="97154"/>
                  <a:pt x="0" y="75406"/>
                  <a:pt x="0" y="48577"/>
                </a:cubicBezTo>
                <a:cubicBezTo>
                  <a:pt x="0" y="21748"/>
                  <a:pt x="21748" y="0"/>
                  <a:pt x="48577" y="0"/>
                </a:cubicBezTo>
                <a:cubicBezTo>
                  <a:pt x="75406" y="0"/>
                  <a:pt x="97154" y="21748"/>
                  <a:pt x="97154" y="48577"/>
                </a:cubicBezTo>
              </a:path>
            </a:pathLst>
          </a:custGeom>
          <a:solidFill>
            <a:srgbClr val="2F5597"/>
          </a:solidFill>
          <a:ln w="7557" cap="rnd">
            <a:solidFill>
              <a:srgbClr val="2F5597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68" name="Freihandform: Form 667">
            <a:extLst>
              <a:ext uri="{FF2B5EF4-FFF2-40B4-BE49-F238E27FC236}">
                <a16:creationId xmlns:a16="http://schemas.microsoft.com/office/drawing/2014/main" id="{5A8AC847-F48C-6C26-0F9C-B811CBBDAF9E}"/>
              </a:ext>
            </a:extLst>
          </p:cNvPr>
          <p:cNvSpPr/>
          <p:nvPr/>
        </p:nvSpPr>
        <p:spPr>
          <a:xfrm flipV="1">
            <a:off x="6835716" y="2835863"/>
            <a:ext cx="58841" cy="58841"/>
          </a:xfrm>
          <a:custGeom>
            <a:avLst/>
            <a:gdLst>
              <a:gd name="csX0" fmla="*/ 97162 w 97162"/>
              <a:gd name="csY0" fmla="*/ 48577 h 97162"/>
              <a:gd name="csX1" fmla="*/ 48585 w 97162"/>
              <a:gd name="csY1" fmla="*/ 97162 h 97162"/>
              <a:gd name="csX2" fmla="*/ 0 w 97162"/>
              <a:gd name="csY2" fmla="*/ 48577 h 97162"/>
              <a:gd name="csX3" fmla="*/ 48585 w 97162"/>
              <a:gd name="csY3" fmla="*/ 0 h 97162"/>
              <a:gd name="csX4" fmla="*/ 97162 w 97162"/>
              <a:gd name="csY4" fmla="*/ 48577 h 97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62" h="97162">
                <a:moveTo>
                  <a:pt x="97162" y="48577"/>
                </a:moveTo>
                <a:cubicBezTo>
                  <a:pt x="97162" y="75414"/>
                  <a:pt x="75414" y="97162"/>
                  <a:pt x="48585" y="97162"/>
                </a:cubicBezTo>
                <a:cubicBezTo>
                  <a:pt x="21748" y="97162"/>
                  <a:pt x="0" y="75414"/>
                  <a:pt x="0" y="48577"/>
                </a:cubicBezTo>
                <a:cubicBezTo>
                  <a:pt x="0" y="21748"/>
                  <a:pt x="21748" y="0"/>
                  <a:pt x="48585" y="0"/>
                </a:cubicBezTo>
                <a:cubicBezTo>
                  <a:pt x="75414" y="0"/>
                  <a:pt x="97162" y="21748"/>
                  <a:pt x="97162" y="48577"/>
                </a:cubicBezTo>
              </a:path>
            </a:pathLst>
          </a:custGeom>
          <a:solidFill>
            <a:srgbClr val="2F5597"/>
          </a:solidFill>
          <a:ln w="7557" cap="rnd">
            <a:solidFill>
              <a:srgbClr val="2F5597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69" name="Freihandform: Form 668">
            <a:extLst>
              <a:ext uri="{FF2B5EF4-FFF2-40B4-BE49-F238E27FC236}">
                <a16:creationId xmlns:a16="http://schemas.microsoft.com/office/drawing/2014/main" id="{D8432A33-3C3C-90EE-2BF6-98B5E39152CA}"/>
              </a:ext>
            </a:extLst>
          </p:cNvPr>
          <p:cNvSpPr/>
          <p:nvPr/>
        </p:nvSpPr>
        <p:spPr>
          <a:xfrm flipV="1">
            <a:off x="6798732" y="3142321"/>
            <a:ext cx="58841" cy="58841"/>
          </a:xfrm>
          <a:custGeom>
            <a:avLst/>
            <a:gdLst>
              <a:gd name="csX0" fmla="*/ 97162 w 97162"/>
              <a:gd name="csY0" fmla="*/ 48577 h 97162"/>
              <a:gd name="csX1" fmla="*/ 48577 w 97162"/>
              <a:gd name="csY1" fmla="*/ 97162 h 97162"/>
              <a:gd name="csX2" fmla="*/ 0 w 97162"/>
              <a:gd name="csY2" fmla="*/ 48577 h 97162"/>
              <a:gd name="csX3" fmla="*/ 48577 w 97162"/>
              <a:gd name="csY3" fmla="*/ 0 h 97162"/>
              <a:gd name="csX4" fmla="*/ 97162 w 97162"/>
              <a:gd name="csY4" fmla="*/ 48577 h 97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62" h="97162">
                <a:moveTo>
                  <a:pt x="97162" y="48577"/>
                </a:moveTo>
                <a:cubicBezTo>
                  <a:pt x="97162" y="75414"/>
                  <a:pt x="75414" y="97162"/>
                  <a:pt x="48577" y="97162"/>
                </a:cubicBezTo>
                <a:cubicBezTo>
                  <a:pt x="21748" y="97162"/>
                  <a:pt x="0" y="75414"/>
                  <a:pt x="0" y="48577"/>
                </a:cubicBezTo>
                <a:cubicBezTo>
                  <a:pt x="0" y="21748"/>
                  <a:pt x="21748" y="0"/>
                  <a:pt x="48577" y="0"/>
                </a:cubicBezTo>
                <a:cubicBezTo>
                  <a:pt x="75414" y="0"/>
                  <a:pt x="97162" y="21748"/>
                  <a:pt x="97162" y="48577"/>
                </a:cubicBezTo>
              </a:path>
            </a:pathLst>
          </a:custGeom>
          <a:solidFill>
            <a:srgbClr val="2F5597"/>
          </a:solidFill>
          <a:ln w="7557" cap="rnd">
            <a:solidFill>
              <a:srgbClr val="2F5597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70" name="Freihandform: Form 669">
            <a:extLst>
              <a:ext uri="{FF2B5EF4-FFF2-40B4-BE49-F238E27FC236}">
                <a16:creationId xmlns:a16="http://schemas.microsoft.com/office/drawing/2014/main" id="{9EE8CAF9-EE40-D899-9684-199BD7306322}"/>
              </a:ext>
            </a:extLst>
          </p:cNvPr>
          <p:cNvSpPr/>
          <p:nvPr/>
        </p:nvSpPr>
        <p:spPr>
          <a:xfrm flipV="1">
            <a:off x="6716011" y="3027343"/>
            <a:ext cx="58836" cy="58841"/>
          </a:xfrm>
          <a:custGeom>
            <a:avLst/>
            <a:gdLst>
              <a:gd name="csX0" fmla="*/ 97154 w 97154"/>
              <a:gd name="csY0" fmla="*/ 48577 h 97162"/>
              <a:gd name="csX1" fmla="*/ 48577 w 97154"/>
              <a:gd name="csY1" fmla="*/ 97162 h 97162"/>
              <a:gd name="csX2" fmla="*/ 0 w 97154"/>
              <a:gd name="csY2" fmla="*/ 48577 h 97162"/>
              <a:gd name="csX3" fmla="*/ 48577 w 97154"/>
              <a:gd name="csY3" fmla="*/ 0 h 97162"/>
              <a:gd name="csX4" fmla="*/ 97154 w 97154"/>
              <a:gd name="csY4" fmla="*/ 48577 h 97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54" h="97162">
                <a:moveTo>
                  <a:pt x="97154" y="48577"/>
                </a:moveTo>
                <a:cubicBezTo>
                  <a:pt x="97154" y="75414"/>
                  <a:pt x="75406" y="97162"/>
                  <a:pt x="48577" y="97162"/>
                </a:cubicBezTo>
                <a:cubicBezTo>
                  <a:pt x="21748" y="97162"/>
                  <a:pt x="0" y="75414"/>
                  <a:pt x="0" y="48577"/>
                </a:cubicBezTo>
                <a:cubicBezTo>
                  <a:pt x="0" y="21748"/>
                  <a:pt x="21748" y="0"/>
                  <a:pt x="48577" y="0"/>
                </a:cubicBezTo>
                <a:cubicBezTo>
                  <a:pt x="75406" y="0"/>
                  <a:pt x="97154" y="21748"/>
                  <a:pt x="97154" y="48577"/>
                </a:cubicBezTo>
              </a:path>
            </a:pathLst>
          </a:custGeom>
          <a:solidFill>
            <a:srgbClr val="2F5597"/>
          </a:solidFill>
          <a:ln w="7557" cap="rnd">
            <a:solidFill>
              <a:srgbClr val="2F5597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71" name="Freihandform: Form 670">
            <a:extLst>
              <a:ext uri="{FF2B5EF4-FFF2-40B4-BE49-F238E27FC236}">
                <a16:creationId xmlns:a16="http://schemas.microsoft.com/office/drawing/2014/main" id="{6637C53E-ABB7-6A83-F86E-21FF13D8609C}"/>
              </a:ext>
            </a:extLst>
          </p:cNvPr>
          <p:cNvSpPr/>
          <p:nvPr/>
        </p:nvSpPr>
        <p:spPr>
          <a:xfrm flipV="1">
            <a:off x="6756987" y="2911733"/>
            <a:ext cx="58836" cy="58841"/>
          </a:xfrm>
          <a:custGeom>
            <a:avLst/>
            <a:gdLst>
              <a:gd name="csX0" fmla="*/ 97154 w 97154"/>
              <a:gd name="csY0" fmla="*/ 48577 h 97162"/>
              <a:gd name="csX1" fmla="*/ 48577 w 97154"/>
              <a:gd name="csY1" fmla="*/ 97162 h 97162"/>
              <a:gd name="csX2" fmla="*/ 0 w 97154"/>
              <a:gd name="csY2" fmla="*/ 48577 h 97162"/>
              <a:gd name="csX3" fmla="*/ 48577 w 97154"/>
              <a:gd name="csY3" fmla="*/ 0 h 97162"/>
              <a:gd name="csX4" fmla="*/ 97154 w 97154"/>
              <a:gd name="csY4" fmla="*/ 48577 h 97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54" h="97162">
                <a:moveTo>
                  <a:pt x="97154" y="48577"/>
                </a:moveTo>
                <a:cubicBezTo>
                  <a:pt x="97154" y="75414"/>
                  <a:pt x="75406" y="97162"/>
                  <a:pt x="48577" y="97162"/>
                </a:cubicBezTo>
                <a:cubicBezTo>
                  <a:pt x="21748" y="97162"/>
                  <a:pt x="0" y="75414"/>
                  <a:pt x="0" y="48577"/>
                </a:cubicBezTo>
                <a:cubicBezTo>
                  <a:pt x="0" y="21748"/>
                  <a:pt x="21748" y="0"/>
                  <a:pt x="48577" y="0"/>
                </a:cubicBezTo>
                <a:cubicBezTo>
                  <a:pt x="75406" y="0"/>
                  <a:pt x="97154" y="21748"/>
                  <a:pt x="97154" y="48577"/>
                </a:cubicBezTo>
              </a:path>
            </a:pathLst>
          </a:custGeom>
          <a:solidFill>
            <a:srgbClr val="2F5597"/>
          </a:solidFill>
          <a:ln w="7557" cap="rnd">
            <a:solidFill>
              <a:srgbClr val="2F5597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72" name="Freihandform: Form 671">
            <a:extLst>
              <a:ext uri="{FF2B5EF4-FFF2-40B4-BE49-F238E27FC236}">
                <a16:creationId xmlns:a16="http://schemas.microsoft.com/office/drawing/2014/main" id="{F38B7E26-0DB8-94EC-1A74-34F1F573ECE5}"/>
              </a:ext>
            </a:extLst>
          </p:cNvPr>
          <p:cNvSpPr/>
          <p:nvPr/>
        </p:nvSpPr>
        <p:spPr>
          <a:xfrm>
            <a:off x="7133046" y="2018203"/>
            <a:ext cx="203408" cy="5085"/>
          </a:xfrm>
          <a:custGeom>
            <a:avLst/>
            <a:gdLst>
              <a:gd name="csX0" fmla="*/ 0 w 335882"/>
              <a:gd name="csY0" fmla="*/ 0 h 8397"/>
              <a:gd name="csX1" fmla="*/ 335882 w 335882"/>
              <a:gd name="csY1" fmla="*/ 0 h 839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35882" h="8397">
                <a:moveTo>
                  <a:pt x="0" y="0"/>
                </a:moveTo>
                <a:lnTo>
                  <a:pt x="335882" y="0"/>
                </a:lnTo>
              </a:path>
            </a:pathLst>
          </a:custGeom>
          <a:noFill/>
          <a:ln w="25400" cap="flat">
            <a:solidFill>
              <a:srgbClr val="548235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73" name="Freihandform: Form 672">
            <a:extLst>
              <a:ext uri="{FF2B5EF4-FFF2-40B4-BE49-F238E27FC236}">
                <a16:creationId xmlns:a16="http://schemas.microsoft.com/office/drawing/2014/main" id="{24481EB0-3580-A989-D699-4CDD7173F2A6}"/>
              </a:ext>
            </a:extLst>
          </p:cNvPr>
          <p:cNvSpPr/>
          <p:nvPr/>
        </p:nvSpPr>
        <p:spPr>
          <a:xfrm>
            <a:off x="7234750" y="2022143"/>
            <a:ext cx="5085" cy="258129"/>
          </a:xfrm>
          <a:custGeom>
            <a:avLst/>
            <a:gdLst>
              <a:gd name="csX0" fmla="*/ 0 w 8397"/>
              <a:gd name="csY0" fmla="*/ 0 h 426242"/>
              <a:gd name="csX1" fmla="*/ 0 w 8397"/>
              <a:gd name="csY1" fmla="*/ 426243 h 42624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397" h="426242">
                <a:moveTo>
                  <a:pt x="0" y="0"/>
                </a:moveTo>
                <a:lnTo>
                  <a:pt x="0" y="426243"/>
                </a:lnTo>
              </a:path>
            </a:pathLst>
          </a:custGeom>
          <a:noFill/>
          <a:ln w="25400" cap="rnd">
            <a:solidFill>
              <a:srgbClr val="548235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74" name="Freihandform: Form 673">
            <a:extLst>
              <a:ext uri="{FF2B5EF4-FFF2-40B4-BE49-F238E27FC236}">
                <a16:creationId xmlns:a16="http://schemas.microsoft.com/office/drawing/2014/main" id="{67EF8D0F-05E7-9566-DABE-659B6E92153A}"/>
              </a:ext>
            </a:extLst>
          </p:cNvPr>
          <p:cNvSpPr/>
          <p:nvPr/>
        </p:nvSpPr>
        <p:spPr>
          <a:xfrm>
            <a:off x="7133046" y="3503290"/>
            <a:ext cx="203408" cy="5085"/>
          </a:xfrm>
          <a:custGeom>
            <a:avLst/>
            <a:gdLst>
              <a:gd name="csX0" fmla="*/ 0 w 335882"/>
              <a:gd name="csY0" fmla="*/ 0 h 8397"/>
              <a:gd name="csX1" fmla="*/ 335882 w 335882"/>
              <a:gd name="csY1" fmla="*/ 0 h 839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35882" h="8397">
                <a:moveTo>
                  <a:pt x="0" y="0"/>
                </a:moveTo>
                <a:lnTo>
                  <a:pt x="335882" y="0"/>
                </a:lnTo>
              </a:path>
            </a:pathLst>
          </a:custGeom>
          <a:noFill/>
          <a:ln w="25400" cap="flat">
            <a:solidFill>
              <a:srgbClr val="548235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75" name="Freihandform: Form 674">
            <a:extLst>
              <a:ext uri="{FF2B5EF4-FFF2-40B4-BE49-F238E27FC236}">
                <a16:creationId xmlns:a16="http://schemas.microsoft.com/office/drawing/2014/main" id="{C31B0EDD-83AA-76F5-42FF-2C3FEB617279}"/>
              </a:ext>
            </a:extLst>
          </p:cNvPr>
          <p:cNvSpPr/>
          <p:nvPr/>
        </p:nvSpPr>
        <p:spPr>
          <a:xfrm>
            <a:off x="7234750" y="3241224"/>
            <a:ext cx="5085" cy="258124"/>
          </a:xfrm>
          <a:custGeom>
            <a:avLst/>
            <a:gdLst>
              <a:gd name="csX0" fmla="*/ 0 w 8397"/>
              <a:gd name="csY0" fmla="*/ 426235 h 426234"/>
              <a:gd name="csX1" fmla="*/ 0 w 8397"/>
              <a:gd name="csY1" fmla="*/ 0 h 42623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397" h="426234">
                <a:moveTo>
                  <a:pt x="0" y="426235"/>
                </a:moveTo>
                <a:lnTo>
                  <a:pt x="0" y="0"/>
                </a:lnTo>
              </a:path>
            </a:pathLst>
          </a:custGeom>
          <a:noFill/>
          <a:ln w="25400" cap="rnd">
            <a:solidFill>
              <a:srgbClr val="548235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76" name="Freihandform: Form 675">
            <a:extLst>
              <a:ext uri="{FF2B5EF4-FFF2-40B4-BE49-F238E27FC236}">
                <a16:creationId xmlns:a16="http://schemas.microsoft.com/office/drawing/2014/main" id="{493F4FCB-F6F1-D984-3278-D4A5C464D10C}"/>
              </a:ext>
            </a:extLst>
          </p:cNvPr>
          <p:cNvSpPr/>
          <p:nvPr/>
        </p:nvSpPr>
        <p:spPr>
          <a:xfrm>
            <a:off x="7259269" y="2356187"/>
            <a:ext cx="58836" cy="58837"/>
          </a:xfrm>
          <a:custGeom>
            <a:avLst/>
            <a:gdLst>
              <a:gd name="csX0" fmla="*/ 97154 w 97154"/>
              <a:gd name="csY0" fmla="*/ 48579 h 97156"/>
              <a:gd name="csX1" fmla="*/ 48577 w 97154"/>
              <a:gd name="csY1" fmla="*/ 97157 h 97156"/>
              <a:gd name="csX2" fmla="*/ 0 w 97154"/>
              <a:gd name="csY2" fmla="*/ 48579 h 97156"/>
              <a:gd name="csX3" fmla="*/ 48577 w 97154"/>
              <a:gd name="csY3" fmla="*/ 0 h 97156"/>
              <a:gd name="csX4" fmla="*/ 97154 w 97154"/>
              <a:gd name="csY4" fmla="*/ 48579 h 971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54" h="97156">
                <a:moveTo>
                  <a:pt x="97154" y="48579"/>
                </a:moveTo>
                <a:cubicBezTo>
                  <a:pt x="97154" y="75410"/>
                  <a:pt x="75406" y="97157"/>
                  <a:pt x="48577" y="97157"/>
                </a:cubicBezTo>
                <a:cubicBezTo>
                  <a:pt x="21748" y="97157"/>
                  <a:pt x="0" y="75410"/>
                  <a:pt x="0" y="48579"/>
                </a:cubicBezTo>
                <a:cubicBezTo>
                  <a:pt x="0" y="21748"/>
                  <a:pt x="21748" y="0"/>
                  <a:pt x="48577" y="0"/>
                </a:cubicBezTo>
                <a:cubicBezTo>
                  <a:pt x="75406" y="0"/>
                  <a:pt x="97154" y="21748"/>
                  <a:pt x="97154" y="48579"/>
                </a:cubicBezTo>
              </a:path>
            </a:pathLst>
          </a:custGeom>
          <a:solidFill>
            <a:srgbClr val="548235"/>
          </a:solidFill>
          <a:ln w="7557" cap="rnd">
            <a:solidFill>
              <a:srgbClr val="548235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77" name="Freihandform: Form 676">
            <a:extLst>
              <a:ext uri="{FF2B5EF4-FFF2-40B4-BE49-F238E27FC236}">
                <a16:creationId xmlns:a16="http://schemas.microsoft.com/office/drawing/2014/main" id="{39EBDA4D-E793-FF30-214B-3BCAFB8594D6}"/>
              </a:ext>
            </a:extLst>
          </p:cNvPr>
          <p:cNvSpPr/>
          <p:nvPr/>
        </p:nvSpPr>
        <p:spPr>
          <a:xfrm>
            <a:off x="7121401" y="2565533"/>
            <a:ext cx="58836" cy="58837"/>
          </a:xfrm>
          <a:custGeom>
            <a:avLst/>
            <a:gdLst>
              <a:gd name="csX0" fmla="*/ 97154 w 97154"/>
              <a:gd name="csY0" fmla="*/ 48579 h 97156"/>
              <a:gd name="csX1" fmla="*/ 48577 w 97154"/>
              <a:gd name="csY1" fmla="*/ 97157 h 97156"/>
              <a:gd name="csX2" fmla="*/ 0 w 97154"/>
              <a:gd name="csY2" fmla="*/ 48579 h 97156"/>
              <a:gd name="csX3" fmla="*/ 48577 w 97154"/>
              <a:gd name="csY3" fmla="*/ 0 h 97156"/>
              <a:gd name="csX4" fmla="*/ 97154 w 97154"/>
              <a:gd name="csY4" fmla="*/ 48579 h 971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54" h="97156">
                <a:moveTo>
                  <a:pt x="97154" y="48579"/>
                </a:moveTo>
                <a:cubicBezTo>
                  <a:pt x="97154" y="75410"/>
                  <a:pt x="75406" y="97157"/>
                  <a:pt x="48577" y="97157"/>
                </a:cubicBezTo>
                <a:cubicBezTo>
                  <a:pt x="21748" y="97157"/>
                  <a:pt x="0" y="75410"/>
                  <a:pt x="0" y="48579"/>
                </a:cubicBezTo>
                <a:cubicBezTo>
                  <a:pt x="0" y="21747"/>
                  <a:pt x="21748" y="0"/>
                  <a:pt x="48577" y="0"/>
                </a:cubicBezTo>
                <a:cubicBezTo>
                  <a:pt x="75406" y="0"/>
                  <a:pt x="97154" y="21747"/>
                  <a:pt x="97154" y="48579"/>
                </a:cubicBezTo>
              </a:path>
            </a:pathLst>
          </a:custGeom>
          <a:solidFill>
            <a:srgbClr val="548235"/>
          </a:solidFill>
          <a:ln w="7557" cap="rnd">
            <a:solidFill>
              <a:srgbClr val="548235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78" name="Freihandform: Form 677">
            <a:extLst>
              <a:ext uri="{FF2B5EF4-FFF2-40B4-BE49-F238E27FC236}">
                <a16:creationId xmlns:a16="http://schemas.microsoft.com/office/drawing/2014/main" id="{91304BED-073D-AB9B-A64E-7EAF2B6AF514}"/>
              </a:ext>
            </a:extLst>
          </p:cNvPr>
          <p:cNvSpPr/>
          <p:nvPr/>
        </p:nvSpPr>
        <p:spPr>
          <a:xfrm>
            <a:off x="7197669" y="2424631"/>
            <a:ext cx="58836" cy="58837"/>
          </a:xfrm>
          <a:custGeom>
            <a:avLst/>
            <a:gdLst>
              <a:gd name="csX0" fmla="*/ 97154 w 97154"/>
              <a:gd name="csY0" fmla="*/ 48578 h 97156"/>
              <a:gd name="csX1" fmla="*/ 48577 w 97154"/>
              <a:gd name="csY1" fmla="*/ 97157 h 97156"/>
              <a:gd name="csX2" fmla="*/ 0 w 97154"/>
              <a:gd name="csY2" fmla="*/ 48578 h 97156"/>
              <a:gd name="csX3" fmla="*/ 48577 w 97154"/>
              <a:gd name="csY3" fmla="*/ 0 h 97156"/>
              <a:gd name="csX4" fmla="*/ 97154 w 97154"/>
              <a:gd name="csY4" fmla="*/ 48578 h 971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54" h="97156">
                <a:moveTo>
                  <a:pt x="97154" y="48578"/>
                </a:moveTo>
                <a:cubicBezTo>
                  <a:pt x="97154" y="75408"/>
                  <a:pt x="75406" y="97157"/>
                  <a:pt x="48577" y="97157"/>
                </a:cubicBezTo>
                <a:cubicBezTo>
                  <a:pt x="21740" y="97157"/>
                  <a:pt x="0" y="75408"/>
                  <a:pt x="0" y="48578"/>
                </a:cubicBezTo>
                <a:cubicBezTo>
                  <a:pt x="0" y="21747"/>
                  <a:pt x="21740" y="0"/>
                  <a:pt x="48577" y="0"/>
                </a:cubicBezTo>
                <a:cubicBezTo>
                  <a:pt x="75406" y="0"/>
                  <a:pt x="97154" y="21747"/>
                  <a:pt x="97154" y="48578"/>
                </a:cubicBezTo>
              </a:path>
            </a:pathLst>
          </a:custGeom>
          <a:solidFill>
            <a:srgbClr val="548235"/>
          </a:solidFill>
          <a:ln w="7557" cap="rnd">
            <a:solidFill>
              <a:srgbClr val="548235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79" name="Freihandform: Form 678">
            <a:extLst>
              <a:ext uri="{FF2B5EF4-FFF2-40B4-BE49-F238E27FC236}">
                <a16:creationId xmlns:a16="http://schemas.microsoft.com/office/drawing/2014/main" id="{86F64004-E467-A14C-222E-63B18F9A755D}"/>
              </a:ext>
            </a:extLst>
          </p:cNvPr>
          <p:cNvSpPr/>
          <p:nvPr/>
        </p:nvSpPr>
        <p:spPr>
          <a:xfrm>
            <a:off x="7266706" y="2649007"/>
            <a:ext cx="58836" cy="58836"/>
          </a:xfrm>
          <a:custGeom>
            <a:avLst/>
            <a:gdLst>
              <a:gd name="csX0" fmla="*/ 97154 w 97154"/>
              <a:gd name="csY0" fmla="*/ 48577 h 97154"/>
              <a:gd name="csX1" fmla="*/ 48577 w 97154"/>
              <a:gd name="csY1" fmla="*/ 97154 h 97154"/>
              <a:gd name="csX2" fmla="*/ 0 w 97154"/>
              <a:gd name="csY2" fmla="*/ 48577 h 97154"/>
              <a:gd name="csX3" fmla="*/ 48577 w 97154"/>
              <a:gd name="csY3" fmla="*/ 0 h 97154"/>
              <a:gd name="csX4" fmla="*/ 97154 w 97154"/>
              <a:gd name="csY4" fmla="*/ 48577 h 971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54" h="97154">
                <a:moveTo>
                  <a:pt x="97154" y="48577"/>
                </a:moveTo>
                <a:cubicBezTo>
                  <a:pt x="97154" y="75414"/>
                  <a:pt x="75406" y="97154"/>
                  <a:pt x="48577" y="97154"/>
                </a:cubicBezTo>
                <a:cubicBezTo>
                  <a:pt x="21748" y="97154"/>
                  <a:pt x="0" y="75414"/>
                  <a:pt x="0" y="48577"/>
                </a:cubicBezTo>
                <a:cubicBezTo>
                  <a:pt x="0" y="21748"/>
                  <a:pt x="21748" y="0"/>
                  <a:pt x="48577" y="0"/>
                </a:cubicBezTo>
                <a:cubicBezTo>
                  <a:pt x="75406" y="0"/>
                  <a:pt x="97154" y="21748"/>
                  <a:pt x="97154" y="48577"/>
                </a:cubicBezTo>
              </a:path>
            </a:pathLst>
          </a:custGeom>
          <a:solidFill>
            <a:srgbClr val="548235"/>
          </a:solidFill>
          <a:ln w="7557" cap="rnd">
            <a:solidFill>
              <a:srgbClr val="548235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80" name="Freihandform: Form 679">
            <a:extLst>
              <a:ext uri="{FF2B5EF4-FFF2-40B4-BE49-F238E27FC236}">
                <a16:creationId xmlns:a16="http://schemas.microsoft.com/office/drawing/2014/main" id="{D67F984A-D33B-7EF8-AFD7-B139CFF666B5}"/>
              </a:ext>
            </a:extLst>
          </p:cNvPr>
          <p:cNvSpPr/>
          <p:nvPr/>
        </p:nvSpPr>
        <p:spPr>
          <a:xfrm>
            <a:off x="7175914" y="2740074"/>
            <a:ext cx="58836" cy="58835"/>
          </a:xfrm>
          <a:custGeom>
            <a:avLst/>
            <a:gdLst>
              <a:gd name="csX0" fmla="*/ 97154 w 97154"/>
              <a:gd name="csY0" fmla="*/ 48577 h 97153"/>
              <a:gd name="csX1" fmla="*/ 48577 w 97154"/>
              <a:gd name="csY1" fmla="*/ 97154 h 97153"/>
              <a:gd name="csX2" fmla="*/ 0 w 97154"/>
              <a:gd name="csY2" fmla="*/ 48577 h 97153"/>
              <a:gd name="csX3" fmla="*/ 48577 w 97154"/>
              <a:gd name="csY3" fmla="*/ 0 h 97153"/>
              <a:gd name="csX4" fmla="*/ 97154 w 97154"/>
              <a:gd name="csY4" fmla="*/ 48577 h 971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54" h="97153">
                <a:moveTo>
                  <a:pt x="97154" y="48577"/>
                </a:moveTo>
                <a:cubicBezTo>
                  <a:pt x="97154" y="75406"/>
                  <a:pt x="75414" y="97154"/>
                  <a:pt x="48577" y="97154"/>
                </a:cubicBezTo>
                <a:cubicBezTo>
                  <a:pt x="21748" y="97154"/>
                  <a:pt x="0" y="75406"/>
                  <a:pt x="0" y="48577"/>
                </a:cubicBezTo>
                <a:cubicBezTo>
                  <a:pt x="0" y="21748"/>
                  <a:pt x="21748" y="0"/>
                  <a:pt x="48577" y="0"/>
                </a:cubicBezTo>
                <a:cubicBezTo>
                  <a:pt x="75414" y="0"/>
                  <a:pt x="97154" y="21748"/>
                  <a:pt x="97154" y="48577"/>
                </a:cubicBezTo>
              </a:path>
            </a:pathLst>
          </a:custGeom>
          <a:solidFill>
            <a:srgbClr val="548235"/>
          </a:solidFill>
          <a:ln w="7557" cap="rnd">
            <a:solidFill>
              <a:srgbClr val="548235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81" name="Freihandform: Form 680">
            <a:extLst>
              <a:ext uri="{FF2B5EF4-FFF2-40B4-BE49-F238E27FC236}">
                <a16:creationId xmlns:a16="http://schemas.microsoft.com/office/drawing/2014/main" id="{956C0D2C-9825-EF9B-D733-6CFE7D14CBA1}"/>
              </a:ext>
            </a:extLst>
          </p:cNvPr>
          <p:cNvSpPr/>
          <p:nvPr/>
        </p:nvSpPr>
        <p:spPr>
          <a:xfrm>
            <a:off x="7254379" y="2969547"/>
            <a:ext cx="58835" cy="58835"/>
          </a:xfrm>
          <a:custGeom>
            <a:avLst/>
            <a:gdLst>
              <a:gd name="csX0" fmla="*/ 97154 w 97153"/>
              <a:gd name="csY0" fmla="*/ 48577 h 97153"/>
              <a:gd name="csX1" fmla="*/ 48577 w 97153"/>
              <a:gd name="csY1" fmla="*/ 97154 h 97153"/>
              <a:gd name="csX2" fmla="*/ 0 w 97153"/>
              <a:gd name="csY2" fmla="*/ 48577 h 97153"/>
              <a:gd name="csX3" fmla="*/ 48577 w 97153"/>
              <a:gd name="csY3" fmla="*/ 0 h 97153"/>
              <a:gd name="csX4" fmla="*/ 97154 w 97153"/>
              <a:gd name="csY4" fmla="*/ 48577 h 971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53" h="97153">
                <a:moveTo>
                  <a:pt x="97154" y="48577"/>
                </a:moveTo>
                <a:cubicBezTo>
                  <a:pt x="97154" y="75406"/>
                  <a:pt x="75406" y="97154"/>
                  <a:pt x="48577" y="97154"/>
                </a:cubicBezTo>
                <a:cubicBezTo>
                  <a:pt x="21740" y="97154"/>
                  <a:pt x="0" y="75406"/>
                  <a:pt x="0" y="48577"/>
                </a:cubicBezTo>
                <a:cubicBezTo>
                  <a:pt x="0" y="21740"/>
                  <a:pt x="21740" y="0"/>
                  <a:pt x="48577" y="0"/>
                </a:cubicBezTo>
                <a:cubicBezTo>
                  <a:pt x="75406" y="0"/>
                  <a:pt x="97154" y="21740"/>
                  <a:pt x="97154" y="48577"/>
                </a:cubicBezTo>
              </a:path>
            </a:pathLst>
          </a:custGeom>
          <a:solidFill>
            <a:srgbClr val="548235"/>
          </a:solidFill>
          <a:ln w="7557" cap="rnd">
            <a:solidFill>
              <a:srgbClr val="548235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82" name="Freihandform: Form 681">
            <a:extLst>
              <a:ext uri="{FF2B5EF4-FFF2-40B4-BE49-F238E27FC236}">
                <a16:creationId xmlns:a16="http://schemas.microsoft.com/office/drawing/2014/main" id="{A161FEDF-F2DD-9339-286B-843D6F2033B3}"/>
              </a:ext>
            </a:extLst>
          </p:cNvPr>
          <p:cNvSpPr/>
          <p:nvPr/>
        </p:nvSpPr>
        <p:spPr>
          <a:xfrm>
            <a:off x="7266706" y="2846262"/>
            <a:ext cx="58836" cy="58835"/>
          </a:xfrm>
          <a:custGeom>
            <a:avLst/>
            <a:gdLst>
              <a:gd name="csX0" fmla="*/ 97154 w 97154"/>
              <a:gd name="csY0" fmla="*/ 48577 h 97153"/>
              <a:gd name="csX1" fmla="*/ 48577 w 97154"/>
              <a:gd name="csY1" fmla="*/ 97154 h 97153"/>
              <a:gd name="csX2" fmla="*/ 0 w 97154"/>
              <a:gd name="csY2" fmla="*/ 48577 h 97153"/>
              <a:gd name="csX3" fmla="*/ 48577 w 97154"/>
              <a:gd name="csY3" fmla="*/ 0 h 97153"/>
              <a:gd name="csX4" fmla="*/ 97154 w 97154"/>
              <a:gd name="csY4" fmla="*/ 48577 h 971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54" h="97153">
                <a:moveTo>
                  <a:pt x="97154" y="48577"/>
                </a:moveTo>
                <a:cubicBezTo>
                  <a:pt x="97154" y="75406"/>
                  <a:pt x="75406" y="97154"/>
                  <a:pt x="48577" y="97154"/>
                </a:cubicBezTo>
                <a:cubicBezTo>
                  <a:pt x="21748" y="97154"/>
                  <a:pt x="0" y="75406"/>
                  <a:pt x="0" y="48577"/>
                </a:cubicBezTo>
                <a:cubicBezTo>
                  <a:pt x="0" y="21748"/>
                  <a:pt x="21748" y="0"/>
                  <a:pt x="48577" y="0"/>
                </a:cubicBezTo>
                <a:cubicBezTo>
                  <a:pt x="75406" y="0"/>
                  <a:pt x="97154" y="21748"/>
                  <a:pt x="97154" y="48577"/>
                </a:cubicBezTo>
              </a:path>
            </a:pathLst>
          </a:custGeom>
          <a:solidFill>
            <a:srgbClr val="548235"/>
          </a:solidFill>
          <a:ln w="7557" cap="rnd">
            <a:solidFill>
              <a:srgbClr val="548235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83" name="Freihandform: Form 682">
            <a:extLst>
              <a:ext uri="{FF2B5EF4-FFF2-40B4-BE49-F238E27FC236}">
                <a16:creationId xmlns:a16="http://schemas.microsoft.com/office/drawing/2014/main" id="{82E0B1E6-66AF-9A22-0331-EC1EB340BD7F}"/>
              </a:ext>
            </a:extLst>
          </p:cNvPr>
          <p:cNvSpPr/>
          <p:nvPr/>
        </p:nvSpPr>
        <p:spPr>
          <a:xfrm>
            <a:off x="7155352" y="3058505"/>
            <a:ext cx="58841" cy="58835"/>
          </a:xfrm>
          <a:custGeom>
            <a:avLst/>
            <a:gdLst>
              <a:gd name="csX0" fmla="*/ 97162 w 97162"/>
              <a:gd name="csY0" fmla="*/ 48577 h 97153"/>
              <a:gd name="csX1" fmla="*/ 48577 w 97162"/>
              <a:gd name="csY1" fmla="*/ 97154 h 97153"/>
              <a:gd name="csX2" fmla="*/ 0 w 97162"/>
              <a:gd name="csY2" fmla="*/ 48577 h 97153"/>
              <a:gd name="csX3" fmla="*/ 48577 w 97162"/>
              <a:gd name="csY3" fmla="*/ 0 h 97153"/>
              <a:gd name="csX4" fmla="*/ 97162 w 97162"/>
              <a:gd name="csY4" fmla="*/ 48577 h 971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62" h="97153">
                <a:moveTo>
                  <a:pt x="97162" y="48577"/>
                </a:moveTo>
                <a:cubicBezTo>
                  <a:pt x="97162" y="75406"/>
                  <a:pt x="75414" y="97154"/>
                  <a:pt x="48577" y="97154"/>
                </a:cubicBezTo>
                <a:cubicBezTo>
                  <a:pt x="21748" y="97154"/>
                  <a:pt x="0" y="75406"/>
                  <a:pt x="0" y="48577"/>
                </a:cubicBezTo>
                <a:cubicBezTo>
                  <a:pt x="0" y="21740"/>
                  <a:pt x="21748" y="0"/>
                  <a:pt x="48577" y="0"/>
                </a:cubicBezTo>
                <a:cubicBezTo>
                  <a:pt x="75414" y="0"/>
                  <a:pt x="97162" y="21740"/>
                  <a:pt x="97162" y="48577"/>
                </a:cubicBezTo>
              </a:path>
            </a:pathLst>
          </a:custGeom>
          <a:solidFill>
            <a:srgbClr val="548235"/>
          </a:solidFill>
          <a:ln w="7557" cap="rnd">
            <a:solidFill>
              <a:srgbClr val="548235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84" name="Freihandform: Form 683">
            <a:extLst>
              <a:ext uri="{FF2B5EF4-FFF2-40B4-BE49-F238E27FC236}">
                <a16:creationId xmlns:a16="http://schemas.microsoft.com/office/drawing/2014/main" id="{6BA9EA3E-1D75-8E68-2FBC-A203217CBF18}"/>
              </a:ext>
            </a:extLst>
          </p:cNvPr>
          <p:cNvSpPr/>
          <p:nvPr/>
        </p:nvSpPr>
        <p:spPr>
          <a:xfrm>
            <a:off x="7288684" y="3197156"/>
            <a:ext cx="58841" cy="58835"/>
          </a:xfrm>
          <a:custGeom>
            <a:avLst/>
            <a:gdLst>
              <a:gd name="csX0" fmla="*/ 97162 w 97162"/>
              <a:gd name="csY0" fmla="*/ 48577 h 97153"/>
              <a:gd name="csX1" fmla="*/ 48585 w 97162"/>
              <a:gd name="csY1" fmla="*/ 97154 h 97153"/>
              <a:gd name="csX2" fmla="*/ 0 w 97162"/>
              <a:gd name="csY2" fmla="*/ 48577 h 97153"/>
              <a:gd name="csX3" fmla="*/ 48585 w 97162"/>
              <a:gd name="csY3" fmla="*/ 0 h 97153"/>
              <a:gd name="csX4" fmla="*/ 97162 w 97162"/>
              <a:gd name="csY4" fmla="*/ 48577 h 971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62" h="97153">
                <a:moveTo>
                  <a:pt x="97162" y="48577"/>
                </a:moveTo>
                <a:cubicBezTo>
                  <a:pt x="97162" y="75405"/>
                  <a:pt x="75414" y="97154"/>
                  <a:pt x="48585" y="97154"/>
                </a:cubicBezTo>
                <a:cubicBezTo>
                  <a:pt x="21748" y="97154"/>
                  <a:pt x="0" y="75405"/>
                  <a:pt x="0" y="48577"/>
                </a:cubicBezTo>
                <a:cubicBezTo>
                  <a:pt x="0" y="21748"/>
                  <a:pt x="21748" y="0"/>
                  <a:pt x="48585" y="0"/>
                </a:cubicBezTo>
                <a:cubicBezTo>
                  <a:pt x="75414" y="0"/>
                  <a:pt x="97162" y="21748"/>
                  <a:pt x="97162" y="48577"/>
                </a:cubicBezTo>
              </a:path>
            </a:pathLst>
          </a:custGeom>
          <a:solidFill>
            <a:srgbClr val="548235"/>
          </a:solidFill>
          <a:ln w="7557" cap="rnd">
            <a:solidFill>
              <a:srgbClr val="548235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cxnSp>
        <p:nvCxnSpPr>
          <p:cNvPr id="685" name="Gerader Verbinder 684">
            <a:extLst>
              <a:ext uri="{FF2B5EF4-FFF2-40B4-BE49-F238E27FC236}">
                <a16:creationId xmlns:a16="http://schemas.microsoft.com/office/drawing/2014/main" id="{C5FD4014-409E-98F6-2E96-CA26234247B0}"/>
              </a:ext>
            </a:extLst>
          </p:cNvPr>
          <p:cNvCxnSpPr>
            <a:cxnSpLocks/>
          </p:cNvCxnSpPr>
          <p:nvPr/>
        </p:nvCxnSpPr>
        <p:spPr>
          <a:xfrm>
            <a:off x="6556600" y="1770425"/>
            <a:ext cx="0" cy="21320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6" name="Gerader Verbinder 685">
            <a:extLst>
              <a:ext uri="{FF2B5EF4-FFF2-40B4-BE49-F238E27FC236}">
                <a16:creationId xmlns:a16="http://schemas.microsoft.com/office/drawing/2014/main" id="{EBC1DA43-36FA-3C88-C0C0-7E2913A2A88B}"/>
              </a:ext>
            </a:extLst>
          </p:cNvPr>
          <p:cNvCxnSpPr>
            <a:cxnSpLocks/>
          </p:cNvCxnSpPr>
          <p:nvPr/>
        </p:nvCxnSpPr>
        <p:spPr>
          <a:xfrm>
            <a:off x="6556600" y="3902462"/>
            <a:ext cx="1008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7" name="Freihandform: Form 686">
            <a:extLst>
              <a:ext uri="{FF2B5EF4-FFF2-40B4-BE49-F238E27FC236}">
                <a16:creationId xmlns:a16="http://schemas.microsoft.com/office/drawing/2014/main" id="{2AC3AADA-688C-2E00-715F-656B66CE4945}"/>
              </a:ext>
            </a:extLst>
          </p:cNvPr>
          <p:cNvSpPr/>
          <p:nvPr/>
        </p:nvSpPr>
        <p:spPr>
          <a:xfrm>
            <a:off x="7765764" y="2217048"/>
            <a:ext cx="340252" cy="871080"/>
          </a:xfrm>
          <a:custGeom>
            <a:avLst/>
            <a:gdLst>
              <a:gd name="csX0" fmla="*/ 0 w 561849"/>
              <a:gd name="csY0" fmla="*/ 0 h 1438391"/>
              <a:gd name="csX1" fmla="*/ 561849 w 561849"/>
              <a:gd name="csY1" fmla="*/ 0 h 1438391"/>
              <a:gd name="csX2" fmla="*/ 561849 w 561849"/>
              <a:gd name="csY2" fmla="*/ 1438392 h 1438391"/>
              <a:gd name="csX3" fmla="*/ 0 w 561849"/>
              <a:gd name="csY3" fmla="*/ 1438392 h 14383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61849" h="1438391">
                <a:moveTo>
                  <a:pt x="0" y="0"/>
                </a:moveTo>
                <a:lnTo>
                  <a:pt x="561849" y="0"/>
                </a:lnTo>
                <a:lnTo>
                  <a:pt x="561849" y="1438392"/>
                </a:lnTo>
                <a:lnTo>
                  <a:pt x="0" y="1438392"/>
                </a:lnTo>
                <a:close/>
              </a:path>
            </a:pathLst>
          </a:custGeom>
          <a:solidFill>
            <a:srgbClr val="E2F1FE"/>
          </a:solidFill>
          <a:ln w="25400" cap="flat">
            <a:solidFill>
              <a:srgbClr val="2F5597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88" name="Freihandform: Form 687">
            <a:extLst>
              <a:ext uri="{FF2B5EF4-FFF2-40B4-BE49-F238E27FC236}">
                <a16:creationId xmlns:a16="http://schemas.microsoft.com/office/drawing/2014/main" id="{2CE41814-B6D2-6CDC-FD3B-A241C8A16D33}"/>
              </a:ext>
            </a:extLst>
          </p:cNvPr>
          <p:cNvSpPr/>
          <p:nvPr/>
        </p:nvSpPr>
        <p:spPr>
          <a:xfrm>
            <a:off x="7765764" y="2640193"/>
            <a:ext cx="340252" cy="5085"/>
          </a:xfrm>
          <a:custGeom>
            <a:avLst/>
            <a:gdLst>
              <a:gd name="csX0" fmla="*/ 0 w 561849"/>
              <a:gd name="csY0" fmla="*/ 0 h 8397"/>
              <a:gd name="csX1" fmla="*/ 561849 w 561849"/>
              <a:gd name="csY1" fmla="*/ 0 h 839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61849" h="8397">
                <a:moveTo>
                  <a:pt x="0" y="0"/>
                </a:moveTo>
                <a:lnTo>
                  <a:pt x="561849" y="0"/>
                </a:lnTo>
              </a:path>
            </a:pathLst>
          </a:custGeom>
          <a:noFill/>
          <a:ln w="28607" cap="flat">
            <a:solidFill>
              <a:srgbClr val="2F5597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91" name="Freihandform: Form 690">
            <a:extLst>
              <a:ext uri="{FF2B5EF4-FFF2-40B4-BE49-F238E27FC236}">
                <a16:creationId xmlns:a16="http://schemas.microsoft.com/office/drawing/2014/main" id="{BB2E058B-5868-A086-05D5-5D75D43551CD}"/>
              </a:ext>
            </a:extLst>
          </p:cNvPr>
          <p:cNvSpPr/>
          <p:nvPr/>
        </p:nvSpPr>
        <p:spPr>
          <a:xfrm>
            <a:off x="7910231" y="3312258"/>
            <a:ext cx="58861" cy="58841"/>
          </a:xfrm>
          <a:custGeom>
            <a:avLst/>
            <a:gdLst>
              <a:gd name="csX0" fmla="*/ 97196 w 97196"/>
              <a:gd name="csY0" fmla="*/ 48585 h 97162"/>
              <a:gd name="csX1" fmla="*/ 48611 w 97196"/>
              <a:gd name="csY1" fmla="*/ 97162 h 97162"/>
              <a:gd name="csX2" fmla="*/ 0 w 97196"/>
              <a:gd name="csY2" fmla="*/ 48585 h 97162"/>
              <a:gd name="csX3" fmla="*/ 48611 w 97196"/>
              <a:gd name="csY3" fmla="*/ 0 h 97162"/>
              <a:gd name="csX4" fmla="*/ 97196 w 97196"/>
              <a:gd name="csY4" fmla="*/ 48585 h 97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96" h="97162">
                <a:moveTo>
                  <a:pt x="97196" y="48585"/>
                </a:moveTo>
                <a:cubicBezTo>
                  <a:pt x="97196" y="75414"/>
                  <a:pt x="75448" y="97162"/>
                  <a:pt x="48611" y="97162"/>
                </a:cubicBezTo>
                <a:cubicBezTo>
                  <a:pt x="21782" y="97162"/>
                  <a:pt x="0" y="75414"/>
                  <a:pt x="0" y="48585"/>
                </a:cubicBezTo>
                <a:cubicBezTo>
                  <a:pt x="0" y="21748"/>
                  <a:pt x="21782" y="0"/>
                  <a:pt x="48611" y="0"/>
                </a:cubicBezTo>
                <a:cubicBezTo>
                  <a:pt x="75448" y="0"/>
                  <a:pt x="97196" y="21748"/>
                  <a:pt x="97196" y="48585"/>
                </a:cubicBezTo>
              </a:path>
            </a:pathLst>
          </a:custGeom>
          <a:solidFill>
            <a:srgbClr val="2F5597"/>
          </a:solidFill>
          <a:ln w="12700" cap="rnd">
            <a:solidFill>
              <a:srgbClr val="2F5597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93" name="Freihandform: Form 692">
            <a:extLst>
              <a:ext uri="{FF2B5EF4-FFF2-40B4-BE49-F238E27FC236}">
                <a16:creationId xmlns:a16="http://schemas.microsoft.com/office/drawing/2014/main" id="{21A8CDC7-5661-BD72-512A-8073C5F00BE2}"/>
              </a:ext>
            </a:extLst>
          </p:cNvPr>
          <p:cNvSpPr/>
          <p:nvPr/>
        </p:nvSpPr>
        <p:spPr>
          <a:xfrm>
            <a:off x="7957335" y="2266811"/>
            <a:ext cx="58841" cy="58836"/>
          </a:xfrm>
          <a:custGeom>
            <a:avLst/>
            <a:gdLst>
              <a:gd name="csX0" fmla="*/ 97162 w 97162"/>
              <a:gd name="csY0" fmla="*/ 48577 h 97154"/>
              <a:gd name="csX1" fmla="*/ 48585 w 97162"/>
              <a:gd name="csY1" fmla="*/ 97154 h 97154"/>
              <a:gd name="csX2" fmla="*/ 0 w 97162"/>
              <a:gd name="csY2" fmla="*/ 48577 h 97154"/>
              <a:gd name="csX3" fmla="*/ 48585 w 97162"/>
              <a:gd name="csY3" fmla="*/ 0 h 97154"/>
              <a:gd name="csX4" fmla="*/ 97162 w 97162"/>
              <a:gd name="csY4" fmla="*/ 48577 h 971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62" h="97154">
                <a:moveTo>
                  <a:pt x="97162" y="48577"/>
                </a:moveTo>
                <a:cubicBezTo>
                  <a:pt x="97162" y="75406"/>
                  <a:pt x="75414" y="97154"/>
                  <a:pt x="48585" y="97154"/>
                </a:cubicBezTo>
                <a:cubicBezTo>
                  <a:pt x="21748" y="97154"/>
                  <a:pt x="0" y="75406"/>
                  <a:pt x="0" y="48577"/>
                </a:cubicBezTo>
                <a:cubicBezTo>
                  <a:pt x="0" y="21748"/>
                  <a:pt x="21748" y="0"/>
                  <a:pt x="48585" y="0"/>
                </a:cubicBezTo>
                <a:cubicBezTo>
                  <a:pt x="75414" y="0"/>
                  <a:pt x="97162" y="21748"/>
                  <a:pt x="97162" y="48577"/>
                </a:cubicBezTo>
              </a:path>
            </a:pathLst>
          </a:custGeom>
          <a:solidFill>
            <a:srgbClr val="2F5597"/>
          </a:solidFill>
          <a:ln w="7557" cap="rnd">
            <a:solidFill>
              <a:srgbClr val="2F5597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94" name="Freihandform: Form 693">
            <a:extLst>
              <a:ext uri="{FF2B5EF4-FFF2-40B4-BE49-F238E27FC236}">
                <a16:creationId xmlns:a16="http://schemas.microsoft.com/office/drawing/2014/main" id="{CDD86047-6DFC-F478-E0C2-14E90244EAB9}"/>
              </a:ext>
            </a:extLst>
          </p:cNvPr>
          <p:cNvSpPr/>
          <p:nvPr/>
        </p:nvSpPr>
        <p:spPr>
          <a:xfrm>
            <a:off x="7972453" y="3140643"/>
            <a:ext cx="58861" cy="58836"/>
          </a:xfrm>
          <a:custGeom>
            <a:avLst/>
            <a:gdLst>
              <a:gd name="csX0" fmla="*/ 97196 w 97195"/>
              <a:gd name="csY0" fmla="*/ 48577 h 97154"/>
              <a:gd name="csX1" fmla="*/ 48611 w 97195"/>
              <a:gd name="csY1" fmla="*/ 97154 h 97154"/>
              <a:gd name="csX2" fmla="*/ 0 w 97195"/>
              <a:gd name="csY2" fmla="*/ 48577 h 97154"/>
              <a:gd name="csX3" fmla="*/ 48611 w 97195"/>
              <a:gd name="csY3" fmla="*/ 0 h 97154"/>
              <a:gd name="csX4" fmla="*/ 97196 w 97195"/>
              <a:gd name="csY4" fmla="*/ 48577 h 971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95" h="97154">
                <a:moveTo>
                  <a:pt x="97196" y="48577"/>
                </a:moveTo>
                <a:cubicBezTo>
                  <a:pt x="97196" y="75406"/>
                  <a:pt x="75448" y="97154"/>
                  <a:pt x="48611" y="97154"/>
                </a:cubicBezTo>
                <a:cubicBezTo>
                  <a:pt x="21748" y="97154"/>
                  <a:pt x="0" y="75406"/>
                  <a:pt x="0" y="48577"/>
                </a:cubicBezTo>
                <a:cubicBezTo>
                  <a:pt x="0" y="21740"/>
                  <a:pt x="21748" y="0"/>
                  <a:pt x="48611" y="0"/>
                </a:cubicBezTo>
                <a:cubicBezTo>
                  <a:pt x="75448" y="0"/>
                  <a:pt x="97196" y="21740"/>
                  <a:pt x="97196" y="48577"/>
                </a:cubicBezTo>
              </a:path>
            </a:pathLst>
          </a:custGeom>
          <a:solidFill>
            <a:srgbClr val="2F5597"/>
          </a:solidFill>
          <a:ln w="7557" cap="rnd">
            <a:solidFill>
              <a:srgbClr val="2F5597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95" name="Freihandform: Form 694">
            <a:extLst>
              <a:ext uri="{FF2B5EF4-FFF2-40B4-BE49-F238E27FC236}">
                <a16:creationId xmlns:a16="http://schemas.microsoft.com/office/drawing/2014/main" id="{4F50B309-3B19-7845-3CEF-65F0877F39C1}"/>
              </a:ext>
            </a:extLst>
          </p:cNvPr>
          <p:cNvSpPr/>
          <p:nvPr/>
        </p:nvSpPr>
        <p:spPr>
          <a:xfrm>
            <a:off x="7943742" y="1918764"/>
            <a:ext cx="58856" cy="58837"/>
          </a:xfrm>
          <a:custGeom>
            <a:avLst/>
            <a:gdLst>
              <a:gd name="csX0" fmla="*/ 97188 w 97187"/>
              <a:gd name="csY0" fmla="*/ 48579 h 97156"/>
              <a:gd name="csX1" fmla="*/ 48611 w 97187"/>
              <a:gd name="csY1" fmla="*/ 97157 h 97156"/>
              <a:gd name="csX2" fmla="*/ 0 w 97187"/>
              <a:gd name="csY2" fmla="*/ 48579 h 97156"/>
              <a:gd name="csX3" fmla="*/ 48611 w 97187"/>
              <a:gd name="csY3" fmla="*/ 0 h 97156"/>
              <a:gd name="csX4" fmla="*/ 97188 w 97187"/>
              <a:gd name="csY4" fmla="*/ 48579 h 971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87" h="97156">
                <a:moveTo>
                  <a:pt x="97188" y="48579"/>
                </a:moveTo>
                <a:cubicBezTo>
                  <a:pt x="97188" y="75410"/>
                  <a:pt x="75439" y="97157"/>
                  <a:pt x="48611" y="97157"/>
                </a:cubicBezTo>
                <a:cubicBezTo>
                  <a:pt x="21748" y="97157"/>
                  <a:pt x="0" y="75410"/>
                  <a:pt x="0" y="48579"/>
                </a:cubicBezTo>
                <a:cubicBezTo>
                  <a:pt x="0" y="21748"/>
                  <a:pt x="21748" y="0"/>
                  <a:pt x="48611" y="0"/>
                </a:cubicBezTo>
                <a:cubicBezTo>
                  <a:pt x="75439" y="0"/>
                  <a:pt x="97188" y="21748"/>
                  <a:pt x="97188" y="48579"/>
                </a:cubicBezTo>
              </a:path>
            </a:pathLst>
          </a:custGeom>
          <a:solidFill>
            <a:srgbClr val="2F5597"/>
          </a:solidFill>
          <a:ln w="7557" cap="rnd">
            <a:solidFill>
              <a:srgbClr val="2F5597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96" name="Freihandform: Form 695">
            <a:extLst>
              <a:ext uri="{FF2B5EF4-FFF2-40B4-BE49-F238E27FC236}">
                <a16:creationId xmlns:a16="http://schemas.microsoft.com/office/drawing/2014/main" id="{5AD705BE-B449-61FB-3917-BDAB56162AEA}"/>
              </a:ext>
            </a:extLst>
          </p:cNvPr>
          <p:cNvSpPr/>
          <p:nvPr/>
        </p:nvSpPr>
        <p:spPr>
          <a:xfrm>
            <a:off x="7857355" y="3047334"/>
            <a:ext cx="58836" cy="58836"/>
          </a:xfrm>
          <a:custGeom>
            <a:avLst/>
            <a:gdLst>
              <a:gd name="csX0" fmla="*/ 97154 w 97154"/>
              <a:gd name="csY0" fmla="*/ 48577 h 97154"/>
              <a:gd name="csX1" fmla="*/ 48577 w 97154"/>
              <a:gd name="csY1" fmla="*/ 97154 h 97154"/>
              <a:gd name="csX2" fmla="*/ 0 w 97154"/>
              <a:gd name="csY2" fmla="*/ 48577 h 97154"/>
              <a:gd name="csX3" fmla="*/ 48577 w 97154"/>
              <a:gd name="csY3" fmla="*/ 0 h 97154"/>
              <a:gd name="csX4" fmla="*/ 97154 w 97154"/>
              <a:gd name="csY4" fmla="*/ 48577 h 971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54" h="97154">
                <a:moveTo>
                  <a:pt x="97154" y="48577"/>
                </a:moveTo>
                <a:cubicBezTo>
                  <a:pt x="97154" y="75406"/>
                  <a:pt x="75406" y="97154"/>
                  <a:pt x="48577" y="97154"/>
                </a:cubicBezTo>
                <a:cubicBezTo>
                  <a:pt x="21748" y="97154"/>
                  <a:pt x="0" y="75406"/>
                  <a:pt x="0" y="48577"/>
                </a:cubicBezTo>
                <a:cubicBezTo>
                  <a:pt x="0" y="21748"/>
                  <a:pt x="21748" y="0"/>
                  <a:pt x="48577" y="0"/>
                </a:cubicBezTo>
                <a:cubicBezTo>
                  <a:pt x="75406" y="0"/>
                  <a:pt x="97154" y="21748"/>
                  <a:pt x="97154" y="48577"/>
                </a:cubicBezTo>
              </a:path>
            </a:pathLst>
          </a:custGeom>
          <a:solidFill>
            <a:srgbClr val="2F5597"/>
          </a:solidFill>
          <a:ln w="7557" cap="rnd">
            <a:solidFill>
              <a:srgbClr val="2F5597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35" name="Freihandform: Form 734">
            <a:extLst>
              <a:ext uri="{FF2B5EF4-FFF2-40B4-BE49-F238E27FC236}">
                <a16:creationId xmlns:a16="http://schemas.microsoft.com/office/drawing/2014/main" id="{F95414FF-1D79-7805-EBC1-711C26E70892}"/>
              </a:ext>
            </a:extLst>
          </p:cNvPr>
          <p:cNvSpPr/>
          <p:nvPr/>
        </p:nvSpPr>
        <p:spPr>
          <a:xfrm>
            <a:off x="7834186" y="1954733"/>
            <a:ext cx="203408" cy="5085"/>
          </a:xfrm>
          <a:custGeom>
            <a:avLst/>
            <a:gdLst>
              <a:gd name="csX0" fmla="*/ 0 w 335882"/>
              <a:gd name="csY0" fmla="*/ 0 h 8397"/>
              <a:gd name="csX1" fmla="*/ 335882 w 335882"/>
              <a:gd name="csY1" fmla="*/ 0 h 839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35882" h="8397">
                <a:moveTo>
                  <a:pt x="0" y="0"/>
                </a:moveTo>
                <a:lnTo>
                  <a:pt x="335882" y="0"/>
                </a:lnTo>
              </a:path>
            </a:pathLst>
          </a:custGeom>
          <a:noFill/>
          <a:ln w="25400" cap="flat">
            <a:solidFill>
              <a:srgbClr val="2F5597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36" name="Freihandform: Form 735">
            <a:extLst>
              <a:ext uri="{FF2B5EF4-FFF2-40B4-BE49-F238E27FC236}">
                <a16:creationId xmlns:a16="http://schemas.microsoft.com/office/drawing/2014/main" id="{E71F0908-9666-9E5D-7F88-F4274228B2B9}"/>
              </a:ext>
            </a:extLst>
          </p:cNvPr>
          <p:cNvSpPr/>
          <p:nvPr/>
        </p:nvSpPr>
        <p:spPr>
          <a:xfrm>
            <a:off x="7935890" y="1951908"/>
            <a:ext cx="5085" cy="258130"/>
          </a:xfrm>
          <a:custGeom>
            <a:avLst/>
            <a:gdLst>
              <a:gd name="csX0" fmla="*/ 0 w 8397"/>
              <a:gd name="csY0" fmla="*/ 0 h 426243"/>
              <a:gd name="csX1" fmla="*/ 0 w 8397"/>
              <a:gd name="csY1" fmla="*/ 426243 h 42624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397" h="426243">
                <a:moveTo>
                  <a:pt x="0" y="0"/>
                </a:moveTo>
                <a:lnTo>
                  <a:pt x="0" y="426243"/>
                </a:lnTo>
              </a:path>
            </a:pathLst>
          </a:custGeom>
          <a:noFill/>
          <a:ln w="25400" cap="rnd">
            <a:solidFill>
              <a:srgbClr val="2F5597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37" name="Freihandform: Form 736">
            <a:extLst>
              <a:ext uri="{FF2B5EF4-FFF2-40B4-BE49-F238E27FC236}">
                <a16:creationId xmlns:a16="http://schemas.microsoft.com/office/drawing/2014/main" id="{B1C01A82-0C2D-4805-04D0-B570682C2D5C}"/>
              </a:ext>
            </a:extLst>
          </p:cNvPr>
          <p:cNvSpPr/>
          <p:nvPr/>
        </p:nvSpPr>
        <p:spPr>
          <a:xfrm>
            <a:off x="7935890" y="3089160"/>
            <a:ext cx="5085" cy="258130"/>
          </a:xfrm>
          <a:custGeom>
            <a:avLst/>
            <a:gdLst>
              <a:gd name="csX0" fmla="*/ 0 w 8397"/>
              <a:gd name="csY0" fmla="*/ 0 h 426243"/>
              <a:gd name="csX1" fmla="*/ 0 w 8397"/>
              <a:gd name="csY1" fmla="*/ 426243 h 42624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397" h="426243">
                <a:moveTo>
                  <a:pt x="0" y="0"/>
                </a:moveTo>
                <a:lnTo>
                  <a:pt x="0" y="426243"/>
                </a:lnTo>
              </a:path>
            </a:pathLst>
          </a:custGeom>
          <a:noFill/>
          <a:ln w="25400" cap="rnd">
            <a:solidFill>
              <a:srgbClr val="2F5597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38" name="Freihandform: Form 737">
            <a:extLst>
              <a:ext uri="{FF2B5EF4-FFF2-40B4-BE49-F238E27FC236}">
                <a16:creationId xmlns:a16="http://schemas.microsoft.com/office/drawing/2014/main" id="{704D3FF4-0594-6B50-3F5B-22A14A9D0803}"/>
              </a:ext>
            </a:extLst>
          </p:cNvPr>
          <p:cNvSpPr/>
          <p:nvPr/>
        </p:nvSpPr>
        <p:spPr>
          <a:xfrm>
            <a:off x="7834186" y="3355935"/>
            <a:ext cx="203408" cy="5085"/>
          </a:xfrm>
          <a:custGeom>
            <a:avLst/>
            <a:gdLst>
              <a:gd name="csX0" fmla="*/ 0 w 335882"/>
              <a:gd name="csY0" fmla="*/ 0 h 8397"/>
              <a:gd name="csX1" fmla="*/ 335882 w 335882"/>
              <a:gd name="csY1" fmla="*/ 0 h 839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35882" h="8397">
                <a:moveTo>
                  <a:pt x="0" y="0"/>
                </a:moveTo>
                <a:lnTo>
                  <a:pt x="335882" y="0"/>
                </a:lnTo>
              </a:path>
            </a:pathLst>
          </a:custGeom>
          <a:noFill/>
          <a:ln w="25400" cap="flat">
            <a:solidFill>
              <a:srgbClr val="2F5597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44" name="Freihandform: Form 743">
            <a:extLst>
              <a:ext uri="{FF2B5EF4-FFF2-40B4-BE49-F238E27FC236}">
                <a16:creationId xmlns:a16="http://schemas.microsoft.com/office/drawing/2014/main" id="{31BFB436-1AA7-F2FF-5BCD-097C98978F96}"/>
              </a:ext>
            </a:extLst>
          </p:cNvPr>
          <p:cNvSpPr/>
          <p:nvPr/>
        </p:nvSpPr>
        <p:spPr>
          <a:xfrm>
            <a:off x="7856246" y="2000517"/>
            <a:ext cx="58836" cy="58837"/>
          </a:xfrm>
          <a:custGeom>
            <a:avLst/>
            <a:gdLst>
              <a:gd name="csX0" fmla="*/ 97154 w 97154"/>
              <a:gd name="csY0" fmla="*/ 48579 h 97156"/>
              <a:gd name="csX1" fmla="*/ 48577 w 97154"/>
              <a:gd name="csY1" fmla="*/ 97157 h 97156"/>
              <a:gd name="csX2" fmla="*/ 0 w 97154"/>
              <a:gd name="csY2" fmla="*/ 48579 h 97156"/>
              <a:gd name="csX3" fmla="*/ 48577 w 97154"/>
              <a:gd name="csY3" fmla="*/ 0 h 97156"/>
              <a:gd name="csX4" fmla="*/ 97154 w 97154"/>
              <a:gd name="csY4" fmla="*/ 48579 h 971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54" h="97156">
                <a:moveTo>
                  <a:pt x="97154" y="48579"/>
                </a:moveTo>
                <a:cubicBezTo>
                  <a:pt x="97154" y="75410"/>
                  <a:pt x="75406" y="97157"/>
                  <a:pt x="48577" y="97157"/>
                </a:cubicBezTo>
                <a:cubicBezTo>
                  <a:pt x="21740" y="97157"/>
                  <a:pt x="0" y="75410"/>
                  <a:pt x="0" y="48579"/>
                </a:cubicBezTo>
                <a:cubicBezTo>
                  <a:pt x="0" y="21747"/>
                  <a:pt x="21740" y="0"/>
                  <a:pt x="48577" y="0"/>
                </a:cubicBezTo>
                <a:cubicBezTo>
                  <a:pt x="75406" y="0"/>
                  <a:pt x="97154" y="21747"/>
                  <a:pt x="97154" y="48579"/>
                </a:cubicBezTo>
              </a:path>
            </a:pathLst>
          </a:custGeom>
          <a:solidFill>
            <a:srgbClr val="2F5597"/>
          </a:solidFill>
          <a:ln w="7557" cap="rnd">
            <a:solidFill>
              <a:srgbClr val="2F5597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45" name="Freihandform: Form 744">
            <a:extLst>
              <a:ext uri="{FF2B5EF4-FFF2-40B4-BE49-F238E27FC236}">
                <a16:creationId xmlns:a16="http://schemas.microsoft.com/office/drawing/2014/main" id="{3D4A5C2D-2ED0-97D2-B4D0-F983F20B06CA}"/>
              </a:ext>
            </a:extLst>
          </p:cNvPr>
          <p:cNvSpPr/>
          <p:nvPr/>
        </p:nvSpPr>
        <p:spPr>
          <a:xfrm>
            <a:off x="7994320" y="2084349"/>
            <a:ext cx="58841" cy="58841"/>
          </a:xfrm>
          <a:custGeom>
            <a:avLst/>
            <a:gdLst>
              <a:gd name="csX0" fmla="*/ 97162 w 97162"/>
              <a:gd name="csY0" fmla="*/ 48577 h 97162"/>
              <a:gd name="csX1" fmla="*/ 48585 w 97162"/>
              <a:gd name="csY1" fmla="*/ 97162 h 97162"/>
              <a:gd name="csX2" fmla="*/ 0 w 97162"/>
              <a:gd name="csY2" fmla="*/ 48577 h 97162"/>
              <a:gd name="csX3" fmla="*/ 48585 w 97162"/>
              <a:gd name="csY3" fmla="*/ 0 h 97162"/>
              <a:gd name="csX4" fmla="*/ 97162 w 97162"/>
              <a:gd name="csY4" fmla="*/ 48577 h 97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62" h="97162">
                <a:moveTo>
                  <a:pt x="97162" y="48577"/>
                </a:moveTo>
                <a:cubicBezTo>
                  <a:pt x="97162" y="75414"/>
                  <a:pt x="75414" y="97162"/>
                  <a:pt x="48585" y="97162"/>
                </a:cubicBezTo>
                <a:cubicBezTo>
                  <a:pt x="21748" y="97162"/>
                  <a:pt x="0" y="75414"/>
                  <a:pt x="0" y="48577"/>
                </a:cubicBezTo>
                <a:cubicBezTo>
                  <a:pt x="0" y="21748"/>
                  <a:pt x="21748" y="0"/>
                  <a:pt x="48585" y="0"/>
                </a:cubicBezTo>
                <a:cubicBezTo>
                  <a:pt x="75414" y="0"/>
                  <a:pt x="97162" y="21748"/>
                  <a:pt x="97162" y="48577"/>
                </a:cubicBezTo>
              </a:path>
            </a:pathLst>
          </a:custGeom>
          <a:solidFill>
            <a:srgbClr val="2F5597"/>
          </a:solidFill>
          <a:ln w="7557" cap="rnd">
            <a:solidFill>
              <a:srgbClr val="2F5597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46" name="Freihandform: Form 745">
            <a:extLst>
              <a:ext uri="{FF2B5EF4-FFF2-40B4-BE49-F238E27FC236}">
                <a16:creationId xmlns:a16="http://schemas.microsoft.com/office/drawing/2014/main" id="{DBD274DD-500F-B620-5590-B6C6BB457B94}"/>
              </a:ext>
            </a:extLst>
          </p:cNvPr>
          <p:cNvSpPr/>
          <p:nvPr/>
        </p:nvSpPr>
        <p:spPr>
          <a:xfrm>
            <a:off x="7888298" y="2367905"/>
            <a:ext cx="58836" cy="58835"/>
          </a:xfrm>
          <a:custGeom>
            <a:avLst/>
            <a:gdLst>
              <a:gd name="csX0" fmla="*/ 97154 w 97154"/>
              <a:gd name="csY0" fmla="*/ 48577 h 97153"/>
              <a:gd name="csX1" fmla="*/ 48577 w 97154"/>
              <a:gd name="csY1" fmla="*/ 97154 h 97153"/>
              <a:gd name="csX2" fmla="*/ 0 w 97154"/>
              <a:gd name="csY2" fmla="*/ 48577 h 97153"/>
              <a:gd name="csX3" fmla="*/ 48577 w 97154"/>
              <a:gd name="csY3" fmla="*/ 0 h 97153"/>
              <a:gd name="csX4" fmla="*/ 97154 w 97154"/>
              <a:gd name="csY4" fmla="*/ 48577 h 971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54" h="97153">
                <a:moveTo>
                  <a:pt x="97154" y="48577"/>
                </a:moveTo>
                <a:cubicBezTo>
                  <a:pt x="97154" y="75406"/>
                  <a:pt x="75406" y="97154"/>
                  <a:pt x="48577" y="97154"/>
                </a:cubicBezTo>
                <a:cubicBezTo>
                  <a:pt x="21748" y="97154"/>
                  <a:pt x="0" y="75406"/>
                  <a:pt x="0" y="48577"/>
                </a:cubicBezTo>
                <a:cubicBezTo>
                  <a:pt x="0" y="21740"/>
                  <a:pt x="21748" y="0"/>
                  <a:pt x="48577" y="0"/>
                </a:cubicBezTo>
                <a:cubicBezTo>
                  <a:pt x="75406" y="0"/>
                  <a:pt x="97154" y="21740"/>
                  <a:pt x="97154" y="48577"/>
                </a:cubicBezTo>
              </a:path>
            </a:pathLst>
          </a:custGeom>
          <a:solidFill>
            <a:srgbClr val="2F5597"/>
          </a:solidFill>
          <a:ln w="7557" cap="rnd">
            <a:solidFill>
              <a:srgbClr val="2F5597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47" name="Freihandform: Form 746">
            <a:extLst>
              <a:ext uri="{FF2B5EF4-FFF2-40B4-BE49-F238E27FC236}">
                <a16:creationId xmlns:a16="http://schemas.microsoft.com/office/drawing/2014/main" id="{DC8AE405-4661-EC5F-EFCB-47666C942134}"/>
              </a:ext>
            </a:extLst>
          </p:cNvPr>
          <p:cNvSpPr/>
          <p:nvPr/>
        </p:nvSpPr>
        <p:spPr>
          <a:xfrm>
            <a:off x="7940076" y="2422149"/>
            <a:ext cx="58841" cy="58836"/>
          </a:xfrm>
          <a:custGeom>
            <a:avLst/>
            <a:gdLst>
              <a:gd name="csX0" fmla="*/ 97162 w 97162"/>
              <a:gd name="csY0" fmla="*/ 48577 h 97154"/>
              <a:gd name="csX1" fmla="*/ 48577 w 97162"/>
              <a:gd name="csY1" fmla="*/ 97154 h 97154"/>
              <a:gd name="csX2" fmla="*/ 0 w 97162"/>
              <a:gd name="csY2" fmla="*/ 48577 h 97154"/>
              <a:gd name="csX3" fmla="*/ 48577 w 97162"/>
              <a:gd name="csY3" fmla="*/ 0 h 97154"/>
              <a:gd name="csX4" fmla="*/ 97162 w 97162"/>
              <a:gd name="csY4" fmla="*/ 48577 h 971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62" h="97154">
                <a:moveTo>
                  <a:pt x="97162" y="48577"/>
                </a:moveTo>
                <a:cubicBezTo>
                  <a:pt x="97162" y="75406"/>
                  <a:pt x="75414" y="97154"/>
                  <a:pt x="48577" y="97154"/>
                </a:cubicBezTo>
                <a:cubicBezTo>
                  <a:pt x="21748" y="97154"/>
                  <a:pt x="0" y="75406"/>
                  <a:pt x="0" y="48577"/>
                </a:cubicBezTo>
                <a:cubicBezTo>
                  <a:pt x="0" y="21748"/>
                  <a:pt x="21748" y="0"/>
                  <a:pt x="48577" y="0"/>
                </a:cubicBezTo>
                <a:cubicBezTo>
                  <a:pt x="75414" y="0"/>
                  <a:pt x="97162" y="21748"/>
                  <a:pt x="97162" y="48577"/>
                </a:cubicBezTo>
              </a:path>
            </a:pathLst>
          </a:custGeom>
          <a:solidFill>
            <a:srgbClr val="2F5597"/>
          </a:solidFill>
          <a:ln w="7557" cap="rnd">
            <a:solidFill>
              <a:srgbClr val="2F5597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48" name="Freihandform: Form 747">
            <a:extLst>
              <a:ext uri="{FF2B5EF4-FFF2-40B4-BE49-F238E27FC236}">
                <a16:creationId xmlns:a16="http://schemas.microsoft.com/office/drawing/2014/main" id="{79F6DC61-AAFF-D932-B4F2-FB8AE901125A}"/>
              </a:ext>
            </a:extLst>
          </p:cNvPr>
          <p:cNvSpPr/>
          <p:nvPr/>
        </p:nvSpPr>
        <p:spPr>
          <a:xfrm>
            <a:off x="7853780" y="2560228"/>
            <a:ext cx="58836" cy="58836"/>
          </a:xfrm>
          <a:custGeom>
            <a:avLst/>
            <a:gdLst>
              <a:gd name="csX0" fmla="*/ 97154 w 97154"/>
              <a:gd name="csY0" fmla="*/ 48577 h 97154"/>
              <a:gd name="csX1" fmla="*/ 48577 w 97154"/>
              <a:gd name="csY1" fmla="*/ 97154 h 97154"/>
              <a:gd name="csX2" fmla="*/ 0 w 97154"/>
              <a:gd name="csY2" fmla="*/ 48577 h 97154"/>
              <a:gd name="csX3" fmla="*/ 48577 w 97154"/>
              <a:gd name="csY3" fmla="*/ 0 h 97154"/>
              <a:gd name="csX4" fmla="*/ 97154 w 97154"/>
              <a:gd name="csY4" fmla="*/ 48577 h 971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54" h="97154">
                <a:moveTo>
                  <a:pt x="97154" y="48577"/>
                </a:moveTo>
                <a:cubicBezTo>
                  <a:pt x="97154" y="75406"/>
                  <a:pt x="75406" y="97154"/>
                  <a:pt x="48577" y="97154"/>
                </a:cubicBezTo>
                <a:cubicBezTo>
                  <a:pt x="21748" y="97154"/>
                  <a:pt x="0" y="75406"/>
                  <a:pt x="0" y="48577"/>
                </a:cubicBezTo>
                <a:cubicBezTo>
                  <a:pt x="0" y="21748"/>
                  <a:pt x="21748" y="0"/>
                  <a:pt x="48577" y="0"/>
                </a:cubicBezTo>
                <a:cubicBezTo>
                  <a:pt x="75406" y="0"/>
                  <a:pt x="97154" y="21748"/>
                  <a:pt x="97154" y="48577"/>
                </a:cubicBezTo>
              </a:path>
            </a:pathLst>
          </a:custGeom>
          <a:solidFill>
            <a:srgbClr val="2F5597"/>
          </a:solidFill>
          <a:ln w="7557" cap="rnd">
            <a:solidFill>
              <a:srgbClr val="2F5597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50" name="Freihandform: Form 749">
            <a:extLst>
              <a:ext uri="{FF2B5EF4-FFF2-40B4-BE49-F238E27FC236}">
                <a16:creationId xmlns:a16="http://schemas.microsoft.com/office/drawing/2014/main" id="{412F0262-D2A8-B294-13E9-1CA9A7460A40}"/>
              </a:ext>
            </a:extLst>
          </p:cNvPr>
          <p:cNvSpPr/>
          <p:nvPr/>
        </p:nvSpPr>
        <p:spPr>
          <a:xfrm>
            <a:off x="7977060" y="2570088"/>
            <a:ext cx="58841" cy="58841"/>
          </a:xfrm>
          <a:custGeom>
            <a:avLst/>
            <a:gdLst>
              <a:gd name="csX0" fmla="*/ 97162 w 97162"/>
              <a:gd name="csY0" fmla="*/ 48577 h 97162"/>
              <a:gd name="csX1" fmla="*/ 48585 w 97162"/>
              <a:gd name="csY1" fmla="*/ 97162 h 97162"/>
              <a:gd name="csX2" fmla="*/ 0 w 97162"/>
              <a:gd name="csY2" fmla="*/ 48577 h 97162"/>
              <a:gd name="csX3" fmla="*/ 48585 w 97162"/>
              <a:gd name="csY3" fmla="*/ 0 h 97162"/>
              <a:gd name="csX4" fmla="*/ 97162 w 97162"/>
              <a:gd name="csY4" fmla="*/ 48577 h 97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62" h="97162">
                <a:moveTo>
                  <a:pt x="97162" y="48577"/>
                </a:moveTo>
                <a:cubicBezTo>
                  <a:pt x="97162" y="75414"/>
                  <a:pt x="75414" y="97162"/>
                  <a:pt x="48585" y="97162"/>
                </a:cubicBezTo>
                <a:cubicBezTo>
                  <a:pt x="21748" y="97162"/>
                  <a:pt x="0" y="75414"/>
                  <a:pt x="0" y="48577"/>
                </a:cubicBezTo>
                <a:cubicBezTo>
                  <a:pt x="0" y="21748"/>
                  <a:pt x="21748" y="0"/>
                  <a:pt x="48585" y="0"/>
                </a:cubicBezTo>
                <a:cubicBezTo>
                  <a:pt x="75414" y="0"/>
                  <a:pt x="97162" y="21748"/>
                  <a:pt x="97162" y="48577"/>
                </a:cubicBezTo>
              </a:path>
            </a:pathLst>
          </a:custGeom>
          <a:solidFill>
            <a:srgbClr val="2F5597"/>
          </a:solidFill>
          <a:ln w="7557" cap="rnd">
            <a:solidFill>
              <a:srgbClr val="2F5597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51" name="Freihandform: Form 750">
            <a:extLst>
              <a:ext uri="{FF2B5EF4-FFF2-40B4-BE49-F238E27FC236}">
                <a16:creationId xmlns:a16="http://schemas.microsoft.com/office/drawing/2014/main" id="{51F3AD4A-5EA8-C432-1F0F-71A88099AA54}"/>
              </a:ext>
            </a:extLst>
          </p:cNvPr>
          <p:cNvSpPr/>
          <p:nvPr/>
        </p:nvSpPr>
        <p:spPr>
          <a:xfrm>
            <a:off x="7940076" y="2939940"/>
            <a:ext cx="58841" cy="58841"/>
          </a:xfrm>
          <a:custGeom>
            <a:avLst/>
            <a:gdLst>
              <a:gd name="csX0" fmla="*/ 97162 w 97162"/>
              <a:gd name="csY0" fmla="*/ 48577 h 97162"/>
              <a:gd name="csX1" fmla="*/ 48577 w 97162"/>
              <a:gd name="csY1" fmla="*/ 97162 h 97162"/>
              <a:gd name="csX2" fmla="*/ 0 w 97162"/>
              <a:gd name="csY2" fmla="*/ 48577 h 97162"/>
              <a:gd name="csX3" fmla="*/ 48577 w 97162"/>
              <a:gd name="csY3" fmla="*/ 0 h 97162"/>
              <a:gd name="csX4" fmla="*/ 97162 w 97162"/>
              <a:gd name="csY4" fmla="*/ 48577 h 97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62" h="97162">
                <a:moveTo>
                  <a:pt x="97162" y="48577"/>
                </a:moveTo>
                <a:cubicBezTo>
                  <a:pt x="97162" y="75414"/>
                  <a:pt x="75414" y="97162"/>
                  <a:pt x="48577" y="97162"/>
                </a:cubicBezTo>
                <a:cubicBezTo>
                  <a:pt x="21748" y="97162"/>
                  <a:pt x="0" y="75414"/>
                  <a:pt x="0" y="48577"/>
                </a:cubicBezTo>
                <a:cubicBezTo>
                  <a:pt x="0" y="21748"/>
                  <a:pt x="21748" y="0"/>
                  <a:pt x="48577" y="0"/>
                </a:cubicBezTo>
                <a:cubicBezTo>
                  <a:pt x="75414" y="0"/>
                  <a:pt x="97162" y="21748"/>
                  <a:pt x="97162" y="48577"/>
                </a:cubicBezTo>
              </a:path>
            </a:pathLst>
          </a:custGeom>
          <a:solidFill>
            <a:srgbClr val="2F5597"/>
          </a:solidFill>
          <a:ln w="7557" cap="rnd">
            <a:solidFill>
              <a:srgbClr val="2F5597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52" name="Freihandform: Form 751">
            <a:extLst>
              <a:ext uri="{FF2B5EF4-FFF2-40B4-BE49-F238E27FC236}">
                <a16:creationId xmlns:a16="http://schemas.microsoft.com/office/drawing/2014/main" id="{BE73804D-EBE3-651D-D725-0E5F0A5943B7}"/>
              </a:ext>
            </a:extLst>
          </p:cNvPr>
          <p:cNvSpPr/>
          <p:nvPr/>
        </p:nvSpPr>
        <p:spPr>
          <a:xfrm>
            <a:off x="7873505" y="2801861"/>
            <a:ext cx="58836" cy="58841"/>
          </a:xfrm>
          <a:custGeom>
            <a:avLst/>
            <a:gdLst>
              <a:gd name="csX0" fmla="*/ 97154 w 97154"/>
              <a:gd name="csY0" fmla="*/ 48577 h 97162"/>
              <a:gd name="csX1" fmla="*/ 48577 w 97154"/>
              <a:gd name="csY1" fmla="*/ 97162 h 97162"/>
              <a:gd name="csX2" fmla="*/ 0 w 97154"/>
              <a:gd name="csY2" fmla="*/ 48577 h 97162"/>
              <a:gd name="csX3" fmla="*/ 48577 w 97154"/>
              <a:gd name="csY3" fmla="*/ 0 h 97162"/>
              <a:gd name="csX4" fmla="*/ 97154 w 97154"/>
              <a:gd name="csY4" fmla="*/ 48577 h 97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54" h="97162">
                <a:moveTo>
                  <a:pt x="97154" y="48577"/>
                </a:moveTo>
                <a:cubicBezTo>
                  <a:pt x="97154" y="75414"/>
                  <a:pt x="75406" y="97162"/>
                  <a:pt x="48577" y="97162"/>
                </a:cubicBezTo>
                <a:cubicBezTo>
                  <a:pt x="21748" y="97162"/>
                  <a:pt x="0" y="75414"/>
                  <a:pt x="0" y="48577"/>
                </a:cubicBezTo>
                <a:cubicBezTo>
                  <a:pt x="0" y="21748"/>
                  <a:pt x="21748" y="0"/>
                  <a:pt x="48577" y="0"/>
                </a:cubicBezTo>
                <a:cubicBezTo>
                  <a:pt x="75406" y="0"/>
                  <a:pt x="97154" y="21748"/>
                  <a:pt x="97154" y="48577"/>
                </a:cubicBezTo>
              </a:path>
            </a:pathLst>
          </a:custGeom>
          <a:solidFill>
            <a:srgbClr val="2F5597"/>
          </a:solidFill>
          <a:ln w="7557" cap="rnd">
            <a:solidFill>
              <a:srgbClr val="2F5597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53" name="Freihandform: Form 752">
            <a:extLst>
              <a:ext uri="{FF2B5EF4-FFF2-40B4-BE49-F238E27FC236}">
                <a16:creationId xmlns:a16="http://schemas.microsoft.com/office/drawing/2014/main" id="{539D6769-787B-5D47-C676-04B4074F167F}"/>
              </a:ext>
            </a:extLst>
          </p:cNvPr>
          <p:cNvSpPr/>
          <p:nvPr/>
        </p:nvSpPr>
        <p:spPr>
          <a:xfrm>
            <a:off x="7927749" y="2685974"/>
            <a:ext cx="58836" cy="58841"/>
          </a:xfrm>
          <a:custGeom>
            <a:avLst/>
            <a:gdLst>
              <a:gd name="csX0" fmla="*/ 97154 w 97154"/>
              <a:gd name="csY0" fmla="*/ 48577 h 97162"/>
              <a:gd name="csX1" fmla="*/ 48577 w 97154"/>
              <a:gd name="csY1" fmla="*/ 97162 h 97162"/>
              <a:gd name="csX2" fmla="*/ 0 w 97154"/>
              <a:gd name="csY2" fmla="*/ 48577 h 97162"/>
              <a:gd name="csX3" fmla="*/ 48577 w 97154"/>
              <a:gd name="csY3" fmla="*/ 0 h 97162"/>
              <a:gd name="csX4" fmla="*/ 97154 w 97154"/>
              <a:gd name="csY4" fmla="*/ 48577 h 97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54" h="97162">
                <a:moveTo>
                  <a:pt x="97154" y="48577"/>
                </a:moveTo>
                <a:cubicBezTo>
                  <a:pt x="97154" y="75414"/>
                  <a:pt x="75406" y="97162"/>
                  <a:pt x="48577" y="97162"/>
                </a:cubicBezTo>
                <a:cubicBezTo>
                  <a:pt x="21748" y="97162"/>
                  <a:pt x="0" y="75414"/>
                  <a:pt x="0" y="48577"/>
                </a:cubicBezTo>
                <a:cubicBezTo>
                  <a:pt x="0" y="21748"/>
                  <a:pt x="21748" y="0"/>
                  <a:pt x="48577" y="0"/>
                </a:cubicBezTo>
                <a:cubicBezTo>
                  <a:pt x="75406" y="0"/>
                  <a:pt x="97154" y="21748"/>
                  <a:pt x="97154" y="48577"/>
                </a:cubicBezTo>
              </a:path>
            </a:pathLst>
          </a:custGeom>
          <a:solidFill>
            <a:srgbClr val="2F5597"/>
          </a:solidFill>
          <a:ln w="7557" cap="rnd">
            <a:solidFill>
              <a:srgbClr val="2F5597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89" name="Freihandform: Form 688">
            <a:extLst>
              <a:ext uri="{FF2B5EF4-FFF2-40B4-BE49-F238E27FC236}">
                <a16:creationId xmlns:a16="http://schemas.microsoft.com/office/drawing/2014/main" id="{23B5799B-753D-35DB-5CDC-1B464580F46A}"/>
              </a:ext>
            </a:extLst>
          </p:cNvPr>
          <p:cNvSpPr/>
          <p:nvPr/>
        </p:nvSpPr>
        <p:spPr>
          <a:xfrm flipV="1">
            <a:off x="8205979" y="2321341"/>
            <a:ext cx="340230" cy="958879"/>
          </a:xfrm>
          <a:custGeom>
            <a:avLst/>
            <a:gdLst>
              <a:gd name="csX0" fmla="*/ 0 w 561813"/>
              <a:gd name="csY0" fmla="*/ 0 h 1583372"/>
              <a:gd name="csX1" fmla="*/ 561814 w 561813"/>
              <a:gd name="csY1" fmla="*/ 0 h 1583372"/>
              <a:gd name="csX2" fmla="*/ 561814 w 561813"/>
              <a:gd name="csY2" fmla="*/ 1583372 h 1583372"/>
              <a:gd name="csX3" fmla="*/ 0 w 561813"/>
              <a:gd name="csY3" fmla="*/ 1583372 h 15833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61813" h="1583372">
                <a:moveTo>
                  <a:pt x="0" y="0"/>
                </a:moveTo>
                <a:lnTo>
                  <a:pt x="561814" y="0"/>
                </a:lnTo>
                <a:lnTo>
                  <a:pt x="561814" y="1583372"/>
                </a:lnTo>
                <a:lnTo>
                  <a:pt x="0" y="1583372"/>
                </a:lnTo>
                <a:close/>
              </a:path>
            </a:pathLst>
          </a:custGeom>
          <a:solidFill>
            <a:srgbClr val="E2F0D9"/>
          </a:solidFill>
          <a:ln w="25400" cap="flat">
            <a:solidFill>
              <a:srgbClr val="548235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90" name="Freihandform: Form 689">
            <a:extLst>
              <a:ext uri="{FF2B5EF4-FFF2-40B4-BE49-F238E27FC236}">
                <a16:creationId xmlns:a16="http://schemas.microsoft.com/office/drawing/2014/main" id="{5C6CCEB3-A834-F4F1-E52C-336A5283241C}"/>
              </a:ext>
            </a:extLst>
          </p:cNvPr>
          <p:cNvSpPr/>
          <p:nvPr/>
        </p:nvSpPr>
        <p:spPr>
          <a:xfrm flipV="1">
            <a:off x="8205979" y="3042032"/>
            <a:ext cx="340230" cy="5085"/>
          </a:xfrm>
          <a:custGeom>
            <a:avLst/>
            <a:gdLst>
              <a:gd name="csX0" fmla="*/ 0 w 561813"/>
              <a:gd name="csY0" fmla="*/ 0 h 8397"/>
              <a:gd name="csX1" fmla="*/ 561814 w 561813"/>
              <a:gd name="csY1" fmla="*/ 0 h 839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61813" h="8397">
                <a:moveTo>
                  <a:pt x="0" y="0"/>
                </a:moveTo>
                <a:lnTo>
                  <a:pt x="561814" y="0"/>
                </a:lnTo>
              </a:path>
            </a:pathLst>
          </a:custGeom>
          <a:noFill/>
          <a:ln w="28607" cap="flat">
            <a:solidFill>
              <a:srgbClr val="3F7F2A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24" name="Freihandform: Form 723">
            <a:extLst>
              <a:ext uri="{FF2B5EF4-FFF2-40B4-BE49-F238E27FC236}">
                <a16:creationId xmlns:a16="http://schemas.microsoft.com/office/drawing/2014/main" id="{0D04B4E8-B0C7-5F0E-CE09-3AD39C15BA1C}"/>
              </a:ext>
            </a:extLst>
          </p:cNvPr>
          <p:cNvSpPr/>
          <p:nvPr/>
        </p:nvSpPr>
        <p:spPr>
          <a:xfrm flipV="1">
            <a:off x="8329147" y="3250657"/>
            <a:ext cx="58836" cy="58838"/>
          </a:xfrm>
          <a:custGeom>
            <a:avLst/>
            <a:gdLst>
              <a:gd name="csX0" fmla="*/ 97154 w 97154"/>
              <a:gd name="csY0" fmla="*/ 48579 h 97157"/>
              <a:gd name="csX1" fmla="*/ 48577 w 97154"/>
              <a:gd name="csY1" fmla="*/ 97157 h 97157"/>
              <a:gd name="csX2" fmla="*/ 0 w 97154"/>
              <a:gd name="csY2" fmla="*/ 48579 h 97157"/>
              <a:gd name="csX3" fmla="*/ 48577 w 97154"/>
              <a:gd name="csY3" fmla="*/ 0 h 97157"/>
              <a:gd name="csX4" fmla="*/ 97154 w 97154"/>
              <a:gd name="csY4" fmla="*/ 48579 h 97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54" h="97157">
                <a:moveTo>
                  <a:pt x="97154" y="48579"/>
                </a:moveTo>
                <a:cubicBezTo>
                  <a:pt x="97154" y="75410"/>
                  <a:pt x="75406" y="97157"/>
                  <a:pt x="48577" y="97157"/>
                </a:cubicBezTo>
                <a:cubicBezTo>
                  <a:pt x="21748" y="97157"/>
                  <a:pt x="0" y="75410"/>
                  <a:pt x="0" y="48579"/>
                </a:cubicBezTo>
                <a:cubicBezTo>
                  <a:pt x="0" y="21748"/>
                  <a:pt x="21748" y="0"/>
                  <a:pt x="48577" y="0"/>
                </a:cubicBezTo>
                <a:cubicBezTo>
                  <a:pt x="75406" y="0"/>
                  <a:pt x="97154" y="21748"/>
                  <a:pt x="97154" y="48579"/>
                </a:cubicBezTo>
              </a:path>
            </a:pathLst>
          </a:custGeom>
          <a:solidFill>
            <a:srgbClr val="548235"/>
          </a:solidFill>
          <a:ln w="7557" cap="rnd">
            <a:solidFill>
              <a:srgbClr val="548235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25" name="Freihandform: Form 724">
            <a:extLst>
              <a:ext uri="{FF2B5EF4-FFF2-40B4-BE49-F238E27FC236}">
                <a16:creationId xmlns:a16="http://schemas.microsoft.com/office/drawing/2014/main" id="{16F5DDFD-EAFD-5D37-3A79-A2B9F65B65DB}"/>
              </a:ext>
            </a:extLst>
          </p:cNvPr>
          <p:cNvSpPr/>
          <p:nvPr/>
        </p:nvSpPr>
        <p:spPr>
          <a:xfrm flipV="1">
            <a:off x="8384271" y="1914809"/>
            <a:ext cx="58836" cy="58841"/>
          </a:xfrm>
          <a:custGeom>
            <a:avLst/>
            <a:gdLst>
              <a:gd name="csX0" fmla="*/ 97154 w 97154"/>
              <a:gd name="csY0" fmla="*/ 48585 h 97162"/>
              <a:gd name="csX1" fmla="*/ 48577 w 97154"/>
              <a:gd name="csY1" fmla="*/ 97162 h 97162"/>
              <a:gd name="csX2" fmla="*/ 0 w 97154"/>
              <a:gd name="csY2" fmla="*/ 48585 h 97162"/>
              <a:gd name="csX3" fmla="*/ 48577 w 97154"/>
              <a:gd name="csY3" fmla="*/ 0 h 97162"/>
              <a:gd name="csX4" fmla="*/ 97154 w 97154"/>
              <a:gd name="csY4" fmla="*/ 48585 h 97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54" h="97162">
                <a:moveTo>
                  <a:pt x="97154" y="48585"/>
                </a:moveTo>
                <a:cubicBezTo>
                  <a:pt x="97154" y="75414"/>
                  <a:pt x="75406" y="97162"/>
                  <a:pt x="48577" y="97162"/>
                </a:cubicBezTo>
                <a:cubicBezTo>
                  <a:pt x="21748" y="97162"/>
                  <a:pt x="0" y="75414"/>
                  <a:pt x="0" y="48585"/>
                </a:cubicBezTo>
                <a:cubicBezTo>
                  <a:pt x="0" y="21748"/>
                  <a:pt x="21748" y="0"/>
                  <a:pt x="48577" y="0"/>
                </a:cubicBezTo>
                <a:cubicBezTo>
                  <a:pt x="75406" y="0"/>
                  <a:pt x="97154" y="21748"/>
                  <a:pt x="97154" y="48585"/>
                </a:cubicBezTo>
              </a:path>
            </a:pathLst>
          </a:custGeom>
          <a:solidFill>
            <a:srgbClr val="548235"/>
          </a:solidFill>
          <a:ln w="7557" cap="rnd">
            <a:solidFill>
              <a:srgbClr val="548235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26" name="Freihandform: Form 725">
            <a:extLst>
              <a:ext uri="{FF2B5EF4-FFF2-40B4-BE49-F238E27FC236}">
                <a16:creationId xmlns:a16="http://schemas.microsoft.com/office/drawing/2014/main" id="{655ACEEC-60E2-385E-64F0-E1B0CBEC49A8}"/>
              </a:ext>
            </a:extLst>
          </p:cNvPr>
          <p:cNvSpPr/>
          <p:nvPr/>
        </p:nvSpPr>
        <p:spPr>
          <a:xfrm flipV="1">
            <a:off x="8407948" y="3361791"/>
            <a:ext cx="58841" cy="58857"/>
          </a:xfrm>
          <a:custGeom>
            <a:avLst/>
            <a:gdLst>
              <a:gd name="csX0" fmla="*/ 97162 w 97162"/>
              <a:gd name="csY0" fmla="*/ 48578 h 97189"/>
              <a:gd name="csX1" fmla="*/ 48585 w 97162"/>
              <a:gd name="csY1" fmla="*/ 97189 h 97189"/>
              <a:gd name="csX2" fmla="*/ 0 w 97162"/>
              <a:gd name="csY2" fmla="*/ 48578 h 97189"/>
              <a:gd name="csX3" fmla="*/ 48585 w 97162"/>
              <a:gd name="csY3" fmla="*/ 0 h 97189"/>
              <a:gd name="csX4" fmla="*/ 97162 w 97162"/>
              <a:gd name="csY4" fmla="*/ 48578 h 971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62" h="97189">
                <a:moveTo>
                  <a:pt x="97162" y="48578"/>
                </a:moveTo>
                <a:cubicBezTo>
                  <a:pt x="97162" y="75409"/>
                  <a:pt x="75414" y="97189"/>
                  <a:pt x="48585" y="97189"/>
                </a:cubicBezTo>
                <a:cubicBezTo>
                  <a:pt x="21748" y="97189"/>
                  <a:pt x="0" y="75409"/>
                  <a:pt x="0" y="48578"/>
                </a:cubicBezTo>
                <a:cubicBezTo>
                  <a:pt x="0" y="21747"/>
                  <a:pt x="21748" y="0"/>
                  <a:pt x="48585" y="0"/>
                </a:cubicBezTo>
                <a:cubicBezTo>
                  <a:pt x="75414" y="0"/>
                  <a:pt x="97162" y="21747"/>
                  <a:pt x="97162" y="48578"/>
                </a:cubicBezTo>
              </a:path>
            </a:pathLst>
          </a:custGeom>
          <a:solidFill>
            <a:srgbClr val="548235"/>
          </a:solidFill>
          <a:ln w="7557" cap="rnd">
            <a:solidFill>
              <a:srgbClr val="548235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27" name="Freihandform: Form 726">
            <a:extLst>
              <a:ext uri="{FF2B5EF4-FFF2-40B4-BE49-F238E27FC236}">
                <a16:creationId xmlns:a16="http://schemas.microsoft.com/office/drawing/2014/main" id="{99BA401B-FA23-76E6-F0A7-A2A880057304}"/>
              </a:ext>
            </a:extLst>
          </p:cNvPr>
          <p:cNvSpPr/>
          <p:nvPr/>
        </p:nvSpPr>
        <p:spPr>
          <a:xfrm flipV="1">
            <a:off x="8313134" y="2046812"/>
            <a:ext cx="58856" cy="58835"/>
          </a:xfrm>
          <a:custGeom>
            <a:avLst/>
            <a:gdLst>
              <a:gd name="csX0" fmla="*/ 97188 w 97187"/>
              <a:gd name="csY0" fmla="*/ 48577 h 97153"/>
              <a:gd name="csX1" fmla="*/ 48610 w 97187"/>
              <a:gd name="csY1" fmla="*/ 97154 h 97153"/>
              <a:gd name="csX2" fmla="*/ 0 w 97187"/>
              <a:gd name="csY2" fmla="*/ 48577 h 97153"/>
              <a:gd name="csX3" fmla="*/ 48610 w 97187"/>
              <a:gd name="csY3" fmla="*/ 0 h 97153"/>
              <a:gd name="csX4" fmla="*/ 97188 w 97187"/>
              <a:gd name="csY4" fmla="*/ 48577 h 971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87" h="97153">
                <a:moveTo>
                  <a:pt x="97188" y="48577"/>
                </a:moveTo>
                <a:cubicBezTo>
                  <a:pt x="97188" y="75405"/>
                  <a:pt x="75439" y="97154"/>
                  <a:pt x="48610" y="97154"/>
                </a:cubicBezTo>
                <a:cubicBezTo>
                  <a:pt x="21782" y="97154"/>
                  <a:pt x="0" y="75405"/>
                  <a:pt x="0" y="48577"/>
                </a:cubicBezTo>
                <a:cubicBezTo>
                  <a:pt x="0" y="21748"/>
                  <a:pt x="21782" y="0"/>
                  <a:pt x="48610" y="0"/>
                </a:cubicBezTo>
                <a:cubicBezTo>
                  <a:pt x="75439" y="0"/>
                  <a:pt x="97188" y="21748"/>
                  <a:pt x="97188" y="48577"/>
                </a:cubicBezTo>
              </a:path>
            </a:pathLst>
          </a:custGeom>
          <a:solidFill>
            <a:srgbClr val="548235"/>
          </a:solidFill>
          <a:ln w="7557" cap="rnd">
            <a:solidFill>
              <a:srgbClr val="548235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28" name="Freihandform: Form 727">
            <a:extLst>
              <a:ext uri="{FF2B5EF4-FFF2-40B4-BE49-F238E27FC236}">
                <a16:creationId xmlns:a16="http://schemas.microsoft.com/office/drawing/2014/main" id="{682D66FA-0BE0-7507-9C0C-AACE5AA72B0B}"/>
              </a:ext>
            </a:extLst>
          </p:cNvPr>
          <p:cNvSpPr/>
          <p:nvPr/>
        </p:nvSpPr>
        <p:spPr>
          <a:xfrm flipV="1">
            <a:off x="8318051" y="2997652"/>
            <a:ext cx="58856" cy="58836"/>
          </a:xfrm>
          <a:custGeom>
            <a:avLst/>
            <a:gdLst>
              <a:gd name="csX0" fmla="*/ 97188 w 97187"/>
              <a:gd name="csY0" fmla="*/ 48577 h 97154"/>
              <a:gd name="csX1" fmla="*/ 48611 w 97187"/>
              <a:gd name="csY1" fmla="*/ 97154 h 97154"/>
              <a:gd name="csX2" fmla="*/ 0 w 97187"/>
              <a:gd name="csY2" fmla="*/ 48577 h 97154"/>
              <a:gd name="csX3" fmla="*/ 48611 w 97187"/>
              <a:gd name="csY3" fmla="*/ 0 h 97154"/>
              <a:gd name="csX4" fmla="*/ 97188 w 97187"/>
              <a:gd name="csY4" fmla="*/ 48577 h 971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87" h="97154">
                <a:moveTo>
                  <a:pt x="97188" y="48577"/>
                </a:moveTo>
                <a:cubicBezTo>
                  <a:pt x="97188" y="75406"/>
                  <a:pt x="75439" y="97154"/>
                  <a:pt x="48611" y="97154"/>
                </a:cubicBezTo>
                <a:cubicBezTo>
                  <a:pt x="21782" y="97154"/>
                  <a:pt x="0" y="75406"/>
                  <a:pt x="0" y="48577"/>
                </a:cubicBezTo>
                <a:cubicBezTo>
                  <a:pt x="0" y="21740"/>
                  <a:pt x="21782" y="0"/>
                  <a:pt x="48611" y="0"/>
                </a:cubicBezTo>
                <a:cubicBezTo>
                  <a:pt x="75439" y="0"/>
                  <a:pt x="97188" y="21740"/>
                  <a:pt x="97188" y="48577"/>
                </a:cubicBezTo>
              </a:path>
            </a:pathLst>
          </a:custGeom>
          <a:solidFill>
            <a:srgbClr val="548235"/>
          </a:solidFill>
          <a:ln w="7557" cap="rnd">
            <a:solidFill>
              <a:srgbClr val="548235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34" name="Freihandform: Form 733">
            <a:extLst>
              <a:ext uri="{FF2B5EF4-FFF2-40B4-BE49-F238E27FC236}">
                <a16:creationId xmlns:a16="http://schemas.microsoft.com/office/drawing/2014/main" id="{08A64E25-1462-E9A3-55A0-E39335F81DEA}"/>
              </a:ext>
            </a:extLst>
          </p:cNvPr>
          <p:cNvSpPr/>
          <p:nvPr/>
        </p:nvSpPr>
        <p:spPr>
          <a:xfrm flipV="1">
            <a:off x="8336036" y="3597376"/>
            <a:ext cx="58836" cy="58837"/>
          </a:xfrm>
          <a:custGeom>
            <a:avLst/>
            <a:gdLst>
              <a:gd name="csX0" fmla="*/ 97154 w 97154"/>
              <a:gd name="csY0" fmla="*/ 48578 h 97156"/>
              <a:gd name="csX1" fmla="*/ 48577 w 97154"/>
              <a:gd name="csY1" fmla="*/ 97157 h 97156"/>
              <a:gd name="csX2" fmla="*/ 0 w 97154"/>
              <a:gd name="csY2" fmla="*/ 48578 h 97156"/>
              <a:gd name="csX3" fmla="*/ 48577 w 97154"/>
              <a:gd name="csY3" fmla="*/ 0 h 97156"/>
              <a:gd name="csX4" fmla="*/ 97154 w 97154"/>
              <a:gd name="csY4" fmla="*/ 48578 h 971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54" h="97156">
                <a:moveTo>
                  <a:pt x="97154" y="48578"/>
                </a:moveTo>
                <a:cubicBezTo>
                  <a:pt x="97154" y="75409"/>
                  <a:pt x="75406" y="97157"/>
                  <a:pt x="48577" y="97157"/>
                </a:cubicBezTo>
                <a:cubicBezTo>
                  <a:pt x="21748" y="97157"/>
                  <a:pt x="0" y="75409"/>
                  <a:pt x="0" y="48578"/>
                </a:cubicBezTo>
                <a:cubicBezTo>
                  <a:pt x="0" y="21747"/>
                  <a:pt x="21748" y="0"/>
                  <a:pt x="48577" y="0"/>
                </a:cubicBezTo>
                <a:cubicBezTo>
                  <a:pt x="75406" y="0"/>
                  <a:pt x="97154" y="21747"/>
                  <a:pt x="97154" y="48578"/>
                </a:cubicBezTo>
              </a:path>
            </a:pathLst>
          </a:custGeom>
          <a:solidFill>
            <a:srgbClr val="548235"/>
          </a:solidFill>
          <a:ln w="7557" cap="rnd">
            <a:solidFill>
              <a:srgbClr val="548235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54" name="Freihandform: Form 753">
            <a:extLst>
              <a:ext uri="{FF2B5EF4-FFF2-40B4-BE49-F238E27FC236}">
                <a16:creationId xmlns:a16="http://schemas.microsoft.com/office/drawing/2014/main" id="{C714B774-DF9A-C720-60E5-0AF5A1534098}"/>
              </a:ext>
            </a:extLst>
          </p:cNvPr>
          <p:cNvSpPr/>
          <p:nvPr/>
        </p:nvSpPr>
        <p:spPr>
          <a:xfrm flipV="1">
            <a:off x="8274390" y="3538240"/>
            <a:ext cx="203408" cy="5085"/>
          </a:xfrm>
          <a:custGeom>
            <a:avLst/>
            <a:gdLst>
              <a:gd name="csX0" fmla="*/ 0 w 335882"/>
              <a:gd name="csY0" fmla="*/ 0 h 8397"/>
              <a:gd name="csX1" fmla="*/ 335882 w 335882"/>
              <a:gd name="csY1" fmla="*/ 0 h 839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35882" h="8397">
                <a:moveTo>
                  <a:pt x="0" y="0"/>
                </a:moveTo>
                <a:lnTo>
                  <a:pt x="335882" y="0"/>
                </a:lnTo>
              </a:path>
            </a:pathLst>
          </a:custGeom>
          <a:noFill/>
          <a:ln w="25400" cap="flat">
            <a:solidFill>
              <a:srgbClr val="548235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55" name="Freihandform: Form 754">
            <a:extLst>
              <a:ext uri="{FF2B5EF4-FFF2-40B4-BE49-F238E27FC236}">
                <a16:creationId xmlns:a16="http://schemas.microsoft.com/office/drawing/2014/main" id="{6300EF1B-B036-C619-73FE-9F77FE6576B1}"/>
              </a:ext>
            </a:extLst>
          </p:cNvPr>
          <p:cNvSpPr/>
          <p:nvPr/>
        </p:nvSpPr>
        <p:spPr>
          <a:xfrm flipV="1">
            <a:off x="8376094" y="3281256"/>
            <a:ext cx="5085" cy="258129"/>
          </a:xfrm>
          <a:custGeom>
            <a:avLst/>
            <a:gdLst>
              <a:gd name="csX0" fmla="*/ 0 w 8397"/>
              <a:gd name="csY0" fmla="*/ 0 h 426242"/>
              <a:gd name="csX1" fmla="*/ 0 w 8397"/>
              <a:gd name="csY1" fmla="*/ 426243 h 42624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397" h="426242">
                <a:moveTo>
                  <a:pt x="0" y="0"/>
                </a:moveTo>
                <a:lnTo>
                  <a:pt x="0" y="426243"/>
                </a:lnTo>
              </a:path>
            </a:pathLst>
          </a:custGeom>
          <a:noFill/>
          <a:ln w="25400" cap="rnd">
            <a:solidFill>
              <a:srgbClr val="548235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56" name="Freihandform: Form 755">
            <a:extLst>
              <a:ext uri="{FF2B5EF4-FFF2-40B4-BE49-F238E27FC236}">
                <a16:creationId xmlns:a16="http://schemas.microsoft.com/office/drawing/2014/main" id="{B29E325A-04CB-DC0E-C7EB-14B5AF0946CD}"/>
              </a:ext>
            </a:extLst>
          </p:cNvPr>
          <p:cNvSpPr/>
          <p:nvPr/>
        </p:nvSpPr>
        <p:spPr>
          <a:xfrm flipV="1">
            <a:off x="8274390" y="2053153"/>
            <a:ext cx="203408" cy="5085"/>
          </a:xfrm>
          <a:custGeom>
            <a:avLst/>
            <a:gdLst>
              <a:gd name="csX0" fmla="*/ 0 w 335882"/>
              <a:gd name="csY0" fmla="*/ 0 h 8397"/>
              <a:gd name="csX1" fmla="*/ 335882 w 335882"/>
              <a:gd name="csY1" fmla="*/ 0 h 839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35882" h="8397">
                <a:moveTo>
                  <a:pt x="0" y="0"/>
                </a:moveTo>
                <a:lnTo>
                  <a:pt x="335882" y="0"/>
                </a:lnTo>
              </a:path>
            </a:pathLst>
          </a:custGeom>
          <a:noFill/>
          <a:ln w="25400" cap="flat">
            <a:solidFill>
              <a:srgbClr val="548235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57" name="Freihandform: Form 756">
            <a:extLst>
              <a:ext uri="{FF2B5EF4-FFF2-40B4-BE49-F238E27FC236}">
                <a16:creationId xmlns:a16="http://schemas.microsoft.com/office/drawing/2014/main" id="{3652DC9A-18E1-29C1-F8C7-E9D982683D7B}"/>
              </a:ext>
            </a:extLst>
          </p:cNvPr>
          <p:cNvSpPr/>
          <p:nvPr/>
        </p:nvSpPr>
        <p:spPr>
          <a:xfrm flipV="1">
            <a:off x="8376094" y="2062180"/>
            <a:ext cx="5085" cy="258124"/>
          </a:xfrm>
          <a:custGeom>
            <a:avLst/>
            <a:gdLst>
              <a:gd name="csX0" fmla="*/ 0 w 8397"/>
              <a:gd name="csY0" fmla="*/ 426235 h 426234"/>
              <a:gd name="csX1" fmla="*/ 0 w 8397"/>
              <a:gd name="csY1" fmla="*/ 0 h 42623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397" h="426234">
                <a:moveTo>
                  <a:pt x="0" y="426235"/>
                </a:moveTo>
                <a:lnTo>
                  <a:pt x="0" y="0"/>
                </a:lnTo>
              </a:path>
            </a:pathLst>
          </a:custGeom>
          <a:noFill/>
          <a:ln w="25400" cap="rnd">
            <a:solidFill>
              <a:srgbClr val="548235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58" name="Freihandform: Form 757">
            <a:extLst>
              <a:ext uri="{FF2B5EF4-FFF2-40B4-BE49-F238E27FC236}">
                <a16:creationId xmlns:a16="http://schemas.microsoft.com/office/drawing/2014/main" id="{F8412EDE-D6FD-2C99-BE79-F4ACBD34B9FC}"/>
              </a:ext>
            </a:extLst>
          </p:cNvPr>
          <p:cNvSpPr/>
          <p:nvPr/>
        </p:nvSpPr>
        <p:spPr>
          <a:xfrm flipV="1">
            <a:off x="8408050" y="3110114"/>
            <a:ext cx="58836" cy="58837"/>
          </a:xfrm>
          <a:custGeom>
            <a:avLst/>
            <a:gdLst>
              <a:gd name="csX0" fmla="*/ 97154 w 97154"/>
              <a:gd name="csY0" fmla="*/ 48579 h 97156"/>
              <a:gd name="csX1" fmla="*/ 48577 w 97154"/>
              <a:gd name="csY1" fmla="*/ 97157 h 97156"/>
              <a:gd name="csX2" fmla="*/ 0 w 97154"/>
              <a:gd name="csY2" fmla="*/ 48579 h 97156"/>
              <a:gd name="csX3" fmla="*/ 48577 w 97154"/>
              <a:gd name="csY3" fmla="*/ 0 h 97156"/>
              <a:gd name="csX4" fmla="*/ 97154 w 97154"/>
              <a:gd name="csY4" fmla="*/ 48579 h 971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54" h="97156">
                <a:moveTo>
                  <a:pt x="97154" y="48579"/>
                </a:moveTo>
                <a:cubicBezTo>
                  <a:pt x="97154" y="75410"/>
                  <a:pt x="75406" y="97157"/>
                  <a:pt x="48577" y="97157"/>
                </a:cubicBezTo>
                <a:cubicBezTo>
                  <a:pt x="21748" y="97157"/>
                  <a:pt x="0" y="75410"/>
                  <a:pt x="0" y="48579"/>
                </a:cubicBezTo>
                <a:cubicBezTo>
                  <a:pt x="0" y="21748"/>
                  <a:pt x="21748" y="0"/>
                  <a:pt x="48577" y="0"/>
                </a:cubicBezTo>
                <a:cubicBezTo>
                  <a:pt x="75406" y="0"/>
                  <a:pt x="97154" y="21748"/>
                  <a:pt x="97154" y="48579"/>
                </a:cubicBezTo>
              </a:path>
            </a:pathLst>
          </a:custGeom>
          <a:solidFill>
            <a:srgbClr val="548235"/>
          </a:solidFill>
          <a:ln w="7557" cap="rnd">
            <a:solidFill>
              <a:srgbClr val="548235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59" name="Freihandform: Form 758">
            <a:extLst>
              <a:ext uri="{FF2B5EF4-FFF2-40B4-BE49-F238E27FC236}">
                <a16:creationId xmlns:a16="http://schemas.microsoft.com/office/drawing/2014/main" id="{EC91AF87-8A1E-48B1-1768-7EF52AD2FFFC}"/>
              </a:ext>
            </a:extLst>
          </p:cNvPr>
          <p:cNvSpPr/>
          <p:nvPr/>
        </p:nvSpPr>
        <p:spPr>
          <a:xfrm flipV="1">
            <a:off x="8270311" y="2900650"/>
            <a:ext cx="58836" cy="58837"/>
          </a:xfrm>
          <a:custGeom>
            <a:avLst/>
            <a:gdLst>
              <a:gd name="csX0" fmla="*/ 97154 w 97154"/>
              <a:gd name="csY0" fmla="*/ 48579 h 97156"/>
              <a:gd name="csX1" fmla="*/ 48577 w 97154"/>
              <a:gd name="csY1" fmla="*/ 97157 h 97156"/>
              <a:gd name="csX2" fmla="*/ 0 w 97154"/>
              <a:gd name="csY2" fmla="*/ 48579 h 97156"/>
              <a:gd name="csX3" fmla="*/ 48577 w 97154"/>
              <a:gd name="csY3" fmla="*/ 0 h 97156"/>
              <a:gd name="csX4" fmla="*/ 97154 w 97154"/>
              <a:gd name="csY4" fmla="*/ 48579 h 971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54" h="97156">
                <a:moveTo>
                  <a:pt x="97154" y="48579"/>
                </a:moveTo>
                <a:cubicBezTo>
                  <a:pt x="97154" y="75410"/>
                  <a:pt x="75406" y="97157"/>
                  <a:pt x="48577" y="97157"/>
                </a:cubicBezTo>
                <a:cubicBezTo>
                  <a:pt x="21748" y="97157"/>
                  <a:pt x="0" y="75410"/>
                  <a:pt x="0" y="48579"/>
                </a:cubicBezTo>
                <a:cubicBezTo>
                  <a:pt x="0" y="21747"/>
                  <a:pt x="21748" y="0"/>
                  <a:pt x="48577" y="0"/>
                </a:cubicBezTo>
                <a:cubicBezTo>
                  <a:pt x="75406" y="0"/>
                  <a:pt x="97154" y="21747"/>
                  <a:pt x="97154" y="48579"/>
                </a:cubicBezTo>
              </a:path>
            </a:pathLst>
          </a:custGeom>
          <a:solidFill>
            <a:srgbClr val="548235"/>
          </a:solidFill>
          <a:ln w="7557" cap="rnd">
            <a:solidFill>
              <a:srgbClr val="548235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60" name="Freihandform: Form 759">
            <a:extLst>
              <a:ext uri="{FF2B5EF4-FFF2-40B4-BE49-F238E27FC236}">
                <a16:creationId xmlns:a16="http://schemas.microsoft.com/office/drawing/2014/main" id="{A87D701E-34DF-5275-95AA-5A6FEC3B8252}"/>
              </a:ext>
            </a:extLst>
          </p:cNvPr>
          <p:cNvSpPr/>
          <p:nvPr/>
        </p:nvSpPr>
        <p:spPr>
          <a:xfrm flipV="1">
            <a:off x="8339013" y="3078060"/>
            <a:ext cx="58836" cy="58837"/>
          </a:xfrm>
          <a:custGeom>
            <a:avLst/>
            <a:gdLst>
              <a:gd name="csX0" fmla="*/ 97154 w 97154"/>
              <a:gd name="csY0" fmla="*/ 48578 h 97156"/>
              <a:gd name="csX1" fmla="*/ 48577 w 97154"/>
              <a:gd name="csY1" fmla="*/ 97157 h 97156"/>
              <a:gd name="csX2" fmla="*/ 0 w 97154"/>
              <a:gd name="csY2" fmla="*/ 48578 h 97156"/>
              <a:gd name="csX3" fmla="*/ 48577 w 97154"/>
              <a:gd name="csY3" fmla="*/ 0 h 97156"/>
              <a:gd name="csX4" fmla="*/ 97154 w 97154"/>
              <a:gd name="csY4" fmla="*/ 48578 h 971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54" h="97156">
                <a:moveTo>
                  <a:pt x="97154" y="48578"/>
                </a:moveTo>
                <a:cubicBezTo>
                  <a:pt x="97154" y="75408"/>
                  <a:pt x="75406" y="97157"/>
                  <a:pt x="48577" y="97157"/>
                </a:cubicBezTo>
                <a:cubicBezTo>
                  <a:pt x="21740" y="97157"/>
                  <a:pt x="0" y="75408"/>
                  <a:pt x="0" y="48578"/>
                </a:cubicBezTo>
                <a:cubicBezTo>
                  <a:pt x="0" y="21747"/>
                  <a:pt x="21740" y="0"/>
                  <a:pt x="48577" y="0"/>
                </a:cubicBezTo>
                <a:cubicBezTo>
                  <a:pt x="75406" y="0"/>
                  <a:pt x="97154" y="21747"/>
                  <a:pt x="97154" y="48578"/>
                </a:cubicBezTo>
              </a:path>
            </a:pathLst>
          </a:custGeom>
          <a:solidFill>
            <a:srgbClr val="548235"/>
          </a:solidFill>
          <a:ln w="7557" cap="rnd">
            <a:solidFill>
              <a:srgbClr val="548235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61" name="Freihandform: Form 760">
            <a:extLst>
              <a:ext uri="{FF2B5EF4-FFF2-40B4-BE49-F238E27FC236}">
                <a16:creationId xmlns:a16="http://schemas.microsoft.com/office/drawing/2014/main" id="{0815A423-AF46-0FBF-9B24-21EDE43E79A7}"/>
              </a:ext>
            </a:extLst>
          </p:cNvPr>
          <p:cNvSpPr/>
          <p:nvPr/>
        </p:nvSpPr>
        <p:spPr>
          <a:xfrm flipV="1">
            <a:off x="8408050" y="2853685"/>
            <a:ext cx="58836" cy="58836"/>
          </a:xfrm>
          <a:custGeom>
            <a:avLst/>
            <a:gdLst>
              <a:gd name="csX0" fmla="*/ 97154 w 97154"/>
              <a:gd name="csY0" fmla="*/ 48577 h 97154"/>
              <a:gd name="csX1" fmla="*/ 48577 w 97154"/>
              <a:gd name="csY1" fmla="*/ 97154 h 97154"/>
              <a:gd name="csX2" fmla="*/ 0 w 97154"/>
              <a:gd name="csY2" fmla="*/ 48577 h 97154"/>
              <a:gd name="csX3" fmla="*/ 48577 w 97154"/>
              <a:gd name="csY3" fmla="*/ 0 h 97154"/>
              <a:gd name="csX4" fmla="*/ 97154 w 97154"/>
              <a:gd name="csY4" fmla="*/ 48577 h 971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54" h="97154">
                <a:moveTo>
                  <a:pt x="97154" y="48577"/>
                </a:moveTo>
                <a:cubicBezTo>
                  <a:pt x="97154" y="75414"/>
                  <a:pt x="75406" y="97154"/>
                  <a:pt x="48577" y="97154"/>
                </a:cubicBezTo>
                <a:cubicBezTo>
                  <a:pt x="21748" y="97154"/>
                  <a:pt x="0" y="75414"/>
                  <a:pt x="0" y="48577"/>
                </a:cubicBezTo>
                <a:cubicBezTo>
                  <a:pt x="0" y="21748"/>
                  <a:pt x="21748" y="0"/>
                  <a:pt x="48577" y="0"/>
                </a:cubicBezTo>
                <a:cubicBezTo>
                  <a:pt x="75406" y="0"/>
                  <a:pt x="97154" y="21748"/>
                  <a:pt x="97154" y="48577"/>
                </a:cubicBezTo>
              </a:path>
            </a:pathLst>
          </a:custGeom>
          <a:solidFill>
            <a:srgbClr val="548235"/>
          </a:solidFill>
          <a:ln w="7557" cap="rnd">
            <a:solidFill>
              <a:srgbClr val="548235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62" name="Freihandform: Form 761">
            <a:extLst>
              <a:ext uri="{FF2B5EF4-FFF2-40B4-BE49-F238E27FC236}">
                <a16:creationId xmlns:a16="http://schemas.microsoft.com/office/drawing/2014/main" id="{100CE853-FEFA-2030-265A-8E9D1AB516F0}"/>
              </a:ext>
            </a:extLst>
          </p:cNvPr>
          <p:cNvSpPr/>
          <p:nvPr/>
        </p:nvSpPr>
        <p:spPr>
          <a:xfrm flipV="1">
            <a:off x="8309422" y="2693416"/>
            <a:ext cx="58836" cy="58835"/>
          </a:xfrm>
          <a:custGeom>
            <a:avLst/>
            <a:gdLst>
              <a:gd name="csX0" fmla="*/ 97154 w 97154"/>
              <a:gd name="csY0" fmla="*/ 48577 h 97153"/>
              <a:gd name="csX1" fmla="*/ 48577 w 97154"/>
              <a:gd name="csY1" fmla="*/ 97154 h 97153"/>
              <a:gd name="csX2" fmla="*/ 0 w 97154"/>
              <a:gd name="csY2" fmla="*/ 48577 h 97153"/>
              <a:gd name="csX3" fmla="*/ 48577 w 97154"/>
              <a:gd name="csY3" fmla="*/ 0 h 97153"/>
              <a:gd name="csX4" fmla="*/ 97154 w 97154"/>
              <a:gd name="csY4" fmla="*/ 48577 h 971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54" h="97153">
                <a:moveTo>
                  <a:pt x="97154" y="48577"/>
                </a:moveTo>
                <a:cubicBezTo>
                  <a:pt x="97154" y="75406"/>
                  <a:pt x="75414" y="97154"/>
                  <a:pt x="48577" y="97154"/>
                </a:cubicBezTo>
                <a:cubicBezTo>
                  <a:pt x="21748" y="97154"/>
                  <a:pt x="0" y="75406"/>
                  <a:pt x="0" y="48577"/>
                </a:cubicBezTo>
                <a:cubicBezTo>
                  <a:pt x="0" y="21748"/>
                  <a:pt x="21748" y="0"/>
                  <a:pt x="48577" y="0"/>
                </a:cubicBezTo>
                <a:cubicBezTo>
                  <a:pt x="75414" y="0"/>
                  <a:pt x="97154" y="21748"/>
                  <a:pt x="97154" y="48577"/>
                </a:cubicBezTo>
              </a:path>
            </a:pathLst>
          </a:custGeom>
          <a:solidFill>
            <a:srgbClr val="548235"/>
          </a:solidFill>
          <a:ln w="7557" cap="rnd">
            <a:solidFill>
              <a:srgbClr val="548235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63" name="Freihandform: Form 762">
            <a:extLst>
              <a:ext uri="{FF2B5EF4-FFF2-40B4-BE49-F238E27FC236}">
                <a16:creationId xmlns:a16="http://schemas.microsoft.com/office/drawing/2014/main" id="{1B6CB8F1-E104-40E1-8B11-8CA3726A5CB3}"/>
              </a:ext>
            </a:extLst>
          </p:cNvPr>
          <p:cNvSpPr/>
          <p:nvPr/>
        </p:nvSpPr>
        <p:spPr>
          <a:xfrm flipV="1">
            <a:off x="8395723" y="2533146"/>
            <a:ext cx="58835" cy="58835"/>
          </a:xfrm>
          <a:custGeom>
            <a:avLst/>
            <a:gdLst>
              <a:gd name="csX0" fmla="*/ 97154 w 97153"/>
              <a:gd name="csY0" fmla="*/ 48577 h 97153"/>
              <a:gd name="csX1" fmla="*/ 48577 w 97153"/>
              <a:gd name="csY1" fmla="*/ 97154 h 97153"/>
              <a:gd name="csX2" fmla="*/ 0 w 97153"/>
              <a:gd name="csY2" fmla="*/ 48577 h 97153"/>
              <a:gd name="csX3" fmla="*/ 48577 w 97153"/>
              <a:gd name="csY3" fmla="*/ 0 h 97153"/>
              <a:gd name="csX4" fmla="*/ 97154 w 97153"/>
              <a:gd name="csY4" fmla="*/ 48577 h 971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53" h="97153">
                <a:moveTo>
                  <a:pt x="97154" y="48577"/>
                </a:moveTo>
                <a:cubicBezTo>
                  <a:pt x="97154" y="75406"/>
                  <a:pt x="75406" y="97154"/>
                  <a:pt x="48577" y="97154"/>
                </a:cubicBezTo>
                <a:cubicBezTo>
                  <a:pt x="21740" y="97154"/>
                  <a:pt x="0" y="75406"/>
                  <a:pt x="0" y="48577"/>
                </a:cubicBezTo>
                <a:cubicBezTo>
                  <a:pt x="0" y="21740"/>
                  <a:pt x="21740" y="0"/>
                  <a:pt x="48577" y="0"/>
                </a:cubicBezTo>
                <a:cubicBezTo>
                  <a:pt x="75406" y="0"/>
                  <a:pt x="97154" y="21740"/>
                  <a:pt x="97154" y="48577"/>
                </a:cubicBezTo>
              </a:path>
            </a:pathLst>
          </a:custGeom>
          <a:solidFill>
            <a:srgbClr val="548235"/>
          </a:solidFill>
          <a:ln w="7557" cap="rnd">
            <a:solidFill>
              <a:srgbClr val="548235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64" name="Freihandform: Form 763">
            <a:extLst>
              <a:ext uri="{FF2B5EF4-FFF2-40B4-BE49-F238E27FC236}">
                <a16:creationId xmlns:a16="http://schemas.microsoft.com/office/drawing/2014/main" id="{2CF3B944-B6C2-1C71-098F-83052814C00F}"/>
              </a:ext>
            </a:extLst>
          </p:cNvPr>
          <p:cNvSpPr/>
          <p:nvPr/>
        </p:nvSpPr>
        <p:spPr>
          <a:xfrm flipV="1">
            <a:off x="8408050" y="2656431"/>
            <a:ext cx="58836" cy="58835"/>
          </a:xfrm>
          <a:custGeom>
            <a:avLst/>
            <a:gdLst>
              <a:gd name="csX0" fmla="*/ 97154 w 97154"/>
              <a:gd name="csY0" fmla="*/ 48577 h 97153"/>
              <a:gd name="csX1" fmla="*/ 48577 w 97154"/>
              <a:gd name="csY1" fmla="*/ 97154 h 97153"/>
              <a:gd name="csX2" fmla="*/ 0 w 97154"/>
              <a:gd name="csY2" fmla="*/ 48577 h 97153"/>
              <a:gd name="csX3" fmla="*/ 48577 w 97154"/>
              <a:gd name="csY3" fmla="*/ 0 h 97153"/>
              <a:gd name="csX4" fmla="*/ 97154 w 97154"/>
              <a:gd name="csY4" fmla="*/ 48577 h 971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54" h="97153">
                <a:moveTo>
                  <a:pt x="97154" y="48577"/>
                </a:moveTo>
                <a:cubicBezTo>
                  <a:pt x="97154" y="75406"/>
                  <a:pt x="75406" y="97154"/>
                  <a:pt x="48577" y="97154"/>
                </a:cubicBezTo>
                <a:cubicBezTo>
                  <a:pt x="21748" y="97154"/>
                  <a:pt x="0" y="75406"/>
                  <a:pt x="0" y="48577"/>
                </a:cubicBezTo>
                <a:cubicBezTo>
                  <a:pt x="0" y="21748"/>
                  <a:pt x="21748" y="0"/>
                  <a:pt x="48577" y="0"/>
                </a:cubicBezTo>
                <a:cubicBezTo>
                  <a:pt x="75406" y="0"/>
                  <a:pt x="97154" y="21748"/>
                  <a:pt x="97154" y="48577"/>
                </a:cubicBezTo>
              </a:path>
            </a:pathLst>
          </a:custGeom>
          <a:solidFill>
            <a:srgbClr val="548235"/>
          </a:solidFill>
          <a:ln w="7557" cap="rnd">
            <a:solidFill>
              <a:srgbClr val="548235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70" name="Freihandform: Form 769">
            <a:extLst>
              <a:ext uri="{FF2B5EF4-FFF2-40B4-BE49-F238E27FC236}">
                <a16:creationId xmlns:a16="http://schemas.microsoft.com/office/drawing/2014/main" id="{2361AAC0-4200-0CE6-E4F4-AD7A17834BF1}"/>
              </a:ext>
            </a:extLst>
          </p:cNvPr>
          <p:cNvSpPr/>
          <p:nvPr/>
        </p:nvSpPr>
        <p:spPr>
          <a:xfrm flipV="1">
            <a:off x="8304489" y="2355616"/>
            <a:ext cx="58841" cy="58835"/>
          </a:xfrm>
          <a:custGeom>
            <a:avLst/>
            <a:gdLst>
              <a:gd name="csX0" fmla="*/ 97162 w 97162"/>
              <a:gd name="csY0" fmla="*/ 48577 h 97153"/>
              <a:gd name="csX1" fmla="*/ 48577 w 97162"/>
              <a:gd name="csY1" fmla="*/ 97154 h 97153"/>
              <a:gd name="csX2" fmla="*/ 0 w 97162"/>
              <a:gd name="csY2" fmla="*/ 48577 h 97153"/>
              <a:gd name="csX3" fmla="*/ 48577 w 97162"/>
              <a:gd name="csY3" fmla="*/ 0 h 97153"/>
              <a:gd name="csX4" fmla="*/ 97162 w 97162"/>
              <a:gd name="csY4" fmla="*/ 48577 h 971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62" h="97153">
                <a:moveTo>
                  <a:pt x="97162" y="48577"/>
                </a:moveTo>
                <a:cubicBezTo>
                  <a:pt x="97162" y="75406"/>
                  <a:pt x="75414" y="97154"/>
                  <a:pt x="48577" y="97154"/>
                </a:cubicBezTo>
                <a:cubicBezTo>
                  <a:pt x="21748" y="97154"/>
                  <a:pt x="0" y="75406"/>
                  <a:pt x="0" y="48577"/>
                </a:cubicBezTo>
                <a:cubicBezTo>
                  <a:pt x="0" y="21740"/>
                  <a:pt x="21748" y="0"/>
                  <a:pt x="48577" y="0"/>
                </a:cubicBezTo>
                <a:cubicBezTo>
                  <a:pt x="75414" y="0"/>
                  <a:pt x="97162" y="21740"/>
                  <a:pt x="97162" y="48577"/>
                </a:cubicBezTo>
              </a:path>
            </a:pathLst>
          </a:custGeom>
          <a:solidFill>
            <a:srgbClr val="548235"/>
          </a:solidFill>
          <a:ln w="7557" cap="rnd">
            <a:solidFill>
              <a:srgbClr val="548235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71" name="Freihandform: Form 770">
            <a:extLst>
              <a:ext uri="{FF2B5EF4-FFF2-40B4-BE49-F238E27FC236}">
                <a16:creationId xmlns:a16="http://schemas.microsoft.com/office/drawing/2014/main" id="{7AE78588-1ADE-BB12-3C52-AACF6B8C2A20}"/>
              </a:ext>
            </a:extLst>
          </p:cNvPr>
          <p:cNvSpPr/>
          <p:nvPr/>
        </p:nvSpPr>
        <p:spPr>
          <a:xfrm flipV="1">
            <a:off x="8380925" y="2207677"/>
            <a:ext cx="58841" cy="58835"/>
          </a:xfrm>
          <a:custGeom>
            <a:avLst/>
            <a:gdLst>
              <a:gd name="csX0" fmla="*/ 97162 w 97162"/>
              <a:gd name="csY0" fmla="*/ 48577 h 97153"/>
              <a:gd name="csX1" fmla="*/ 48585 w 97162"/>
              <a:gd name="csY1" fmla="*/ 97154 h 97153"/>
              <a:gd name="csX2" fmla="*/ 0 w 97162"/>
              <a:gd name="csY2" fmla="*/ 48577 h 97153"/>
              <a:gd name="csX3" fmla="*/ 48585 w 97162"/>
              <a:gd name="csY3" fmla="*/ 0 h 97153"/>
              <a:gd name="csX4" fmla="*/ 97162 w 97162"/>
              <a:gd name="csY4" fmla="*/ 48577 h 971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62" h="97153">
                <a:moveTo>
                  <a:pt x="97162" y="48577"/>
                </a:moveTo>
                <a:cubicBezTo>
                  <a:pt x="97162" y="75405"/>
                  <a:pt x="75414" y="97154"/>
                  <a:pt x="48585" y="97154"/>
                </a:cubicBezTo>
                <a:cubicBezTo>
                  <a:pt x="21748" y="97154"/>
                  <a:pt x="0" y="75405"/>
                  <a:pt x="0" y="48577"/>
                </a:cubicBezTo>
                <a:cubicBezTo>
                  <a:pt x="0" y="21748"/>
                  <a:pt x="21748" y="0"/>
                  <a:pt x="48585" y="0"/>
                </a:cubicBezTo>
                <a:cubicBezTo>
                  <a:pt x="75414" y="0"/>
                  <a:pt x="97162" y="21748"/>
                  <a:pt x="97162" y="48577"/>
                </a:cubicBezTo>
              </a:path>
            </a:pathLst>
          </a:custGeom>
          <a:solidFill>
            <a:srgbClr val="548235"/>
          </a:solidFill>
          <a:ln w="7557" cap="rnd">
            <a:solidFill>
              <a:srgbClr val="548235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cxnSp>
        <p:nvCxnSpPr>
          <p:cNvPr id="772" name="Gerader Verbinder 771">
            <a:extLst>
              <a:ext uri="{FF2B5EF4-FFF2-40B4-BE49-F238E27FC236}">
                <a16:creationId xmlns:a16="http://schemas.microsoft.com/office/drawing/2014/main" id="{CFFD9AB7-917C-0BC7-B1FC-4ECF49019631}"/>
              </a:ext>
            </a:extLst>
          </p:cNvPr>
          <p:cNvCxnSpPr>
            <a:cxnSpLocks/>
          </p:cNvCxnSpPr>
          <p:nvPr/>
        </p:nvCxnSpPr>
        <p:spPr>
          <a:xfrm>
            <a:off x="7697944" y="1758650"/>
            <a:ext cx="0" cy="21320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3" name="Gerader Verbinder 772">
            <a:extLst>
              <a:ext uri="{FF2B5EF4-FFF2-40B4-BE49-F238E27FC236}">
                <a16:creationId xmlns:a16="http://schemas.microsoft.com/office/drawing/2014/main" id="{92C9CA4B-4A51-6B0A-2B2C-CB94B5614588}"/>
              </a:ext>
            </a:extLst>
          </p:cNvPr>
          <p:cNvCxnSpPr>
            <a:cxnSpLocks/>
          </p:cNvCxnSpPr>
          <p:nvPr/>
        </p:nvCxnSpPr>
        <p:spPr>
          <a:xfrm>
            <a:off x="7697944" y="3890687"/>
            <a:ext cx="1008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74" name="Tabelle 773">
                <a:extLst>
                  <a:ext uri="{FF2B5EF4-FFF2-40B4-BE49-F238E27FC236}">
                    <a16:creationId xmlns:a16="http://schemas.microsoft.com/office/drawing/2014/main" id="{8B989417-D12E-9B7A-1020-8D561AADCD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64511060"/>
                  </p:ext>
                </p:extLst>
              </p:nvPr>
            </p:nvGraphicFramePr>
            <p:xfrm>
              <a:off x="5647679" y="3934989"/>
              <a:ext cx="2880000" cy="414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76000">
                      <a:extLst>
                        <a:ext uri="{9D8B030D-6E8A-4147-A177-3AD203B41FA5}">
                          <a16:colId xmlns:a16="http://schemas.microsoft.com/office/drawing/2014/main" val="2504435720"/>
                        </a:ext>
                      </a:extLst>
                    </a:gridCol>
                    <a:gridCol w="576000">
                      <a:extLst>
                        <a:ext uri="{9D8B030D-6E8A-4147-A177-3AD203B41FA5}">
                          <a16:colId xmlns:a16="http://schemas.microsoft.com/office/drawing/2014/main" val="1456351367"/>
                        </a:ext>
                      </a:extLst>
                    </a:gridCol>
                    <a:gridCol w="576000">
                      <a:extLst>
                        <a:ext uri="{9D8B030D-6E8A-4147-A177-3AD203B41FA5}">
                          <a16:colId xmlns:a16="http://schemas.microsoft.com/office/drawing/2014/main" val="787031570"/>
                        </a:ext>
                      </a:extLst>
                    </a:gridCol>
                    <a:gridCol w="576000">
                      <a:extLst>
                        <a:ext uri="{9D8B030D-6E8A-4147-A177-3AD203B41FA5}">
                          <a16:colId xmlns:a16="http://schemas.microsoft.com/office/drawing/2014/main" val="1651967178"/>
                        </a:ext>
                      </a:extLst>
                    </a:gridCol>
                    <a:gridCol w="576000">
                      <a:extLst>
                        <a:ext uri="{9D8B030D-6E8A-4147-A177-3AD203B41FA5}">
                          <a16:colId xmlns:a16="http://schemas.microsoft.com/office/drawing/2014/main" val="2277349319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744439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74" name="Tabelle 773">
                <a:extLst>
                  <a:ext uri="{FF2B5EF4-FFF2-40B4-BE49-F238E27FC236}">
                    <a16:creationId xmlns:a16="http://schemas.microsoft.com/office/drawing/2014/main" id="{8B989417-D12E-9B7A-1020-8D561AADCD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64511060"/>
                  </p:ext>
                </p:extLst>
              </p:nvPr>
            </p:nvGraphicFramePr>
            <p:xfrm>
              <a:off x="5647679" y="3934989"/>
              <a:ext cx="2880000" cy="414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76000">
                      <a:extLst>
                        <a:ext uri="{9D8B030D-6E8A-4147-A177-3AD203B41FA5}">
                          <a16:colId xmlns:a16="http://schemas.microsoft.com/office/drawing/2014/main" val="2504435720"/>
                        </a:ext>
                      </a:extLst>
                    </a:gridCol>
                    <a:gridCol w="576000">
                      <a:extLst>
                        <a:ext uri="{9D8B030D-6E8A-4147-A177-3AD203B41FA5}">
                          <a16:colId xmlns:a16="http://schemas.microsoft.com/office/drawing/2014/main" val="1456351367"/>
                        </a:ext>
                      </a:extLst>
                    </a:gridCol>
                    <a:gridCol w="576000">
                      <a:extLst>
                        <a:ext uri="{9D8B030D-6E8A-4147-A177-3AD203B41FA5}">
                          <a16:colId xmlns:a16="http://schemas.microsoft.com/office/drawing/2014/main" val="787031570"/>
                        </a:ext>
                      </a:extLst>
                    </a:gridCol>
                    <a:gridCol w="576000">
                      <a:extLst>
                        <a:ext uri="{9D8B030D-6E8A-4147-A177-3AD203B41FA5}">
                          <a16:colId xmlns:a16="http://schemas.microsoft.com/office/drawing/2014/main" val="1651967178"/>
                        </a:ext>
                      </a:extLst>
                    </a:gridCol>
                    <a:gridCol w="576000">
                      <a:extLst>
                        <a:ext uri="{9D8B030D-6E8A-4147-A177-3AD203B41FA5}">
                          <a16:colId xmlns:a16="http://schemas.microsoft.com/office/drawing/2014/main" val="2277349319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5797" r="-397895" b="-231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98947" t="-5797" r="-198947" b="-231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97895" t="-5797" b="-231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4443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80" name="Freihandform: Form 779">
            <a:extLst>
              <a:ext uri="{FF2B5EF4-FFF2-40B4-BE49-F238E27FC236}">
                <a16:creationId xmlns:a16="http://schemas.microsoft.com/office/drawing/2014/main" id="{591F7114-84E3-9910-B1DA-72CEE905C3D5}"/>
              </a:ext>
            </a:extLst>
          </p:cNvPr>
          <p:cNvSpPr/>
          <p:nvPr/>
        </p:nvSpPr>
        <p:spPr>
          <a:xfrm flipV="1">
            <a:off x="8410348" y="2958982"/>
            <a:ext cx="58836" cy="58836"/>
          </a:xfrm>
          <a:custGeom>
            <a:avLst/>
            <a:gdLst>
              <a:gd name="csX0" fmla="*/ 97154 w 97154"/>
              <a:gd name="csY0" fmla="*/ 48577 h 97154"/>
              <a:gd name="csX1" fmla="*/ 48577 w 97154"/>
              <a:gd name="csY1" fmla="*/ 97154 h 97154"/>
              <a:gd name="csX2" fmla="*/ 0 w 97154"/>
              <a:gd name="csY2" fmla="*/ 48577 h 97154"/>
              <a:gd name="csX3" fmla="*/ 48577 w 97154"/>
              <a:gd name="csY3" fmla="*/ 0 h 97154"/>
              <a:gd name="csX4" fmla="*/ 97154 w 97154"/>
              <a:gd name="csY4" fmla="*/ 48577 h 971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54" h="97154">
                <a:moveTo>
                  <a:pt x="97154" y="48577"/>
                </a:moveTo>
                <a:cubicBezTo>
                  <a:pt x="97154" y="75414"/>
                  <a:pt x="75406" y="97154"/>
                  <a:pt x="48577" y="97154"/>
                </a:cubicBezTo>
                <a:cubicBezTo>
                  <a:pt x="21748" y="97154"/>
                  <a:pt x="0" y="75414"/>
                  <a:pt x="0" y="48577"/>
                </a:cubicBezTo>
                <a:cubicBezTo>
                  <a:pt x="0" y="21748"/>
                  <a:pt x="21748" y="0"/>
                  <a:pt x="48577" y="0"/>
                </a:cubicBezTo>
                <a:cubicBezTo>
                  <a:pt x="75406" y="0"/>
                  <a:pt x="97154" y="21748"/>
                  <a:pt x="97154" y="48577"/>
                </a:cubicBezTo>
              </a:path>
            </a:pathLst>
          </a:custGeom>
          <a:solidFill>
            <a:srgbClr val="548235"/>
          </a:solidFill>
          <a:ln w="7557" cap="rnd">
            <a:solidFill>
              <a:srgbClr val="548235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86" name="Textfeld 785">
                <a:extLst>
                  <a:ext uri="{FF2B5EF4-FFF2-40B4-BE49-F238E27FC236}">
                    <a16:creationId xmlns:a16="http://schemas.microsoft.com/office/drawing/2014/main" id="{2E377AD5-7263-04B8-8C79-66D44F1D25E1}"/>
                  </a:ext>
                </a:extLst>
              </p:cNvPr>
              <p:cNvSpPr txBox="1"/>
              <p:nvPr/>
            </p:nvSpPr>
            <p:spPr>
              <a:xfrm>
                <a:off x="9373327" y="990593"/>
                <a:ext cx="3280948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2000" b="1" dirty="0"/>
                  <a:t>Hypotheses: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b="1" i="1" smtClean="0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de-DE" sz="20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000" dirty="0"/>
                  <a:t> No group difference </a:t>
                </a:r>
              </a:p>
              <a:p>
                <a:r>
                  <a:rPr lang="en-US" sz="2000" dirty="0"/>
                  <a:t>        for genus </a:t>
                </a:r>
                <a14:m>
                  <m:oMath xmlns:m="http://schemas.openxmlformats.org/officeDocument/2006/math"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b="1" i="1" smtClean="0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de-DE" sz="2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000" dirty="0"/>
                  <a:t> Group difference</a:t>
                </a:r>
              </a:p>
              <a:p>
                <a:r>
                  <a:rPr lang="en-US" sz="2000" dirty="0"/>
                  <a:t>        for genus </a:t>
                </a:r>
                <a14:m>
                  <m:oMath xmlns:m="http://schemas.openxmlformats.org/officeDocument/2006/math"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de-DE" sz="2000" b="0" dirty="0"/>
              </a:p>
              <a:p>
                <a:endParaRPr lang="en-US" sz="2000" dirty="0"/>
              </a:p>
              <a:p>
                <a:r>
                  <a:rPr lang="en-US" sz="2000" b="1" dirty="0"/>
                  <a:t>Test statistic: </a:t>
                </a:r>
              </a:p>
              <a:p>
                <a:r>
                  <a:rPr lang="en-US" sz="2000" dirty="0"/>
                  <a:t>Wilcoxon rank sum statistic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</a:p>
              <a:p>
                <a:endParaRPr lang="en-US" sz="2000" dirty="0"/>
              </a:p>
              <a:p>
                <a:r>
                  <a:rPr lang="en-US" sz="2000" b="1" dirty="0"/>
                  <a:t>Testing:</a:t>
                </a:r>
              </a:p>
              <a:p>
                <a:r>
                  <a:rPr lang="en-US" sz="2000" dirty="0"/>
                  <a:t>Permutation testing</a:t>
                </a:r>
              </a:p>
              <a:p>
                <a14:m>
                  <m:oMath xmlns:m="http://schemas.openxmlformats.org/officeDocument/2006/math">
                    <m:r>
                      <a:rPr lang="de-DE" sz="2000" i="1" dirty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dirty="0"/>
                  <a:t> One </a:t>
                </a:r>
                <a14:m>
                  <m:oMath xmlns:m="http://schemas.openxmlformats.org/officeDocument/2006/math">
                    <m:r>
                      <a:rPr lang="de-DE" sz="20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dirty="0"/>
                  <a:t>-value per genus</a:t>
                </a:r>
              </a:p>
              <a:p>
                <a14:m>
                  <m:oMath xmlns:m="http://schemas.openxmlformats.org/officeDocument/2006/math"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dirty="0"/>
                  <a:t> Multiple testing correction</a:t>
                </a:r>
              </a:p>
              <a:p>
                <a:endParaRPr lang="en-US" sz="2000" dirty="0"/>
              </a:p>
            </p:txBody>
          </p:sp>
        </mc:Choice>
        <mc:Fallback>
          <p:sp>
            <p:nvSpPr>
              <p:cNvPr id="786" name="Textfeld 785">
                <a:extLst>
                  <a:ext uri="{FF2B5EF4-FFF2-40B4-BE49-F238E27FC236}">
                    <a16:creationId xmlns:a16="http://schemas.microsoft.com/office/drawing/2014/main" id="{2E377AD5-7263-04B8-8C79-66D44F1D25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3327" y="990593"/>
                <a:ext cx="3280948" cy="4401205"/>
              </a:xfrm>
              <a:prstGeom prst="rect">
                <a:avLst/>
              </a:prstGeom>
              <a:blipFill>
                <a:blip r:embed="rId5"/>
                <a:stretch>
                  <a:fillRect l="-2045" t="-6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9" name="Pfeil: nach rechts 788">
            <a:extLst>
              <a:ext uri="{FF2B5EF4-FFF2-40B4-BE49-F238E27FC236}">
                <a16:creationId xmlns:a16="http://schemas.microsoft.com/office/drawing/2014/main" id="{F8586DA0-0C78-B00F-87BF-604F0750E42A}"/>
              </a:ext>
            </a:extLst>
          </p:cNvPr>
          <p:cNvSpPr/>
          <p:nvPr/>
        </p:nvSpPr>
        <p:spPr>
          <a:xfrm>
            <a:off x="8776252" y="2658658"/>
            <a:ext cx="468000" cy="36000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06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– 2022-Design">
  <a:themeElements>
    <a:clrScheme name="Office 2013 – 2022-Desig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-Design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– 2022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136</Words>
  <Application>Microsoft Office PowerPoint</Application>
  <PresentationFormat>Benutzerdefiniert</PresentationFormat>
  <Paragraphs>93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2013 – 2022-Design</vt:lpstr>
      <vt:lpstr>PowerPoint-Präsentation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 replacement in microbiome count matrices</dc:title>
  <dc:subject>Zero handling schematic</dc:subject>
  <dc:creator>OpenAI</dc:creator>
  <cp:lastModifiedBy>Stefanie Peschel</cp:lastModifiedBy>
  <cp:revision>76</cp:revision>
  <dcterms:created xsi:type="dcterms:W3CDTF">2026-05-10T08:14:00Z</dcterms:created>
  <dcterms:modified xsi:type="dcterms:W3CDTF">2026-07-05T16:43:17Z</dcterms:modified>
</cp:coreProperties>
</file>