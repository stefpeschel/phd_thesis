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9" r:id="rId1"/>
  </p:sldMasterIdLst>
  <p:notesMasterIdLst>
    <p:notesMasterId r:id="rId3"/>
  </p:notesMasterIdLst>
  <p:sldIdLst>
    <p:sldId id="258" r:id="rId2"/>
  </p:sldIdLst>
  <p:sldSz cx="12599988" cy="5580063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1FE"/>
    <a:srgbClr val="2E75B6"/>
    <a:srgbClr val="2F5597"/>
    <a:srgbClr val="BBDEFD"/>
    <a:srgbClr val="D6EBFE"/>
    <a:srgbClr val="CAEDFE"/>
    <a:srgbClr val="E2E9F6"/>
    <a:srgbClr val="F2FAF2"/>
    <a:srgbClr val="F1F6FD"/>
    <a:srgbClr val="EDF1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06" autoAdjust="0"/>
    <p:restoredTop sz="94610"/>
  </p:normalViewPr>
  <p:slideViewPr>
    <p:cSldViewPr snapToGrid="0" snapToObjects="1">
      <p:cViewPr varScale="1">
        <p:scale>
          <a:sx n="134" d="100"/>
          <a:sy n="134" d="100"/>
        </p:scale>
        <p:origin x="11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51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1pPr>
    <a:lvl2pPr marL="360738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2pPr>
    <a:lvl3pPr marL="721475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3pPr>
    <a:lvl4pPr marL="1082213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4pPr>
    <a:lvl5pPr marL="1442950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5pPr>
    <a:lvl6pPr marL="1803688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6pPr>
    <a:lvl7pPr marL="2164425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7pPr>
    <a:lvl8pPr marL="2525163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8pPr>
    <a:lvl9pPr marL="2885901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4999" y="913219"/>
            <a:ext cx="9449991" cy="1942689"/>
          </a:xfrm>
        </p:spPr>
        <p:txBody>
          <a:bodyPr anchor="b"/>
          <a:lstStyle>
            <a:lvl1pPr algn="ctr">
              <a:defRPr sz="488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2930825"/>
            <a:ext cx="9449991" cy="1347223"/>
          </a:xfrm>
        </p:spPr>
        <p:txBody>
          <a:bodyPr/>
          <a:lstStyle>
            <a:lvl1pPr marL="0" indent="0" algn="ctr">
              <a:buNone/>
              <a:defRPr sz="1953"/>
            </a:lvl1pPr>
            <a:lvl2pPr marL="372024" indent="0" algn="ctr">
              <a:buNone/>
              <a:defRPr sz="1627"/>
            </a:lvl2pPr>
            <a:lvl3pPr marL="744047" indent="0" algn="ctr">
              <a:buNone/>
              <a:defRPr sz="1465"/>
            </a:lvl3pPr>
            <a:lvl4pPr marL="1116071" indent="0" algn="ctr">
              <a:buNone/>
              <a:defRPr sz="1302"/>
            </a:lvl4pPr>
            <a:lvl5pPr marL="1488095" indent="0" algn="ctr">
              <a:buNone/>
              <a:defRPr sz="1302"/>
            </a:lvl5pPr>
            <a:lvl6pPr marL="1860118" indent="0" algn="ctr">
              <a:buNone/>
              <a:defRPr sz="1302"/>
            </a:lvl6pPr>
            <a:lvl7pPr marL="2232142" indent="0" algn="ctr">
              <a:buNone/>
              <a:defRPr sz="1302"/>
            </a:lvl7pPr>
            <a:lvl8pPr marL="2604165" indent="0" algn="ctr">
              <a:buNone/>
              <a:defRPr sz="1302"/>
            </a:lvl8pPr>
            <a:lvl9pPr marL="2976189" indent="0" algn="ctr">
              <a:buNone/>
              <a:defRPr sz="1302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0665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1987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1391141"/>
            <a:ext cx="10867490" cy="2321151"/>
          </a:xfrm>
        </p:spPr>
        <p:txBody>
          <a:bodyPr anchor="b"/>
          <a:lstStyle>
            <a:lvl1pPr>
              <a:defRPr sz="488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3734251"/>
            <a:ext cx="10867490" cy="1220638"/>
          </a:xfrm>
        </p:spPr>
        <p:txBody>
          <a:bodyPr/>
          <a:lstStyle>
            <a:lvl1pPr marL="0" indent="0">
              <a:buNone/>
              <a:defRPr sz="1953">
                <a:solidFill>
                  <a:schemeClr val="tx1">
                    <a:tint val="75000"/>
                  </a:schemeClr>
                </a:solidFill>
              </a:defRPr>
            </a:lvl1pPr>
            <a:lvl2pPr marL="372024" indent="0">
              <a:buNone/>
              <a:defRPr sz="1627">
                <a:solidFill>
                  <a:schemeClr val="tx1">
                    <a:tint val="75000"/>
                  </a:schemeClr>
                </a:solidFill>
              </a:defRPr>
            </a:lvl2pPr>
            <a:lvl3pPr marL="744047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3pPr>
            <a:lvl4pPr marL="1116071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4pPr>
            <a:lvl5pPr marL="1488095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5pPr>
            <a:lvl6pPr marL="1860118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6pPr>
            <a:lvl7pPr marL="2232142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7pPr>
            <a:lvl8pPr marL="2604165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8pPr>
            <a:lvl9pPr marL="2976189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73963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1485433"/>
            <a:ext cx="5354995" cy="35404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1485433"/>
            <a:ext cx="5354995" cy="35404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80976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297087"/>
            <a:ext cx="10867490" cy="107855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1" y="1367891"/>
            <a:ext cx="5330385" cy="670382"/>
          </a:xfrm>
        </p:spPr>
        <p:txBody>
          <a:bodyPr anchor="b"/>
          <a:lstStyle>
            <a:lvl1pPr marL="0" indent="0">
              <a:buNone/>
              <a:defRPr sz="1953" b="1"/>
            </a:lvl1pPr>
            <a:lvl2pPr marL="372024" indent="0">
              <a:buNone/>
              <a:defRPr sz="1627" b="1"/>
            </a:lvl2pPr>
            <a:lvl3pPr marL="744047" indent="0">
              <a:buNone/>
              <a:defRPr sz="1465" b="1"/>
            </a:lvl3pPr>
            <a:lvl4pPr marL="1116071" indent="0">
              <a:buNone/>
              <a:defRPr sz="1302" b="1"/>
            </a:lvl4pPr>
            <a:lvl5pPr marL="1488095" indent="0">
              <a:buNone/>
              <a:defRPr sz="1302" b="1"/>
            </a:lvl5pPr>
            <a:lvl6pPr marL="1860118" indent="0">
              <a:buNone/>
              <a:defRPr sz="1302" b="1"/>
            </a:lvl6pPr>
            <a:lvl7pPr marL="2232142" indent="0">
              <a:buNone/>
              <a:defRPr sz="1302" b="1"/>
            </a:lvl7pPr>
            <a:lvl8pPr marL="2604165" indent="0">
              <a:buNone/>
              <a:defRPr sz="1302" b="1"/>
            </a:lvl8pPr>
            <a:lvl9pPr marL="2976189" indent="0">
              <a:buNone/>
              <a:defRPr sz="130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1" y="2038273"/>
            <a:ext cx="5330385" cy="299799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4" y="1367891"/>
            <a:ext cx="5356636" cy="670382"/>
          </a:xfrm>
        </p:spPr>
        <p:txBody>
          <a:bodyPr anchor="b"/>
          <a:lstStyle>
            <a:lvl1pPr marL="0" indent="0">
              <a:buNone/>
              <a:defRPr sz="1953" b="1"/>
            </a:lvl1pPr>
            <a:lvl2pPr marL="372024" indent="0">
              <a:buNone/>
              <a:defRPr sz="1627" b="1"/>
            </a:lvl2pPr>
            <a:lvl3pPr marL="744047" indent="0">
              <a:buNone/>
              <a:defRPr sz="1465" b="1"/>
            </a:lvl3pPr>
            <a:lvl4pPr marL="1116071" indent="0">
              <a:buNone/>
              <a:defRPr sz="1302" b="1"/>
            </a:lvl4pPr>
            <a:lvl5pPr marL="1488095" indent="0">
              <a:buNone/>
              <a:defRPr sz="1302" b="1"/>
            </a:lvl5pPr>
            <a:lvl6pPr marL="1860118" indent="0">
              <a:buNone/>
              <a:defRPr sz="1302" b="1"/>
            </a:lvl6pPr>
            <a:lvl7pPr marL="2232142" indent="0">
              <a:buNone/>
              <a:defRPr sz="1302" b="1"/>
            </a:lvl7pPr>
            <a:lvl8pPr marL="2604165" indent="0">
              <a:buNone/>
              <a:defRPr sz="1302" b="1"/>
            </a:lvl8pPr>
            <a:lvl9pPr marL="2976189" indent="0">
              <a:buNone/>
              <a:defRPr sz="130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4" y="2038273"/>
            <a:ext cx="5356636" cy="299799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86753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41247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61102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372004"/>
            <a:ext cx="4063824" cy="1302015"/>
          </a:xfrm>
        </p:spPr>
        <p:txBody>
          <a:bodyPr anchor="b"/>
          <a:lstStyle>
            <a:lvl1pPr>
              <a:defRPr sz="26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803426"/>
            <a:ext cx="6378744" cy="3965461"/>
          </a:xfrm>
        </p:spPr>
        <p:txBody>
          <a:bodyPr/>
          <a:lstStyle>
            <a:lvl1pPr>
              <a:defRPr sz="2604"/>
            </a:lvl1pPr>
            <a:lvl2pPr>
              <a:defRPr sz="2278"/>
            </a:lvl2pPr>
            <a:lvl3pPr>
              <a:defRPr sz="1953"/>
            </a:lvl3pPr>
            <a:lvl4pPr>
              <a:defRPr sz="1627"/>
            </a:lvl4pPr>
            <a:lvl5pPr>
              <a:defRPr sz="1627"/>
            </a:lvl5pPr>
            <a:lvl6pPr>
              <a:defRPr sz="1627"/>
            </a:lvl6pPr>
            <a:lvl7pPr>
              <a:defRPr sz="1627"/>
            </a:lvl7pPr>
            <a:lvl8pPr>
              <a:defRPr sz="1627"/>
            </a:lvl8pPr>
            <a:lvl9pPr>
              <a:defRPr sz="162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674019"/>
            <a:ext cx="4063824" cy="3101327"/>
          </a:xfrm>
        </p:spPr>
        <p:txBody>
          <a:bodyPr/>
          <a:lstStyle>
            <a:lvl1pPr marL="0" indent="0">
              <a:buNone/>
              <a:defRPr sz="1302"/>
            </a:lvl1pPr>
            <a:lvl2pPr marL="372024" indent="0">
              <a:buNone/>
              <a:defRPr sz="1139"/>
            </a:lvl2pPr>
            <a:lvl3pPr marL="744047" indent="0">
              <a:buNone/>
              <a:defRPr sz="976"/>
            </a:lvl3pPr>
            <a:lvl4pPr marL="1116071" indent="0">
              <a:buNone/>
              <a:defRPr sz="814"/>
            </a:lvl4pPr>
            <a:lvl5pPr marL="1488095" indent="0">
              <a:buNone/>
              <a:defRPr sz="814"/>
            </a:lvl5pPr>
            <a:lvl6pPr marL="1860118" indent="0">
              <a:buNone/>
              <a:defRPr sz="814"/>
            </a:lvl6pPr>
            <a:lvl7pPr marL="2232142" indent="0">
              <a:buNone/>
              <a:defRPr sz="814"/>
            </a:lvl7pPr>
            <a:lvl8pPr marL="2604165" indent="0">
              <a:buNone/>
              <a:defRPr sz="814"/>
            </a:lvl8pPr>
            <a:lvl9pPr marL="2976189" indent="0">
              <a:buNone/>
              <a:defRPr sz="81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55242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372004"/>
            <a:ext cx="4063824" cy="1302015"/>
          </a:xfrm>
        </p:spPr>
        <p:txBody>
          <a:bodyPr anchor="b"/>
          <a:lstStyle>
            <a:lvl1pPr>
              <a:defRPr sz="26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803426"/>
            <a:ext cx="6378744" cy="3965461"/>
          </a:xfrm>
        </p:spPr>
        <p:txBody>
          <a:bodyPr anchor="t"/>
          <a:lstStyle>
            <a:lvl1pPr marL="0" indent="0">
              <a:buNone/>
              <a:defRPr sz="2604"/>
            </a:lvl1pPr>
            <a:lvl2pPr marL="372024" indent="0">
              <a:buNone/>
              <a:defRPr sz="2278"/>
            </a:lvl2pPr>
            <a:lvl3pPr marL="744047" indent="0">
              <a:buNone/>
              <a:defRPr sz="1953"/>
            </a:lvl3pPr>
            <a:lvl4pPr marL="1116071" indent="0">
              <a:buNone/>
              <a:defRPr sz="1627"/>
            </a:lvl4pPr>
            <a:lvl5pPr marL="1488095" indent="0">
              <a:buNone/>
              <a:defRPr sz="1627"/>
            </a:lvl5pPr>
            <a:lvl6pPr marL="1860118" indent="0">
              <a:buNone/>
              <a:defRPr sz="1627"/>
            </a:lvl6pPr>
            <a:lvl7pPr marL="2232142" indent="0">
              <a:buNone/>
              <a:defRPr sz="1627"/>
            </a:lvl7pPr>
            <a:lvl8pPr marL="2604165" indent="0">
              <a:buNone/>
              <a:defRPr sz="1627"/>
            </a:lvl8pPr>
            <a:lvl9pPr marL="2976189" indent="0">
              <a:buNone/>
              <a:defRPr sz="1627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674019"/>
            <a:ext cx="4063824" cy="3101327"/>
          </a:xfrm>
        </p:spPr>
        <p:txBody>
          <a:bodyPr/>
          <a:lstStyle>
            <a:lvl1pPr marL="0" indent="0">
              <a:buNone/>
              <a:defRPr sz="1302"/>
            </a:lvl1pPr>
            <a:lvl2pPr marL="372024" indent="0">
              <a:buNone/>
              <a:defRPr sz="1139"/>
            </a:lvl2pPr>
            <a:lvl3pPr marL="744047" indent="0">
              <a:buNone/>
              <a:defRPr sz="976"/>
            </a:lvl3pPr>
            <a:lvl4pPr marL="1116071" indent="0">
              <a:buNone/>
              <a:defRPr sz="814"/>
            </a:lvl4pPr>
            <a:lvl5pPr marL="1488095" indent="0">
              <a:buNone/>
              <a:defRPr sz="814"/>
            </a:lvl5pPr>
            <a:lvl6pPr marL="1860118" indent="0">
              <a:buNone/>
              <a:defRPr sz="814"/>
            </a:lvl6pPr>
            <a:lvl7pPr marL="2232142" indent="0">
              <a:buNone/>
              <a:defRPr sz="814"/>
            </a:lvl7pPr>
            <a:lvl8pPr marL="2604165" indent="0">
              <a:buNone/>
              <a:defRPr sz="814"/>
            </a:lvl8pPr>
            <a:lvl9pPr marL="2976189" indent="0">
              <a:buNone/>
              <a:defRPr sz="81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67636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05296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297087"/>
            <a:ext cx="2716872" cy="472884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49" y="297087"/>
            <a:ext cx="7993117" cy="472884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2163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456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297087"/>
            <a:ext cx="10867490" cy="1078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1485433"/>
            <a:ext cx="10867490" cy="3540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5171892"/>
            <a:ext cx="2834997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5171892"/>
            <a:ext cx="4252496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5171892"/>
            <a:ext cx="2834997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702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</p:sldLayoutIdLst>
  <p:hf sldNum="0" hdr="0" ftr="0" dt="0"/>
  <p:txStyles>
    <p:titleStyle>
      <a:lvl1pPr algn="l" defTabSz="744047" rtl="0" eaLnBrk="1" latinLnBrk="0" hangingPunct="1">
        <a:lnSpc>
          <a:spcPct val="90000"/>
        </a:lnSpc>
        <a:spcBef>
          <a:spcPct val="0"/>
        </a:spcBef>
        <a:buNone/>
        <a:defRPr sz="35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6012" indent="-186012" algn="l" defTabSz="744047" rtl="0" eaLnBrk="1" latinLnBrk="0" hangingPunct="1">
        <a:lnSpc>
          <a:spcPct val="90000"/>
        </a:lnSpc>
        <a:spcBef>
          <a:spcPts val="814"/>
        </a:spcBef>
        <a:buFont typeface="Arial" panose="020B0604020202020204" pitchFamily="34" charset="0"/>
        <a:buChar char="•"/>
        <a:defRPr sz="2278" kern="1200">
          <a:solidFill>
            <a:schemeClr val="tx1"/>
          </a:solidFill>
          <a:latin typeface="+mn-lt"/>
          <a:ea typeface="+mn-ea"/>
          <a:cs typeface="+mn-cs"/>
        </a:defRPr>
      </a:lvl1pPr>
      <a:lvl2pPr marL="558035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953" kern="1200">
          <a:solidFill>
            <a:schemeClr val="tx1"/>
          </a:solidFill>
          <a:latin typeface="+mn-lt"/>
          <a:ea typeface="+mn-ea"/>
          <a:cs typeface="+mn-cs"/>
        </a:defRPr>
      </a:lvl2pPr>
      <a:lvl3pPr marL="930059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627" kern="1200">
          <a:solidFill>
            <a:schemeClr val="tx1"/>
          </a:solidFill>
          <a:latin typeface="+mn-lt"/>
          <a:ea typeface="+mn-ea"/>
          <a:cs typeface="+mn-cs"/>
        </a:defRPr>
      </a:lvl3pPr>
      <a:lvl4pPr marL="1302083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4pPr>
      <a:lvl5pPr marL="1674106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5pPr>
      <a:lvl6pPr marL="2046130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6pPr>
      <a:lvl7pPr marL="2418154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7pPr>
      <a:lvl8pPr marL="2790177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8pPr>
      <a:lvl9pPr marL="3162201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1pPr>
      <a:lvl2pPr marL="372024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2pPr>
      <a:lvl3pPr marL="744047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3pPr>
      <a:lvl4pPr marL="1116071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4pPr>
      <a:lvl5pPr marL="1488095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5pPr>
      <a:lvl6pPr marL="1860118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6pPr>
      <a:lvl7pPr marL="2232142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7pPr>
      <a:lvl8pPr marL="2604165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8pPr>
      <a:lvl9pPr marL="2976189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2056-E32C-0F52-059E-9DE5A9FE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feil: nach rechts 1">
            <a:extLst>
              <a:ext uri="{FF2B5EF4-FFF2-40B4-BE49-F238E27FC236}">
                <a16:creationId xmlns:a16="http://schemas.microsoft.com/office/drawing/2014/main" id="{9D387C80-DCD9-7FCE-3ABB-31E52AFE48AB}"/>
              </a:ext>
            </a:extLst>
          </p:cNvPr>
          <p:cNvSpPr/>
          <p:nvPr/>
        </p:nvSpPr>
        <p:spPr>
          <a:xfrm>
            <a:off x="5161702" y="2658658"/>
            <a:ext cx="468000" cy="36000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6C90BF0-D6F3-AD30-916C-2B7B174C4A01}"/>
              </a:ext>
            </a:extLst>
          </p:cNvPr>
          <p:cNvSpPr txBox="1"/>
          <p:nvPr/>
        </p:nvSpPr>
        <p:spPr>
          <a:xfrm>
            <a:off x="5441189" y="-51"/>
            <a:ext cx="28795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Visualization of distributions per group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7108F5C-A698-DB81-B07B-26AA76FA7615}"/>
              </a:ext>
            </a:extLst>
          </p:cNvPr>
          <p:cNvSpPr txBox="1"/>
          <p:nvPr/>
        </p:nvSpPr>
        <p:spPr>
          <a:xfrm>
            <a:off x="8989612" y="-1"/>
            <a:ext cx="34795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Two-stage testing approach </a:t>
            </a:r>
          </a:p>
          <a:p>
            <a:pPr algn="ctr"/>
            <a:r>
              <a:rPr lang="en-US" sz="2200" dirty="0"/>
              <a:t>(one test per genus)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6" name="Textfeld 785">
                <a:extLst>
                  <a:ext uri="{FF2B5EF4-FFF2-40B4-BE49-F238E27FC236}">
                    <a16:creationId xmlns:a16="http://schemas.microsoft.com/office/drawing/2014/main" id="{2E377AD5-7263-04B8-8C79-66D44F1D25E1}"/>
                  </a:ext>
                </a:extLst>
              </p:cNvPr>
              <p:cNvSpPr txBox="1"/>
              <p:nvPr/>
            </p:nvSpPr>
            <p:spPr>
              <a:xfrm>
                <a:off x="9106905" y="990593"/>
                <a:ext cx="3244928" cy="45550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000" b="1" dirty="0"/>
                  <a:t>Hypotheses:</a:t>
                </a:r>
              </a:p>
              <a:p>
                <a:r>
                  <a:rPr lang="de-DE" sz="500" b="1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de-DE" sz="20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dirty="0"/>
                  <a:t> </a:t>
                </a:r>
                <a:r>
                  <a:rPr lang="de-DE" sz="2000" dirty="0" err="1"/>
                  <a:t>No</a:t>
                </a:r>
                <a:r>
                  <a:rPr lang="de-DE" sz="2000" dirty="0"/>
                  <a:t> </a:t>
                </a:r>
                <a:r>
                  <a:rPr lang="de-DE" sz="2000" dirty="0" err="1"/>
                  <a:t>group</a:t>
                </a:r>
                <a:r>
                  <a:rPr lang="de-DE" sz="2000" dirty="0"/>
                  <a:t> </a:t>
                </a:r>
                <a:r>
                  <a:rPr lang="de-DE" sz="2000" dirty="0" err="1"/>
                  <a:t>difference</a:t>
                </a:r>
                <a:r>
                  <a:rPr lang="de-DE" sz="2000" dirty="0"/>
                  <a:t> in </a:t>
                </a:r>
              </a:p>
              <a:p>
                <a:r>
                  <a:rPr lang="de-DE" sz="2000" dirty="0"/>
                  <a:t>        </a:t>
                </a:r>
                <a:r>
                  <a:rPr lang="de-DE" sz="2000" dirty="0" err="1"/>
                  <a:t>distribution</a:t>
                </a:r>
                <a:r>
                  <a:rPr lang="de-DE" sz="2000" dirty="0"/>
                  <a:t> </a:t>
                </a:r>
                <a:r>
                  <a:rPr lang="de-DE" sz="2000" dirty="0" err="1"/>
                  <a:t>of</a:t>
                </a:r>
                <a:r>
                  <a:rPr lang="de-DE" sz="2000" dirty="0"/>
                  <a:t> </a:t>
                </a:r>
                <a:r>
                  <a:rPr lang="de-DE" sz="2000" dirty="0" err="1"/>
                  <a:t>genus</a:t>
                </a:r>
                <a:r>
                  <a:rPr lang="de-DE" sz="2000" dirty="0"/>
                  <a:t>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de-DE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dirty="0"/>
                  <a:t> Group difference in</a:t>
                </a:r>
              </a:p>
              <a:p>
                <a:r>
                  <a:rPr lang="en-US" sz="2000" dirty="0"/>
                  <a:t>        distribution of genus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2000" dirty="0"/>
              </a:p>
              <a:p>
                <a:r>
                  <a:rPr lang="en-US" sz="500" b="1" dirty="0"/>
                  <a:t> </a:t>
                </a:r>
              </a:p>
              <a:p>
                <a:r>
                  <a:rPr lang="en-US" sz="2000" b="1" dirty="0"/>
                  <a:t>Testing:</a:t>
                </a:r>
              </a:p>
              <a:p>
                <a:r>
                  <a:rPr lang="en-US" sz="2000" dirty="0"/>
                  <a:t>Two stage approach with the </a:t>
                </a:r>
                <a:r>
                  <a:rPr lang="en-US" sz="2000" i="1" dirty="0" err="1"/>
                  <a:t>waddR</a:t>
                </a:r>
                <a:r>
                  <a:rPr lang="en-US" sz="2000" dirty="0"/>
                  <a:t> package</a:t>
                </a:r>
              </a:p>
              <a:p>
                <a:pPr marL="342900" indent="-342900">
                  <a:buFont typeface="Century Gothic" panose="020B0502020202020204" pitchFamily="34" charset="0"/>
                  <a:buChar char="→"/>
                </a:pPr>
                <a:r>
                  <a:rPr lang="en-US" sz="2000" dirty="0"/>
                  <a:t>Separate test statistic for     zero and non-zero part</a:t>
                </a:r>
              </a:p>
              <a:p>
                <a:pPr marL="342900" indent="-342900">
                  <a:buFont typeface="Century Gothic" panose="020B0502020202020204" pitchFamily="34" charset="0"/>
                  <a:buChar char="→"/>
                </a:pPr>
                <a:r>
                  <a:rPr lang="en-US" sz="2000" dirty="0"/>
                  <a:t>Three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/>
                  <a:t>-values per genus: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Zero part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Non-zero part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Combined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/>
                  <a:t>-value</a:t>
                </a:r>
              </a:p>
            </p:txBody>
          </p:sp>
        </mc:Choice>
        <mc:Fallback>
          <p:sp>
            <p:nvSpPr>
              <p:cNvPr id="786" name="Textfeld 785">
                <a:extLst>
                  <a:ext uri="{FF2B5EF4-FFF2-40B4-BE49-F238E27FC236}">
                    <a16:creationId xmlns:a16="http://schemas.microsoft.com/office/drawing/2014/main" id="{2E377AD5-7263-04B8-8C79-66D44F1D2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6905" y="990593"/>
                <a:ext cx="3244928" cy="4555093"/>
              </a:xfrm>
              <a:prstGeom prst="rect">
                <a:avLst/>
              </a:prstGeom>
              <a:blipFill>
                <a:blip r:embed="rId2"/>
                <a:stretch>
                  <a:fillRect l="-2068" t="-668" r="-6015" b="-1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9" name="Pfeil: nach rechts 788">
            <a:extLst>
              <a:ext uri="{FF2B5EF4-FFF2-40B4-BE49-F238E27FC236}">
                <a16:creationId xmlns:a16="http://schemas.microsoft.com/office/drawing/2014/main" id="{F8586DA0-0C78-B00F-87BF-604F0750E42A}"/>
              </a:ext>
            </a:extLst>
          </p:cNvPr>
          <p:cNvSpPr/>
          <p:nvPr/>
        </p:nvSpPr>
        <p:spPr>
          <a:xfrm>
            <a:off x="8466372" y="2658658"/>
            <a:ext cx="468000" cy="36000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A0A016E8-7E1E-5814-2691-15DE9C0943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6312867"/>
                  </p:ext>
                </p:extLst>
              </p:nvPr>
            </p:nvGraphicFramePr>
            <p:xfrm>
              <a:off x="915107" y="674079"/>
              <a:ext cx="4068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5.139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1.393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2.374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-1.395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3.128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1.806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4.983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-0.506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-0.913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A0A016E8-7E1E-5814-2691-15DE9C0943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6312867"/>
                  </p:ext>
                </p:extLst>
              </p:nvPr>
            </p:nvGraphicFramePr>
            <p:xfrm>
              <a:off x="915107" y="674079"/>
              <a:ext cx="4068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0423" t="-4412" r="-300704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20423" t="-4412" r="-150704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70423" t="-4412" r="-704" b="-5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04412" r="-56900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5.139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1.393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2.374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201449" r="-569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423" t="-201449" r="-30070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23" t="-201449" r="-15070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0423" t="-201449" r="-704" b="-318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305882" r="-569000" b="-2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-1.395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3.128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1.806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405882" r="-569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423" t="-405882" r="-30070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23" t="-405882" r="-15070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0423" t="-405882" r="-704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505882" r="-569000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4.983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-0.506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-0.913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le 5">
                <a:extLst>
                  <a:ext uri="{FF2B5EF4-FFF2-40B4-BE49-F238E27FC236}">
                    <a16:creationId xmlns:a16="http://schemas.microsoft.com/office/drawing/2014/main" id="{D6FFF83D-984E-C359-401F-2E3BC9ED1D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0178127"/>
                  </p:ext>
                </p:extLst>
              </p:nvPr>
            </p:nvGraphicFramePr>
            <p:xfrm>
              <a:off x="775794" y="3404555"/>
              <a:ext cx="4212000" cy="2052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56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396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000" b="0" spc="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sz="2000" b="0" i="1" spc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spc="-30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2.278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3.847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-1.349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-1.721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2.491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1.519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3.841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1.896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2.301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le 5">
                <a:extLst>
                  <a:ext uri="{FF2B5EF4-FFF2-40B4-BE49-F238E27FC236}">
                    <a16:creationId xmlns:a16="http://schemas.microsoft.com/office/drawing/2014/main" id="{D6FFF83D-984E-C359-401F-2E3BC9ED1D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0178127"/>
                  </p:ext>
                </p:extLst>
              </p:nvPr>
            </p:nvGraphicFramePr>
            <p:xfrm>
              <a:off x="775794" y="3404555"/>
              <a:ext cx="4212000" cy="2052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56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7692" r="-458871" b="-4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2.278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3.847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-1.349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02941" r="-458871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7324" t="-102941" r="-300704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7324" t="-102941" r="-150704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7324" t="-102941" r="-704" b="-3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00000" r="-458871" b="-220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-1.721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2.491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1.519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304412" r="-458871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7324" t="-304412" r="-30070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7324" t="-304412" r="-15070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7324" t="-304412" r="-704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404412" r="-458871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3.841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1.896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2.301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Shape 46">
            <a:extLst>
              <a:ext uri="{FF2B5EF4-FFF2-40B4-BE49-F238E27FC236}">
                <a16:creationId xmlns:a16="http://schemas.microsoft.com/office/drawing/2014/main" id="{7B25E23E-2831-65BD-7CF8-8A4AD15B1287}"/>
              </a:ext>
            </a:extLst>
          </p:cNvPr>
          <p:cNvSpPr/>
          <p:nvPr/>
        </p:nvSpPr>
        <p:spPr>
          <a:xfrm>
            <a:off x="1528009" y="3287846"/>
            <a:ext cx="3459785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FB593CD-0C58-EBBE-B826-DC63B82F10AE}"/>
              </a:ext>
            </a:extLst>
          </p:cNvPr>
          <p:cNvSpPr txBox="1"/>
          <p:nvPr/>
        </p:nvSpPr>
        <p:spPr>
          <a:xfrm rot="16200000">
            <a:off x="-341789" y="1909156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rgbClr val="2E75B6"/>
                </a:solidFill>
              </a:rPr>
              <a:t>Group 1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404E94E-A779-787F-C0E0-18F674C8F321}"/>
              </a:ext>
            </a:extLst>
          </p:cNvPr>
          <p:cNvSpPr txBox="1"/>
          <p:nvPr/>
        </p:nvSpPr>
        <p:spPr>
          <a:xfrm rot="16200000">
            <a:off x="-341790" y="4213895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Group 2</a:t>
            </a:r>
          </a:p>
        </p:txBody>
      </p:sp>
      <p:sp>
        <p:nvSpPr>
          <p:cNvPr id="10" name="Geschweifte Klammer links 9">
            <a:extLst>
              <a:ext uri="{FF2B5EF4-FFF2-40B4-BE49-F238E27FC236}">
                <a16:creationId xmlns:a16="http://schemas.microsoft.com/office/drawing/2014/main" id="{BB56E88F-F121-2817-BA75-8033DD8C3ABA}"/>
              </a:ext>
            </a:extLst>
          </p:cNvPr>
          <p:cNvSpPr/>
          <p:nvPr/>
        </p:nvSpPr>
        <p:spPr>
          <a:xfrm>
            <a:off x="384324" y="1088075"/>
            <a:ext cx="118872" cy="2070094"/>
          </a:xfrm>
          <a:prstGeom prst="leftBrace">
            <a:avLst>
              <a:gd name="adj1" fmla="val 38058"/>
              <a:gd name="adj2" fmla="val 50000"/>
            </a:avLst>
          </a:prstGeom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Geschweifte Klammer links 10">
            <a:extLst>
              <a:ext uri="{FF2B5EF4-FFF2-40B4-BE49-F238E27FC236}">
                <a16:creationId xmlns:a16="http://schemas.microsoft.com/office/drawing/2014/main" id="{3F1A5930-BAA6-1BF3-5AD9-B37E5746CF7D}"/>
              </a:ext>
            </a:extLst>
          </p:cNvPr>
          <p:cNvSpPr/>
          <p:nvPr/>
        </p:nvSpPr>
        <p:spPr>
          <a:xfrm>
            <a:off x="384324" y="3405768"/>
            <a:ext cx="118872" cy="2051027"/>
          </a:xfrm>
          <a:prstGeom prst="leftBrace">
            <a:avLst>
              <a:gd name="adj1" fmla="val 38058"/>
              <a:gd name="adj2" fmla="val 50000"/>
            </a:avLst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F582B01-1430-81E8-8EF9-DE02D590A82F}"/>
              </a:ext>
            </a:extLst>
          </p:cNvPr>
          <p:cNvSpPr txBox="1"/>
          <p:nvPr/>
        </p:nvSpPr>
        <p:spPr>
          <a:xfrm>
            <a:off x="1528009" y="0"/>
            <a:ext cx="32437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CLR transformed matrix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794DA9F-DDD3-0915-56EA-C59F00DBF028}"/>
              </a:ext>
            </a:extLst>
          </p:cNvPr>
          <p:cNvSpPr txBox="1"/>
          <p:nvPr/>
        </p:nvSpPr>
        <p:spPr>
          <a:xfrm rot="16200000">
            <a:off x="-392361" y="1920909"/>
            <a:ext cx="2064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EFC3562-E5C4-E390-7D96-662082259F9A}"/>
              </a:ext>
            </a:extLst>
          </p:cNvPr>
          <p:cNvSpPr txBox="1"/>
          <p:nvPr/>
        </p:nvSpPr>
        <p:spPr>
          <a:xfrm rot="16200000">
            <a:off x="-415951" y="4194836"/>
            <a:ext cx="2123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13C3857-1A74-9648-AD52-47AD2277C3D4}"/>
              </a:ext>
            </a:extLst>
          </p:cNvPr>
          <p:cNvSpPr txBox="1"/>
          <p:nvPr/>
        </p:nvSpPr>
        <p:spPr>
          <a:xfrm>
            <a:off x="1679966" y="392711"/>
            <a:ext cx="324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Genera</a:t>
            </a:r>
          </a:p>
        </p:txBody>
      </p:sp>
      <p:sp>
        <p:nvSpPr>
          <p:cNvPr id="820" name="Freihandform: Form 819">
            <a:extLst>
              <a:ext uri="{FF2B5EF4-FFF2-40B4-BE49-F238E27FC236}">
                <a16:creationId xmlns:a16="http://schemas.microsoft.com/office/drawing/2014/main" id="{508D0DEB-6BCE-D9AA-915B-B3D7C6ED5372}"/>
              </a:ext>
            </a:extLst>
          </p:cNvPr>
          <p:cNvSpPr/>
          <p:nvPr/>
        </p:nvSpPr>
        <p:spPr>
          <a:xfrm>
            <a:off x="5623533" y="5239000"/>
            <a:ext cx="201234" cy="201337"/>
          </a:xfrm>
          <a:custGeom>
            <a:avLst/>
            <a:gdLst>
              <a:gd name="csX0" fmla="*/ 0 w 201234"/>
              <a:gd name="csY0" fmla="*/ 0 h 201337"/>
              <a:gd name="csX1" fmla="*/ 201235 w 201234"/>
              <a:gd name="csY1" fmla="*/ 0 h 201337"/>
              <a:gd name="csX2" fmla="*/ 201235 w 201234"/>
              <a:gd name="csY2" fmla="*/ 201338 h 201337"/>
              <a:gd name="csX3" fmla="*/ 0 w 201234"/>
              <a:gd name="csY3" fmla="*/ 201338 h 2013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01234" h="201337">
                <a:moveTo>
                  <a:pt x="0" y="0"/>
                </a:moveTo>
                <a:lnTo>
                  <a:pt x="201235" y="0"/>
                </a:lnTo>
                <a:lnTo>
                  <a:pt x="201235" y="201338"/>
                </a:lnTo>
                <a:lnTo>
                  <a:pt x="0" y="201338"/>
                </a:lnTo>
                <a:close/>
              </a:path>
            </a:pathLst>
          </a:custGeom>
          <a:solidFill>
            <a:srgbClr val="3683C9">
              <a:alpha val="50000"/>
            </a:srgbClr>
          </a:solidFill>
          <a:ln w="12686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21" name="Freihandform: Form 820">
            <a:extLst>
              <a:ext uri="{FF2B5EF4-FFF2-40B4-BE49-F238E27FC236}">
                <a16:creationId xmlns:a16="http://schemas.microsoft.com/office/drawing/2014/main" id="{A2F6FE7F-D917-5BDC-12F3-2891F97B08F7}"/>
              </a:ext>
            </a:extLst>
          </p:cNvPr>
          <p:cNvSpPr/>
          <p:nvPr/>
        </p:nvSpPr>
        <p:spPr>
          <a:xfrm>
            <a:off x="6909867" y="5239000"/>
            <a:ext cx="201234" cy="201337"/>
          </a:xfrm>
          <a:custGeom>
            <a:avLst/>
            <a:gdLst>
              <a:gd name="csX0" fmla="*/ 0 w 201234"/>
              <a:gd name="csY0" fmla="*/ 0 h 201337"/>
              <a:gd name="csX1" fmla="*/ 201235 w 201234"/>
              <a:gd name="csY1" fmla="*/ 0 h 201337"/>
              <a:gd name="csX2" fmla="*/ 201235 w 201234"/>
              <a:gd name="csY2" fmla="*/ 201338 h 201337"/>
              <a:gd name="csX3" fmla="*/ 0 w 201234"/>
              <a:gd name="csY3" fmla="*/ 201338 h 2013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01234" h="201337">
                <a:moveTo>
                  <a:pt x="0" y="0"/>
                </a:moveTo>
                <a:lnTo>
                  <a:pt x="201235" y="0"/>
                </a:lnTo>
                <a:lnTo>
                  <a:pt x="201235" y="201338"/>
                </a:lnTo>
                <a:lnTo>
                  <a:pt x="0" y="201338"/>
                </a:lnTo>
                <a:close/>
              </a:path>
            </a:pathLst>
          </a:custGeom>
          <a:solidFill>
            <a:srgbClr val="75B649">
              <a:alpha val="45000"/>
            </a:srgbClr>
          </a:solidFill>
          <a:ln w="12686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47" name="Textfeld 846">
            <a:extLst>
              <a:ext uri="{FF2B5EF4-FFF2-40B4-BE49-F238E27FC236}">
                <a16:creationId xmlns:a16="http://schemas.microsoft.com/office/drawing/2014/main" id="{40B40194-E875-005A-A09E-ABB503E1AE22}"/>
              </a:ext>
            </a:extLst>
          </p:cNvPr>
          <p:cNvSpPr txBox="1"/>
          <p:nvPr/>
        </p:nvSpPr>
        <p:spPr>
          <a:xfrm>
            <a:off x="5753576" y="5139613"/>
            <a:ext cx="10806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Group 1</a:t>
            </a:r>
          </a:p>
        </p:txBody>
      </p:sp>
      <p:sp>
        <p:nvSpPr>
          <p:cNvPr id="848" name="Textfeld 847">
            <a:extLst>
              <a:ext uri="{FF2B5EF4-FFF2-40B4-BE49-F238E27FC236}">
                <a16:creationId xmlns:a16="http://schemas.microsoft.com/office/drawing/2014/main" id="{A4DE86A5-C467-C362-6AFC-4D61DACDB3F0}"/>
              </a:ext>
            </a:extLst>
          </p:cNvPr>
          <p:cNvSpPr txBox="1"/>
          <p:nvPr/>
        </p:nvSpPr>
        <p:spPr>
          <a:xfrm>
            <a:off x="7057695" y="5139613"/>
            <a:ext cx="10806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Group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2" name="Textfeld 851">
                <a:extLst>
                  <a:ext uri="{FF2B5EF4-FFF2-40B4-BE49-F238E27FC236}">
                    <a16:creationId xmlns:a16="http://schemas.microsoft.com/office/drawing/2014/main" id="{57C8F39B-04B5-63EF-07CC-2F62B8B0DA71}"/>
                  </a:ext>
                </a:extLst>
              </p:cNvPr>
              <p:cNvSpPr txBox="1"/>
              <p:nvPr/>
            </p:nvSpPr>
            <p:spPr>
              <a:xfrm>
                <a:off x="6154525" y="779174"/>
                <a:ext cx="14655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2000" b="0" i="0" smtClean="0">
                          <a:latin typeface="Cambria Math" panose="02040503050406030204" pitchFamily="18" charset="0"/>
                        </a:rPr>
                        <m:t>Genu</m:t>
                      </m:r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0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de-DE" sz="2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52" name="Textfeld 851">
                <a:extLst>
                  <a:ext uri="{FF2B5EF4-FFF2-40B4-BE49-F238E27FC236}">
                    <a16:creationId xmlns:a16="http://schemas.microsoft.com/office/drawing/2014/main" id="{57C8F39B-04B5-63EF-07CC-2F62B8B0D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4525" y="779174"/>
                <a:ext cx="1465502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5" name="Textfeld 854">
                <a:extLst>
                  <a:ext uri="{FF2B5EF4-FFF2-40B4-BE49-F238E27FC236}">
                    <a16:creationId xmlns:a16="http://schemas.microsoft.com/office/drawing/2014/main" id="{4B163D4A-04C6-9EEE-B851-2548AA1C26E5}"/>
                  </a:ext>
                </a:extLst>
              </p:cNvPr>
              <p:cNvSpPr txBox="1"/>
              <p:nvPr/>
            </p:nvSpPr>
            <p:spPr>
              <a:xfrm>
                <a:off x="6154525" y="2125264"/>
                <a:ext cx="14655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2000" b="0" i="0" smtClean="0">
                          <a:latin typeface="Cambria Math" panose="02040503050406030204" pitchFamily="18" charset="0"/>
                        </a:rPr>
                        <m:t>Genu</m:t>
                      </m:r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0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20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55" name="Textfeld 854">
                <a:extLst>
                  <a:ext uri="{FF2B5EF4-FFF2-40B4-BE49-F238E27FC236}">
                    <a16:creationId xmlns:a16="http://schemas.microsoft.com/office/drawing/2014/main" id="{4B163D4A-04C6-9EEE-B851-2548AA1C2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4525" y="2125264"/>
                <a:ext cx="1465502" cy="400110"/>
              </a:xfrm>
              <a:prstGeom prst="rect">
                <a:avLst/>
              </a:prstGeom>
              <a:blipFill>
                <a:blip r:embed="rId6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6" name="Textfeld 855">
                <a:extLst>
                  <a:ext uri="{FF2B5EF4-FFF2-40B4-BE49-F238E27FC236}">
                    <a16:creationId xmlns:a16="http://schemas.microsoft.com/office/drawing/2014/main" id="{DF0B9D47-E9EA-04D1-A9E8-D29F407B22FA}"/>
                  </a:ext>
                </a:extLst>
              </p:cNvPr>
              <p:cNvSpPr txBox="1"/>
              <p:nvPr/>
            </p:nvSpPr>
            <p:spPr>
              <a:xfrm>
                <a:off x="6154525" y="3453188"/>
                <a:ext cx="1465502" cy="427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2000" b="0" i="0" smtClean="0">
                          <a:latin typeface="Cambria Math" panose="02040503050406030204" pitchFamily="18" charset="0"/>
                        </a:rPr>
                        <m:t>Genu</m:t>
                      </m:r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0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2000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56" name="Textfeld 855">
                <a:extLst>
                  <a:ext uri="{FF2B5EF4-FFF2-40B4-BE49-F238E27FC236}">
                    <a16:creationId xmlns:a16="http://schemas.microsoft.com/office/drawing/2014/main" id="{DF0B9D47-E9EA-04D1-A9E8-D29F407B2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4525" y="3453188"/>
                <a:ext cx="1465502" cy="427425"/>
              </a:xfrm>
              <a:prstGeom prst="rect">
                <a:avLst/>
              </a:prstGeom>
              <a:blipFill>
                <a:blip r:embed="rId7"/>
                <a:stretch>
                  <a:fillRect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7" name="Textfeld 856">
            <a:extLst>
              <a:ext uri="{FF2B5EF4-FFF2-40B4-BE49-F238E27FC236}">
                <a16:creationId xmlns:a16="http://schemas.microsoft.com/office/drawing/2014/main" id="{F9FC6726-EC8E-0F1B-6367-F5CFC0B70EBB}"/>
              </a:ext>
            </a:extLst>
          </p:cNvPr>
          <p:cNvSpPr txBox="1"/>
          <p:nvPr/>
        </p:nvSpPr>
        <p:spPr>
          <a:xfrm>
            <a:off x="5810546" y="4712288"/>
            <a:ext cx="2140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CLR coordinate</a:t>
            </a:r>
          </a:p>
        </p:txBody>
      </p:sp>
      <p:grpSp>
        <p:nvGrpSpPr>
          <p:cNvPr id="863" name="Grafik 858">
            <a:extLst>
              <a:ext uri="{FF2B5EF4-FFF2-40B4-BE49-F238E27FC236}">
                <a16:creationId xmlns:a16="http://schemas.microsoft.com/office/drawing/2014/main" id="{30AAB091-4F1D-6FF0-5054-9AACBF588827}"/>
              </a:ext>
            </a:extLst>
          </p:cNvPr>
          <p:cNvGrpSpPr/>
          <p:nvPr/>
        </p:nvGrpSpPr>
        <p:grpSpPr>
          <a:xfrm>
            <a:off x="6028034" y="1080051"/>
            <a:ext cx="1777317" cy="1008000"/>
            <a:chOff x="13698653" y="255661"/>
            <a:chExt cx="1777317" cy="1242830"/>
          </a:xfrm>
        </p:grpSpPr>
        <p:sp>
          <p:nvSpPr>
            <p:cNvPr id="864" name="Freihandform: Form 863">
              <a:extLst>
                <a:ext uri="{FF2B5EF4-FFF2-40B4-BE49-F238E27FC236}">
                  <a16:creationId xmlns:a16="http://schemas.microsoft.com/office/drawing/2014/main" id="{E3CBDA6E-5749-EA5B-DF90-186640198693}"/>
                </a:ext>
              </a:extLst>
            </p:cNvPr>
            <p:cNvSpPr/>
            <p:nvPr/>
          </p:nvSpPr>
          <p:spPr>
            <a:xfrm>
              <a:off x="13698653" y="1442022"/>
              <a:ext cx="1777317" cy="12692"/>
            </a:xfrm>
            <a:custGeom>
              <a:avLst/>
              <a:gdLst>
                <a:gd name="csX0" fmla="*/ -11 w 1777317"/>
                <a:gd name="csY0" fmla="*/ -27 h 12692"/>
                <a:gd name="csX1" fmla="*/ 1777307 w 1777317"/>
                <a:gd name="csY1" fmla="*/ -27 h 12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77317" h="12692">
                  <a:moveTo>
                    <a:pt x="-11" y="-27"/>
                  </a:moveTo>
                  <a:lnTo>
                    <a:pt x="1777307" y="-27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5" name="Freihandform: Form 864">
              <a:extLst>
                <a:ext uri="{FF2B5EF4-FFF2-40B4-BE49-F238E27FC236}">
                  <a16:creationId xmlns:a16="http://schemas.microsoft.com/office/drawing/2014/main" id="{5BB499CF-1CD1-F0C9-1B20-011548D45937}"/>
                </a:ext>
              </a:extLst>
            </p:cNvPr>
            <p:cNvSpPr/>
            <p:nvPr/>
          </p:nvSpPr>
          <p:spPr>
            <a:xfrm>
              <a:off x="13698653" y="1136669"/>
              <a:ext cx="1777317" cy="12692"/>
            </a:xfrm>
            <a:custGeom>
              <a:avLst/>
              <a:gdLst>
                <a:gd name="csX0" fmla="*/ -11 w 1777317"/>
                <a:gd name="csY0" fmla="*/ -27 h 12692"/>
                <a:gd name="csX1" fmla="*/ 1777307 w 1777317"/>
                <a:gd name="csY1" fmla="*/ -27 h 12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77317" h="12692">
                  <a:moveTo>
                    <a:pt x="-11" y="-27"/>
                  </a:moveTo>
                  <a:lnTo>
                    <a:pt x="1777307" y="-27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6" name="Freihandform: Form 865">
              <a:extLst>
                <a:ext uri="{FF2B5EF4-FFF2-40B4-BE49-F238E27FC236}">
                  <a16:creationId xmlns:a16="http://schemas.microsoft.com/office/drawing/2014/main" id="{5778892E-C064-3BB4-42F9-F63025D3AA54}"/>
                </a:ext>
              </a:extLst>
            </p:cNvPr>
            <p:cNvSpPr/>
            <p:nvPr/>
          </p:nvSpPr>
          <p:spPr>
            <a:xfrm>
              <a:off x="13698653" y="831266"/>
              <a:ext cx="1777317" cy="12692"/>
            </a:xfrm>
            <a:custGeom>
              <a:avLst/>
              <a:gdLst>
                <a:gd name="csX0" fmla="*/ -11 w 1777317"/>
                <a:gd name="csY0" fmla="*/ -27 h 12692"/>
                <a:gd name="csX1" fmla="*/ 1777307 w 1777317"/>
                <a:gd name="csY1" fmla="*/ -27 h 12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77317" h="12692">
                  <a:moveTo>
                    <a:pt x="-11" y="-27"/>
                  </a:moveTo>
                  <a:lnTo>
                    <a:pt x="1777307" y="-27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7" name="Freihandform: Form 866">
              <a:extLst>
                <a:ext uri="{FF2B5EF4-FFF2-40B4-BE49-F238E27FC236}">
                  <a16:creationId xmlns:a16="http://schemas.microsoft.com/office/drawing/2014/main" id="{7250F56B-716A-46EA-FEB8-F9DDAA93C3AA}"/>
                </a:ext>
              </a:extLst>
            </p:cNvPr>
            <p:cNvSpPr/>
            <p:nvPr/>
          </p:nvSpPr>
          <p:spPr>
            <a:xfrm>
              <a:off x="13698653" y="525913"/>
              <a:ext cx="1777317" cy="12692"/>
            </a:xfrm>
            <a:custGeom>
              <a:avLst/>
              <a:gdLst>
                <a:gd name="csX0" fmla="*/ -11 w 1777317"/>
                <a:gd name="csY0" fmla="*/ -27 h 12692"/>
                <a:gd name="csX1" fmla="*/ 1777307 w 1777317"/>
                <a:gd name="csY1" fmla="*/ -27 h 12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77317" h="12692">
                  <a:moveTo>
                    <a:pt x="-11" y="-27"/>
                  </a:moveTo>
                  <a:lnTo>
                    <a:pt x="1777307" y="-27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8" name="Freihandform: Form 867">
              <a:extLst>
                <a:ext uri="{FF2B5EF4-FFF2-40B4-BE49-F238E27FC236}">
                  <a16:creationId xmlns:a16="http://schemas.microsoft.com/office/drawing/2014/main" id="{69F48C6A-29A2-74A0-97BC-0481C4293465}"/>
                </a:ext>
              </a:extLst>
            </p:cNvPr>
            <p:cNvSpPr/>
            <p:nvPr/>
          </p:nvSpPr>
          <p:spPr>
            <a:xfrm>
              <a:off x="13699248" y="255661"/>
              <a:ext cx="12685" cy="1242830"/>
            </a:xfrm>
            <a:custGeom>
              <a:avLst/>
              <a:gdLst>
                <a:gd name="csX0" fmla="*/ -11 w 12685"/>
                <a:gd name="csY0" fmla="*/ 1242804 h 1242830"/>
                <a:gd name="csX1" fmla="*/ -11 w 12685"/>
                <a:gd name="csY1" fmla="*/ -27 h 124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685" h="1242830">
                  <a:moveTo>
                    <a:pt x="-11" y="1242804"/>
                  </a:moveTo>
                  <a:lnTo>
                    <a:pt x="-11" y="-27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9" name="Freihandform: Form 868">
              <a:extLst>
                <a:ext uri="{FF2B5EF4-FFF2-40B4-BE49-F238E27FC236}">
                  <a16:creationId xmlns:a16="http://schemas.microsoft.com/office/drawing/2014/main" id="{67C2EA14-2FBB-106B-B2C9-C89BA2590D1C}"/>
                </a:ext>
              </a:extLst>
            </p:cNvPr>
            <p:cNvSpPr/>
            <p:nvPr/>
          </p:nvSpPr>
          <p:spPr>
            <a:xfrm>
              <a:off x="14038983" y="255661"/>
              <a:ext cx="12685" cy="1242830"/>
            </a:xfrm>
            <a:custGeom>
              <a:avLst/>
              <a:gdLst>
                <a:gd name="csX0" fmla="*/ -11 w 12685"/>
                <a:gd name="csY0" fmla="*/ 1242804 h 1242830"/>
                <a:gd name="csX1" fmla="*/ -11 w 12685"/>
                <a:gd name="csY1" fmla="*/ -27 h 124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685" h="1242830">
                  <a:moveTo>
                    <a:pt x="-11" y="1242804"/>
                  </a:moveTo>
                  <a:lnTo>
                    <a:pt x="-11" y="-27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0" name="Freihandform: Form 869">
              <a:extLst>
                <a:ext uri="{FF2B5EF4-FFF2-40B4-BE49-F238E27FC236}">
                  <a16:creationId xmlns:a16="http://schemas.microsoft.com/office/drawing/2014/main" id="{26D6E1D0-975F-8EB8-56C4-1B3D2ED0CF7C}"/>
                </a:ext>
              </a:extLst>
            </p:cNvPr>
            <p:cNvSpPr/>
            <p:nvPr/>
          </p:nvSpPr>
          <p:spPr>
            <a:xfrm>
              <a:off x="14378669" y="255661"/>
              <a:ext cx="12685" cy="1242830"/>
            </a:xfrm>
            <a:custGeom>
              <a:avLst/>
              <a:gdLst>
                <a:gd name="csX0" fmla="*/ -11 w 12685"/>
                <a:gd name="csY0" fmla="*/ 1242804 h 1242830"/>
                <a:gd name="csX1" fmla="*/ -11 w 12685"/>
                <a:gd name="csY1" fmla="*/ -27 h 124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685" h="1242830">
                  <a:moveTo>
                    <a:pt x="-11" y="1242804"/>
                  </a:moveTo>
                  <a:lnTo>
                    <a:pt x="-11" y="-27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1" name="Freihandform: Form 870">
              <a:extLst>
                <a:ext uri="{FF2B5EF4-FFF2-40B4-BE49-F238E27FC236}">
                  <a16:creationId xmlns:a16="http://schemas.microsoft.com/office/drawing/2014/main" id="{E8BEF1E6-A8F5-71E1-29A6-3ED46D29F026}"/>
                </a:ext>
              </a:extLst>
            </p:cNvPr>
            <p:cNvSpPr/>
            <p:nvPr/>
          </p:nvSpPr>
          <p:spPr>
            <a:xfrm>
              <a:off x="14718404" y="255661"/>
              <a:ext cx="12685" cy="1242830"/>
            </a:xfrm>
            <a:custGeom>
              <a:avLst/>
              <a:gdLst>
                <a:gd name="csX0" fmla="*/ -11 w 12685"/>
                <a:gd name="csY0" fmla="*/ 1242804 h 1242830"/>
                <a:gd name="csX1" fmla="*/ -11 w 12685"/>
                <a:gd name="csY1" fmla="*/ -27 h 124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685" h="1242830">
                  <a:moveTo>
                    <a:pt x="-11" y="1242804"/>
                  </a:moveTo>
                  <a:lnTo>
                    <a:pt x="-11" y="-27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2" name="Freihandform: Form 871">
              <a:extLst>
                <a:ext uri="{FF2B5EF4-FFF2-40B4-BE49-F238E27FC236}">
                  <a16:creationId xmlns:a16="http://schemas.microsoft.com/office/drawing/2014/main" id="{6F856A77-791D-FEF8-BB6D-B4174E55EDF8}"/>
                </a:ext>
              </a:extLst>
            </p:cNvPr>
            <p:cNvSpPr/>
            <p:nvPr/>
          </p:nvSpPr>
          <p:spPr>
            <a:xfrm>
              <a:off x="15058139" y="255661"/>
              <a:ext cx="12685" cy="1242830"/>
            </a:xfrm>
            <a:custGeom>
              <a:avLst/>
              <a:gdLst>
                <a:gd name="csX0" fmla="*/ -11 w 12685"/>
                <a:gd name="csY0" fmla="*/ 1242804 h 1242830"/>
                <a:gd name="csX1" fmla="*/ -11 w 12685"/>
                <a:gd name="csY1" fmla="*/ -27 h 124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685" h="1242830">
                  <a:moveTo>
                    <a:pt x="-11" y="1242804"/>
                  </a:moveTo>
                  <a:lnTo>
                    <a:pt x="-11" y="-27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3" name="Freihandform: Form 872">
              <a:extLst>
                <a:ext uri="{FF2B5EF4-FFF2-40B4-BE49-F238E27FC236}">
                  <a16:creationId xmlns:a16="http://schemas.microsoft.com/office/drawing/2014/main" id="{08349BCC-56BF-EE4E-EB80-EA2BEFFE8C3E}"/>
                </a:ext>
              </a:extLst>
            </p:cNvPr>
            <p:cNvSpPr/>
            <p:nvPr/>
          </p:nvSpPr>
          <p:spPr>
            <a:xfrm>
              <a:off x="15397875" y="255661"/>
              <a:ext cx="12685" cy="1242830"/>
            </a:xfrm>
            <a:custGeom>
              <a:avLst/>
              <a:gdLst>
                <a:gd name="csX0" fmla="*/ -11 w 12685"/>
                <a:gd name="csY0" fmla="*/ 1242804 h 1242830"/>
                <a:gd name="csX1" fmla="*/ -11 w 12685"/>
                <a:gd name="csY1" fmla="*/ -27 h 124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685" h="1242830">
                  <a:moveTo>
                    <a:pt x="-11" y="1242804"/>
                  </a:moveTo>
                  <a:lnTo>
                    <a:pt x="-11" y="-27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4" name="Freihandform: Form 873">
              <a:extLst>
                <a:ext uri="{FF2B5EF4-FFF2-40B4-BE49-F238E27FC236}">
                  <a16:creationId xmlns:a16="http://schemas.microsoft.com/office/drawing/2014/main" id="{A1412082-793E-08CB-57F9-A82577D3165A}"/>
                </a:ext>
              </a:extLst>
            </p:cNvPr>
            <p:cNvSpPr/>
            <p:nvPr/>
          </p:nvSpPr>
          <p:spPr>
            <a:xfrm>
              <a:off x="13779474" y="1411482"/>
              <a:ext cx="53864" cy="30540"/>
            </a:xfrm>
            <a:custGeom>
              <a:avLst/>
              <a:gdLst>
                <a:gd name="csX0" fmla="*/ -391 w 53864"/>
                <a:gd name="csY0" fmla="*/ 42 h 30540"/>
                <a:gd name="csX1" fmla="*/ 53473 w 53864"/>
                <a:gd name="csY1" fmla="*/ 42 h 30540"/>
                <a:gd name="csX2" fmla="*/ 53473 w 53864"/>
                <a:gd name="csY2" fmla="*/ 30582 h 30540"/>
                <a:gd name="csX3" fmla="*/ -391 w 53864"/>
                <a:gd name="csY3" fmla="*/ 30582 h 305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30540">
                  <a:moveTo>
                    <a:pt x="-391" y="42"/>
                  </a:moveTo>
                  <a:lnTo>
                    <a:pt x="53473" y="42"/>
                  </a:lnTo>
                  <a:lnTo>
                    <a:pt x="53473" y="30582"/>
                  </a:lnTo>
                  <a:lnTo>
                    <a:pt x="-391" y="30582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5" name="Freihandform: Form 874">
              <a:extLst>
                <a:ext uri="{FF2B5EF4-FFF2-40B4-BE49-F238E27FC236}">
                  <a16:creationId xmlns:a16="http://schemas.microsoft.com/office/drawing/2014/main" id="{70FEF33F-AE81-0244-5EC4-5A0C8997D7B1}"/>
                </a:ext>
              </a:extLst>
            </p:cNvPr>
            <p:cNvSpPr/>
            <p:nvPr/>
          </p:nvSpPr>
          <p:spPr>
            <a:xfrm>
              <a:off x="13833288" y="1151939"/>
              <a:ext cx="53864" cy="290082"/>
            </a:xfrm>
            <a:custGeom>
              <a:avLst/>
              <a:gdLst>
                <a:gd name="csX0" fmla="*/ -391 w 53864"/>
                <a:gd name="csY0" fmla="*/ 42 h 290082"/>
                <a:gd name="csX1" fmla="*/ 53473 w 53864"/>
                <a:gd name="csY1" fmla="*/ 42 h 290082"/>
                <a:gd name="csX2" fmla="*/ 53473 w 53864"/>
                <a:gd name="csY2" fmla="*/ 290125 h 290082"/>
                <a:gd name="csX3" fmla="*/ -391 w 53864"/>
                <a:gd name="csY3" fmla="*/ 290125 h 2900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290082">
                  <a:moveTo>
                    <a:pt x="-391" y="42"/>
                  </a:moveTo>
                  <a:lnTo>
                    <a:pt x="53473" y="42"/>
                  </a:lnTo>
                  <a:lnTo>
                    <a:pt x="53473" y="290125"/>
                  </a:lnTo>
                  <a:lnTo>
                    <a:pt x="-391" y="290125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6" name="Freihandform: Form 875">
              <a:extLst>
                <a:ext uri="{FF2B5EF4-FFF2-40B4-BE49-F238E27FC236}">
                  <a16:creationId xmlns:a16="http://schemas.microsoft.com/office/drawing/2014/main" id="{1489F947-0B98-245A-24B8-A73842D6915D}"/>
                </a:ext>
              </a:extLst>
            </p:cNvPr>
            <p:cNvSpPr/>
            <p:nvPr/>
          </p:nvSpPr>
          <p:spPr>
            <a:xfrm>
              <a:off x="13887153" y="1045048"/>
              <a:ext cx="53864" cy="396973"/>
            </a:xfrm>
            <a:custGeom>
              <a:avLst/>
              <a:gdLst>
                <a:gd name="csX0" fmla="*/ -391 w 53864"/>
                <a:gd name="csY0" fmla="*/ 42 h 396973"/>
                <a:gd name="csX1" fmla="*/ 53473 w 53864"/>
                <a:gd name="csY1" fmla="*/ 42 h 396973"/>
                <a:gd name="csX2" fmla="*/ 53473 w 53864"/>
                <a:gd name="csY2" fmla="*/ 397016 h 396973"/>
                <a:gd name="csX3" fmla="*/ -391 w 53864"/>
                <a:gd name="csY3" fmla="*/ 397016 h 3969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396973">
                  <a:moveTo>
                    <a:pt x="-391" y="42"/>
                  </a:moveTo>
                  <a:lnTo>
                    <a:pt x="53473" y="42"/>
                  </a:lnTo>
                  <a:lnTo>
                    <a:pt x="53473" y="397016"/>
                  </a:lnTo>
                  <a:lnTo>
                    <a:pt x="-391" y="397016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7" name="Freihandform: Form 876">
              <a:extLst>
                <a:ext uri="{FF2B5EF4-FFF2-40B4-BE49-F238E27FC236}">
                  <a16:creationId xmlns:a16="http://schemas.microsoft.com/office/drawing/2014/main" id="{F5FDFEC5-28F7-13E0-397A-743DF0B1E4D2}"/>
                </a:ext>
              </a:extLst>
            </p:cNvPr>
            <p:cNvSpPr/>
            <p:nvPr/>
          </p:nvSpPr>
          <p:spPr>
            <a:xfrm>
              <a:off x="13941017" y="1411482"/>
              <a:ext cx="53864" cy="30540"/>
            </a:xfrm>
            <a:custGeom>
              <a:avLst/>
              <a:gdLst>
                <a:gd name="csX0" fmla="*/ -391 w 53864"/>
                <a:gd name="csY0" fmla="*/ 42 h 30540"/>
                <a:gd name="csX1" fmla="*/ 53473 w 53864"/>
                <a:gd name="csY1" fmla="*/ 42 h 30540"/>
                <a:gd name="csX2" fmla="*/ 53473 w 53864"/>
                <a:gd name="csY2" fmla="*/ 30582 h 30540"/>
                <a:gd name="csX3" fmla="*/ -391 w 53864"/>
                <a:gd name="csY3" fmla="*/ 30582 h 305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30540">
                  <a:moveTo>
                    <a:pt x="-391" y="42"/>
                  </a:moveTo>
                  <a:lnTo>
                    <a:pt x="53473" y="42"/>
                  </a:lnTo>
                  <a:lnTo>
                    <a:pt x="53473" y="30582"/>
                  </a:lnTo>
                  <a:lnTo>
                    <a:pt x="-391" y="30582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8" name="Freihandform: Form 877">
              <a:extLst>
                <a:ext uri="{FF2B5EF4-FFF2-40B4-BE49-F238E27FC236}">
                  <a16:creationId xmlns:a16="http://schemas.microsoft.com/office/drawing/2014/main" id="{88868195-C8E6-DC44-68C1-FCCB8A52567E}"/>
                </a:ext>
              </a:extLst>
            </p:cNvPr>
            <p:cNvSpPr/>
            <p:nvPr/>
          </p:nvSpPr>
          <p:spPr>
            <a:xfrm>
              <a:off x="14156473" y="1426752"/>
              <a:ext cx="53864" cy="15270"/>
            </a:xfrm>
            <a:custGeom>
              <a:avLst/>
              <a:gdLst>
                <a:gd name="csX0" fmla="*/ -391 w 53864"/>
                <a:gd name="csY0" fmla="*/ 42 h 15270"/>
                <a:gd name="csX1" fmla="*/ 53473 w 53864"/>
                <a:gd name="csY1" fmla="*/ 42 h 15270"/>
                <a:gd name="csX2" fmla="*/ 53473 w 53864"/>
                <a:gd name="csY2" fmla="*/ 15312 h 15270"/>
                <a:gd name="csX3" fmla="*/ -391 w 53864"/>
                <a:gd name="csY3" fmla="*/ 15312 h 152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5270">
                  <a:moveTo>
                    <a:pt x="-391" y="42"/>
                  </a:moveTo>
                  <a:lnTo>
                    <a:pt x="53473" y="42"/>
                  </a:lnTo>
                  <a:lnTo>
                    <a:pt x="53473" y="15312"/>
                  </a:lnTo>
                  <a:lnTo>
                    <a:pt x="-391" y="15312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9" name="Freihandform: Form 878">
              <a:extLst>
                <a:ext uri="{FF2B5EF4-FFF2-40B4-BE49-F238E27FC236}">
                  <a16:creationId xmlns:a16="http://schemas.microsoft.com/office/drawing/2014/main" id="{AD39975A-FD56-5CA3-4897-C15AF895CDF3}"/>
                </a:ext>
              </a:extLst>
            </p:cNvPr>
            <p:cNvSpPr/>
            <p:nvPr/>
          </p:nvSpPr>
          <p:spPr>
            <a:xfrm>
              <a:off x="14210337" y="1426752"/>
              <a:ext cx="53864" cy="15270"/>
            </a:xfrm>
            <a:custGeom>
              <a:avLst/>
              <a:gdLst>
                <a:gd name="csX0" fmla="*/ -391 w 53864"/>
                <a:gd name="csY0" fmla="*/ 42 h 15270"/>
                <a:gd name="csX1" fmla="*/ 53473 w 53864"/>
                <a:gd name="csY1" fmla="*/ 42 h 15270"/>
                <a:gd name="csX2" fmla="*/ 53473 w 53864"/>
                <a:gd name="csY2" fmla="*/ 15312 h 15270"/>
                <a:gd name="csX3" fmla="*/ -391 w 53864"/>
                <a:gd name="csY3" fmla="*/ 15312 h 152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5270">
                  <a:moveTo>
                    <a:pt x="-391" y="42"/>
                  </a:moveTo>
                  <a:lnTo>
                    <a:pt x="53473" y="42"/>
                  </a:lnTo>
                  <a:lnTo>
                    <a:pt x="53473" y="15312"/>
                  </a:lnTo>
                  <a:lnTo>
                    <a:pt x="-391" y="15312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0" name="Freihandform: Form 879">
              <a:extLst>
                <a:ext uri="{FF2B5EF4-FFF2-40B4-BE49-F238E27FC236}">
                  <a16:creationId xmlns:a16="http://schemas.microsoft.com/office/drawing/2014/main" id="{46D359B6-794E-E477-313B-A1C8C83B383A}"/>
                </a:ext>
              </a:extLst>
            </p:cNvPr>
            <p:cNvSpPr/>
            <p:nvPr/>
          </p:nvSpPr>
          <p:spPr>
            <a:xfrm>
              <a:off x="14264152" y="1380941"/>
              <a:ext cx="53864" cy="61080"/>
            </a:xfrm>
            <a:custGeom>
              <a:avLst/>
              <a:gdLst>
                <a:gd name="csX0" fmla="*/ -391 w 53864"/>
                <a:gd name="csY0" fmla="*/ 42 h 61080"/>
                <a:gd name="csX1" fmla="*/ 53473 w 53864"/>
                <a:gd name="csY1" fmla="*/ 42 h 61080"/>
                <a:gd name="csX2" fmla="*/ 53473 w 53864"/>
                <a:gd name="csY2" fmla="*/ 61122 h 61080"/>
                <a:gd name="csX3" fmla="*/ -391 w 53864"/>
                <a:gd name="csY3" fmla="*/ 61122 h 61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61080">
                  <a:moveTo>
                    <a:pt x="-391" y="42"/>
                  </a:moveTo>
                  <a:lnTo>
                    <a:pt x="53473" y="42"/>
                  </a:lnTo>
                  <a:lnTo>
                    <a:pt x="53473" y="61122"/>
                  </a:lnTo>
                  <a:lnTo>
                    <a:pt x="-391" y="61122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1" name="Freihandform: Form 880">
              <a:extLst>
                <a:ext uri="{FF2B5EF4-FFF2-40B4-BE49-F238E27FC236}">
                  <a16:creationId xmlns:a16="http://schemas.microsoft.com/office/drawing/2014/main" id="{67D23763-2EF9-D4A5-7092-69503866F5EF}"/>
                </a:ext>
              </a:extLst>
            </p:cNvPr>
            <p:cNvSpPr/>
            <p:nvPr/>
          </p:nvSpPr>
          <p:spPr>
            <a:xfrm>
              <a:off x="14318016" y="1365671"/>
              <a:ext cx="53864" cy="76350"/>
            </a:xfrm>
            <a:custGeom>
              <a:avLst/>
              <a:gdLst>
                <a:gd name="csX0" fmla="*/ -391 w 53864"/>
                <a:gd name="csY0" fmla="*/ 42 h 76350"/>
                <a:gd name="csX1" fmla="*/ 53473 w 53864"/>
                <a:gd name="csY1" fmla="*/ 42 h 76350"/>
                <a:gd name="csX2" fmla="*/ 53473 w 53864"/>
                <a:gd name="csY2" fmla="*/ 76392 h 76350"/>
                <a:gd name="csX3" fmla="*/ -391 w 53864"/>
                <a:gd name="csY3" fmla="*/ 76392 h 76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76350">
                  <a:moveTo>
                    <a:pt x="-391" y="42"/>
                  </a:moveTo>
                  <a:lnTo>
                    <a:pt x="53473" y="42"/>
                  </a:lnTo>
                  <a:lnTo>
                    <a:pt x="53473" y="76392"/>
                  </a:lnTo>
                  <a:lnTo>
                    <a:pt x="-391" y="76392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2" name="Freihandform: Form 881">
              <a:extLst>
                <a:ext uri="{FF2B5EF4-FFF2-40B4-BE49-F238E27FC236}">
                  <a16:creationId xmlns:a16="http://schemas.microsoft.com/office/drawing/2014/main" id="{447FFC32-BE1B-0F41-DF9D-938D3CB73ED7}"/>
                </a:ext>
              </a:extLst>
            </p:cNvPr>
            <p:cNvSpPr/>
            <p:nvPr/>
          </p:nvSpPr>
          <p:spPr>
            <a:xfrm>
              <a:off x="14371880" y="1335131"/>
              <a:ext cx="53864" cy="106890"/>
            </a:xfrm>
            <a:custGeom>
              <a:avLst/>
              <a:gdLst>
                <a:gd name="csX0" fmla="*/ -391 w 53864"/>
                <a:gd name="csY0" fmla="*/ 42 h 106890"/>
                <a:gd name="csX1" fmla="*/ 53473 w 53864"/>
                <a:gd name="csY1" fmla="*/ 42 h 106890"/>
                <a:gd name="csX2" fmla="*/ 53473 w 53864"/>
                <a:gd name="csY2" fmla="*/ 106933 h 106890"/>
                <a:gd name="csX3" fmla="*/ -391 w 53864"/>
                <a:gd name="csY3" fmla="*/ 106933 h 1068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06890">
                  <a:moveTo>
                    <a:pt x="-391" y="42"/>
                  </a:moveTo>
                  <a:lnTo>
                    <a:pt x="53473" y="42"/>
                  </a:lnTo>
                  <a:lnTo>
                    <a:pt x="53473" y="106933"/>
                  </a:lnTo>
                  <a:lnTo>
                    <a:pt x="-391" y="10693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3" name="Freihandform: Form 882">
              <a:extLst>
                <a:ext uri="{FF2B5EF4-FFF2-40B4-BE49-F238E27FC236}">
                  <a16:creationId xmlns:a16="http://schemas.microsoft.com/office/drawing/2014/main" id="{90168C53-E372-C8D5-B3B4-FFA63E3C30AD}"/>
                </a:ext>
              </a:extLst>
            </p:cNvPr>
            <p:cNvSpPr/>
            <p:nvPr/>
          </p:nvSpPr>
          <p:spPr>
            <a:xfrm>
              <a:off x="14425744" y="1289321"/>
              <a:ext cx="53864" cy="152701"/>
            </a:xfrm>
            <a:custGeom>
              <a:avLst/>
              <a:gdLst>
                <a:gd name="csX0" fmla="*/ -391 w 53864"/>
                <a:gd name="csY0" fmla="*/ 42 h 152701"/>
                <a:gd name="csX1" fmla="*/ 53473 w 53864"/>
                <a:gd name="csY1" fmla="*/ 42 h 152701"/>
                <a:gd name="csX2" fmla="*/ 53473 w 53864"/>
                <a:gd name="csY2" fmla="*/ 152743 h 152701"/>
                <a:gd name="csX3" fmla="*/ -391 w 53864"/>
                <a:gd name="csY3" fmla="*/ 152743 h 1527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52701">
                  <a:moveTo>
                    <a:pt x="-391" y="42"/>
                  </a:moveTo>
                  <a:lnTo>
                    <a:pt x="53473" y="42"/>
                  </a:lnTo>
                  <a:lnTo>
                    <a:pt x="53473" y="152743"/>
                  </a:lnTo>
                  <a:lnTo>
                    <a:pt x="-391" y="15274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4" name="Freihandform: Form 883">
              <a:extLst>
                <a:ext uri="{FF2B5EF4-FFF2-40B4-BE49-F238E27FC236}">
                  <a16:creationId xmlns:a16="http://schemas.microsoft.com/office/drawing/2014/main" id="{8C572802-60B6-6C8C-3185-B6539B882A76}"/>
                </a:ext>
              </a:extLst>
            </p:cNvPr>
            <p:cNvSpPr/>
            <p:nvPr/>
          </p:nvSpPr>
          <p:spPr>
            <a:xfrm>
              <a:off x="14479608" y="1335131"/>
              <a:ext cx="53864" cy="106890"/>
            </a:xfrm>
            <a:custGeom>
              <a:avLst/>
              <a:gdLst>
                <a:gd name="csX0" fmla="*/ -391 w 53864"/>
                <a:gd name="csY0" fmla="*/ 42 h 106890"/>
                <a:gd name="csX1" fmla="*/ 53473 w 53864"/>
                <a:gd name="csY1" fmla="*/ 42 h 106890"/>
                <a:gd name="csX2" fmla="*/ 53473 w 53864"/>
                <a:gd name="csY2" fmla="*/ 106933 h 106890"/>
                <a:gd name="csX3" fmla="*/ -391 w 53864"/>
                <a:gd name="csY3" fmla="*/ 106933 h 1068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06890">
                  <a:moveTo>
                    <a:pt x="-391" y="42"/>
                  </a:moveTo>
                  <a:lnTo>
                    <a:pt x="53473" y="42"/>
                  </a:lnTo>
                  <a:lnTo>
                    <a:pt x="53473" y="106933"/>
                  </a:lnTo>
                  <a:lnTo>
                    <a:pt x="-391" y="10693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5" name="Freihandform: Form 884">
              <a:extLst>
                <a:ext uri="{FF2B5EF4-FFF2-40B4-BE49-F238E27FC236}">
                  <a16:creationId xmlns:a16="http://schemas.microsoft.com/office/drawing/2014/main" id="{B6C71FA8-5F71-BA38-FC85-C22373AF3AF4}"/>
                </a:ext>
              </a:extLst>
            </p:cNvPr>
            <p:cNvSpPr/>
            <p:nvPr/>
          </p:nvSpPr>
          <p:spPr>
            <a:xfrm>
              <a:off x="14533472" y="1274050"/>
              <a:ext cx="53864" cy="167971"/>
            </a:xfrm>
            <a:custGeom>
              <a:avLst/>
              <a:gdLst>
                <a:gd name="csX0" fmla="*/ -391 w 53864"/>
                <a:gd name="csY0" fmla="*/ 42 h 167971"/>
                <a:gd name="csX1" fmla="*/ 53473 w 53864"/>
                <a:gd name="csY1" fmla="*/ 42 h 167971"/>
                <a:gd name="csX2" fmla="*/ 53473 w 53864"/>
                <a:gd name="csY2" fmla="*/ 168013 h 167971"/>
                <a:gd name="csX3" fmla="*/ -391 w 53864"/>
                <a:gd name="csY3" fmla="*/ 168013 h 1679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67971">
                  <a:moveTo>
                    <a:pt x="-391" y="42"/>
                  </a:moveTo>
                  <a:lnTo>
                    <a:pt x="53473" y="42"/>
                  </a:lnTo>
                  <a:lnTo>
                    <a:pt x="53473" y="168013"/>
                  </a:lnTo>
                  <a:lnTo>
                    <a:pt x="-391" y="16801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6" name="Freihandform: Form 885">
              <a:extLst>
                <a:ext uri="{FF2B5EF4-FFF2-40B4-BE49-F238E27FC236}">
                  <a16:creationId xmlns:a16="http://schemas.microsoft.com/office/drawing/2014/main" id="{F0E79E78-BFB7-DC93-0C63-75630A2347FE}"/>
                </a:ext>
              </a:extLst>
            </p:cNvPr>
            <p:cNvSpPr/>
            <p:nvPr/>
          </p:nvSpPr>
          <p:spPr>
            <a:xfrm>
              <a:off x="14587336" y="1396211"/>
              <a:ext cx="53864" cy="45810"/>
            </a:xfrm>
            <a:custGeom>
              <a:avLst/>
              <a:gdLst>
                <a:gd name="csX0" fmla="*/ -391 w 53864"/>
                <a:gd name="csY0" fmla="*/ 42 h 45810"/>
                <a:gd name="csX1" fmla="*/ 53473 w 53864"/>
                <a:gd name="csY1" fmla="*/ 42 h 45810"/>
                <a:gd name="csX2" fmla="*/ 53473 w 53864"/>
                <a:gd name="csY2" fmla="*/ 45852 h 45810"/>
                <a:gd name="csX3" fmla="*/ -391 w 53864"/>
                <a:gd name="csY3" fmla="*/ 45852 h 45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45810">
                  <a:moveTo>
                    <a:pt x="-391" y="42"/>
                  </a:moveTo>
                  <a:lnTo>
                    <a:pt x="53473" y="42"/>
                  </a:lnTo>
                  <a:lnTo>
                    <a:pt x="53473" y="45852"/>
                  </a:lnTo>
                  <a:lnTo>
                    <a:pt x="-391" y="45852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7" name="Freihandform: Form 886">
              <a:extLst>
                <a:ext uri="{FF2B5EF4-FFF2-40B4-BE49-F238E27FC236}">
                  <a16:creationId xmlns:a16="http://schemas.microsoft.com/office/drawing/2014/main" id="{84C723F3-955B-3011-0DDD-91FCAC44AB13}"/>
                </a:ext>
              </a:extLst>
            </p:cNvPr>
            <p:cNvSpPr/>
            <p:nvPr/>
          </p:nvSpPr>
          <p:spPr>
            <a:xfrm>
              <a:off x="14641201" y="1289321"/>
              <a:ext cx="53864" cy="152701"/>
            </a:xfrm>
            <a:custGeom>
              <a:avLst/>
              <a:gdLst>
                <a:gd name="csX0" fmla="*/ -391 w 53864"/>
                <a:gd name="csY0" fmla="*/ 42 h 152701"/>
                <a:gd name="csX1" fmla="*/ 53474 w 53864"/>
                <a:gd name="csY1" fmla="*/ 42 h 152701"/>
                <a:gd name="csX2" fmla="*/ 53474 w 53864"/>
                <a:gd name="csY2" fmla="*/ 152743 h 152701"/>
                <a:gd name="csX3" fmla="*/ -391 w 53864"/>
                <a:gd name="csY3" fmla="*/ 152743 h 1527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52701">
                  <a:moveTo>
                    <a:pt x="-391" y="42"/>
                  </a:moveTo>
                  <a:lnTo>
                    <a:pt x="53474" y="42"/>
                  </a:lnTo>
                  <a:lnTo>
                    <a:pt x="53474" y="152743"/>
                  </a:lnTo>
                  <a:lnTo>
                    <a:pt x="-391" y="15274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8" name="Freihandform: Form 887">
              <a:extLst>
                <a:ext uri="{FF2B5EF4-FFF2-40B4-BE49-F238E27FC236}">
                  <a16:creationId xmlns:a16="http://schemas.microsoft.com/office/drawing/2014/main" id="{71BF6507-D058-9CAD-2C1D-80BF67CAB26A}"/>
                </a:ext>
              </a:extLst>
            </p:cNvPr>
            <p:cNvSpPr/>
            <p:nvPr/>
          </p:nvSpPr>
          <p:spPr>
            <a:xfrm>
              <a:off x="14695015" y="1335131"/>
              <a:ext cx="53864" cy="106890"/>
            </a:xfrm>
            <a:custGeom>
              <a:avLst/>
              <a:gdLst>
                <a:gd name="csX0" fmla="*/ -391 w 53864"/>
                <a:gd name="csY0" fmla="*/ 42 h 106890"/>
                <a:gd name="csX1" fmla="*/ 53473 w 53864"/>
                <a:gd name="csY1" fmla="*/ 42 h 106890"/>
                <a:gd name="csX2" fmla="*/ 53473 w 53864"/>
                <a:gd name="csY2" fmla="*/ 106933 h 106890"/>
                <a:gd name="csX3" fmla="*/ -391 w 53864"/>
                <a:gd name="csY3" fmla="*/ 106933 h 1068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06890">
                  <a:moveTo>
                    <a:pt x="-391" y="42"/>
                  </a:moveTo>
                  <a:lnTo>
                    <a:pt x="53473" y="42"/>
                  </a:lnTo>
                  <a:lnTo>
                    <a:pt x="53473" y="106933"/>
                  </a:lnTo>
                  <a:lnTo>
                    <a:pt x="-391" y="10693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9" name="Freihandform: Form 888">
              <a:extLst>
                <a:ext uri="{FF2B5EF4-FFF2-40B4-BE49-F238E27FC236}">
                  <a16:creationId xmlns:a16="http://schemas.microsoft.com/office/drawing/2014/main" id="{AF8592BA-3DAD-B097-2AA8-165053809C83}"/>
                </a:ext>
              </a:extLst>
            </p:cNvPr>
            <p:cNvSpPr/>
            <p:nvPr/>
          </p:nvSpPr>
          <p:spPr>
            <a:xfrm>
              <a:off x="14748879" y="1228240"/>
              <a:ext cx="53864" cy="213781"/>
            </a:xfrm>
            <a:custGeom>
              <a:avLst/>
              <a:gdLst>
                <a:gd name="csX0" fmla="*/ -391 w 53864"/>
                <a:gd name="csY0" fmla="*/ 42 h 213781"/>
                <a:gd name="csX1" fmla="*/ 53473 w 53864"/>
                <a:gd name="csY1" fmla="*/ 42 h 213781"/>
                <a:gd name="csX2" fmla="*/ 53473 w 53864"/>
                <a:gd name="csY2" fmla="*/ 213824 h 213781"/>
                <a:gd name="csX3" fmla="*/ -391 w 53864"/>
                <a:gd name="csY3" fmla="*/ 213824 h 2137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213781">
                  <a:moveTo>
                    <a:pt x="-391" y="42"/>
                  </a:moveTo>
                  <a:lnTo>
                    <a:pt x="53473" y="42"/>
                  </a:lnTo>
                  <a:lnTo>
                    <a:pt x="53473" y="213824"/>
                  </a:lnTo>
                  <a:lnTo>
                    <a:pt x="-391" y="213824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0" name="Freihandform: Form 889">
              <a:extLst>
                <a:ext uri="{FF2B5EF4-FFF2-40B4-BE49-F238E27FC236}">
                  <a16:creationId xmlns:a16="http://schemas.microsoft.com/office/drawing/2014/main" id="{BBD6E442-75BF-1904-FEA9-7D6A463AF856}"/>
                </a:ext>
              </a:extLst>
            </p:cNvPr>
            <p:cNvSpPr/>
            <p:nvPr/>
          </p:nvSpPr>
          <p:spPr>
            <a:xfrm>
              <a:off x="14802743" y="1274050"/>
              <a:ext cx="53864" cy="167971"/>
            </a:xfrm>
            <a:custGeom>
              <a:avLst/>
              <a:gdLst>
                <a:gd name="csX0" fmla="*/ -391 w 53864"/>
                <a:gd name="csY0" fmla="*/ 42 h 167971"/>
                <a:gd name="csX1" fmla="*/ 53473 w 53864"/>
                <a:gd name="csY1" fmla="*/ 42 h 167971"/>
                <a:gd name="csX2" fmla="*/ 53473 w 53864"/>
                <a:gd name="csY2" fmla="*/ 168013 h 167971"/>
                <a:gd name="csX3" fmla="*/ -391 w 53864"/>
                <a:gd name="csY3" fmla="*/ 168013 h 1679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67971">
                  <a:moveTo>
                    <a:pt x="-391" y="42"/>
                  </a:moveTo>
                  <a:lnTo>
                    <a:pt x="53473" y="42"/>
                  </a:lnTo>
                  <a:lnTo>
                    <a:pt x="53473" y="168013"/>
                  </a:lnTo>
                  <a:lnTo>
                    <a:pt x="-391" y="16801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1" name="Freihandform: Form 890">
              <a:extLst>
                <a:ext uri="{FF2B5EF4-FFF2-40B4-BE49-F238E27FC236}">
                  <a16:creationId xmlns:a16="http://schemas.microsoft.com/office/drawing/2014/main" id="{43D32DB5-73F1-45ED-E534-7E66F3855200}"/>
                </a:ext>
              </a:extLst>
            </p:cNvPr>
            <p:cNvSpPr/>
            <p:nvPr/>
          </p:nvSpPr>
          <p:spPr>
            <a:xfrm>
              <a:off x="14856607" y="1319861"/>
              <a:ext cx="53864" cy="122160"/>
            </a:xfrm>
            <a:custGeom>
              <a:avLst/>
              <a:gdLst>
                <a:gd name="csX0" fmla="*/ -391 w 53864"/>
                <a:gd name="csY0" fmla="*/ 42 h 122160"/>
                <a:gd name="csX1" fmla="*/ 53473 w 53864"/>
                <a:gd name="csY1" fmla="*/ 42 h 122160"/>
                <a:gd name="csX2" fmla="*/ 53473 w 53864"/>
                <a:gd name="csY2" fmla="*/ 122203 h 122160"/>
                <a:gd name="csX3" fmla="*/ -391 w 53864"/>
                <a:gd name="csY3" fmla="*/ 122203 h 122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22160">
                  <a:moveTo>
                    <a:pt x="-391" y="42"/>
                  </a:moveTo>
                  <a:lnTo>
                    <a:pt x="53473" y="42"/>
                  </a:lnTo>
                  <a:lnTo>
                    <a:pt x="53473" y="122203"/>
                  </a:lnTo>
                  <a:lnTo>
                    <a:pt x="-391" y="12220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2" name="Freihandform: Form 891">
              <a:extLst>
                <a:ext uri="{FF2B5EF4-FFF2-40B4-BE49-F238E27FC236}">
                  <a16:creationId xmlns:a16="http://schemas.microsoft.com/office/drawing/2014/main" id="{02D1A594-8EFC-CFB2-1304-7A6E2947F929}"/>
                </a:ext>
              </a:extLst>
            </p:cNvPr>
            <p:cNvSpPr/>
            <p:nvPr/>
          </p:nvSpPr>
          <p:spPr>
            <a:xfrm>
              <a:off x="14910471" y="1274050"/>
              <a:ext cx="53864" cy="167971"/>
            </a:xfrm>
            <a:custGeom>
              <a:avLst/>
              <a:gdLst>
                <a:gd name="csX0" fmla="*/ -391 w 53864"/>
                <a:gd name="csY0" fmla="*/ 42 h 167971"/>
                <a:gd name="csX1" fmla="*/ 53473 w 53864"/>
                <a:gd name="csY1" fmla="*/ 42 h 167971"/>
                <a:gd name="csX2" fmla="*/ 53473 w 53864"/>
                <a:gd name="csY2" fmla="*/ 168013 h 167971"/>
                <a:gd name="csX3" fmla="*/ -391 w 53864"/>
                <a:gd name="csY3" fmla="*/ 168013 h 1679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67971">
                  <a:moveTo>
                    <a:pt x="-391" y="42"/>
                  </a:moveTo>
                  <a:lnTo>
                    <a:pt x="53473" y="42"/>
                  </a:lnTo>
                  <a:lnTo>
                    <a:pt x="53473" y="168013"/>
                  </a:lnTo>
                  <a:lnTo>
                    <a:pt x="-391" y="16801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3" name="Freihandform: Form 892">
              <a:extLst>
                <a:ext uri="{FF2B5EF4-FFF2-40B4-BE49-F238E27FC236}">
                  <a16:creationId xmlns:a16="http://schemas.microsoft.com/office/drawing/2014/main" id="{DB932C81-0FDA-4CD0-BE4B-8126E725271F}"/>
                </a:ext>
              </a:extLst>
            </p:cNvPr>
            <p:cNvSpPr/>
            <p:nvPr/>
          </p:nvSpPr>
          <p:spPr>
            <a:xfrm>
              <a:off x="14964335" y="1319861"/>
              <a:ext cx="53864" cy="122160"/>
            </a:xfrm>
            <a:custGeom>
              <a:avLst/>
              <a:gdLst>
                <a:gd name="csX0" fmla="*/ -391 w 53864"/>
                <a:gd name="csY0" fmla="*/ 42 h 122160"/>
                <a:gd name="csX1" fmla="*/ 53473 w 53864"/>
                <a:gd name="csY1" fmla="*/ 42 h 122160"/>
                <a:gd name="csX2" fmla="*/ 53473 w 53864"/>
                <a:gd name="csY2" fmla="*/ 122203 h 122160"/>
                <a:gd name="csX3" fmla="*/ -391 w 53864"/>
                <a:gd name="csY3" fmla="*/ 122203 h 122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22160">
                  <a:moveTo>
                    <a:pt x="-391" y="42"/>
                  </a:moveTo>
                  <a:lnTo>
                    <a:pt x="53473" y="42"/>
                  </a:lnTo>
                  <a:lnTo>
                    <a:pt x="53473" y="122203"/>
                  </a:lnTo>
                  <a:lnTo>
                    <a:pt x="-391" y="12220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4" name="Freihandform: Form 893">
              <a:extLst>
                <a:ext uri="{FF2B5EF4-FFF2-40B4-BE49-F238E27FC236}">
                  <a16:creationId xmlns:a16="http://schemas.microsoft.com/office/drawing/2014/main" id="{F8341331-E219-E7E9-FF39-83C7AD9B3726}"/>
                </a:ext>
              </a:extLst>
            </p:cNvPr>
            <p:cNvSpPr/>
            <p:nvPr/>
          </p:nvSpPr>
          <p:spPr>
            <a:xfrm>
              <a:off x="15018199" y="1365671"/>
              <a:ext cx="53864" cy="76350"/>
            </a:xfrm>
            <a:custGeom>
              <a:avLst/>
              <a:gdLst>
                <a:gd name="csX0" fmla="*/ -391 w 53864"/>
                <a:gd name="csY0" fmla="*/ 42 h 76350"/>
                <a:gd name="csX1" fmla="*/ 53474 w 53864"/>
                <a:gd name="csY1" fmla="*/ 42 h 76350"/>
                <a:gd name="csX2" fmla="*/ 53474 w 53864"/>
                <a:gd name="csY2" fmla="*/ 76392 h 76350"/>
                <a:gd name="csX3" fmla="*/ -391 w 53864"/>
                <a:gd name="csY3" fmla="*/ 76392 h 76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76350">
                  <a:moveTo>
                    <a:pt x="-391" y="42"/>
                  </a:moveTo>
                  <a:lnTo>
                    <a:pt x="53474" y="42"/>
                  </a:lnTo>
                  <a:lnTo>
                    <a:pt x="53474" y="76392"/>
                  </a:lnTo>
                  <a:lnTo>
                    <a:pt x="-391" y="76392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5" name="Freihandform: Form 894">
              <a:extLst>
                <a:ext uri="{FF2B5EF4-FFF2-40B4-BE49-F238E27FC236}">
                  <a16:creationId xmlns:a16="http://schemas.microsoft.com/office/drawing/2014/main" id="{E9AF46E6-FDE1-157D-AE9C-D2D935AACA3D}"/>
                </a:ext>
              </a:extLst>
            </p:cNvPr>
            <p:cNvSpPr/>
            <p:nvPr/>
          </p:nvSpPr>
          <p:spPr>
            <a:xfrm>
              <a:off x="15072064" y="1411482"/>
              <a:ext cx="53863" cy="30540"/>
            </a:xfrm>
            <a:custGeom>
              <a:avLst/>
              <a:gdLst>
                <a:gd name="csX0" fmla="*/ -391 w 53863"/>
                <a:gd name="csY0" fmla="*/ 42 h 30540"/>
                <a:gd name="csX1" fmla="*/ 53472 w 53863"/>
                <a:gd name="csY1" fmla="*/ 42 h 30540"/>
                <a:gd name="csX2" fmla="*/ 53472 w 53863"/>
                <a:gd name="csY2" fmla="*/ 30582 h 30540"/>
                <a:gd name="csX3" fmla="*/ -391 w 53863"/>
                <a:gd name="csY3" fmla="*/ 30582 h 305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3" h="30540">
                  <a:moveTo>
                    <a:pt x="-391" y="42"/>
                  </a:moveTo>
                  <a:lnTo>
                    <a:pt x="53472" y="42"/>
                  </a:lnTo>
                  <a:lnTo>
                    <a:pt x="53472" y="30582"/>
                  </a:lnTo>
                  <a:lnTo>
                    <a:pt x="-391" y="30582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6" name="Freihandform: Form 895">
              <a:extLst>
                <a:ext uri="{FF2B5EF4-FFF2-40B4-BE49-F238E27FC236}">
                  <a16:creationId xmlns:a16="http://schemas.microsoft.com/office/drawing/2014/main" id="{4856CC0D-8C2D-0A86-228B-3C8646F9E2A4}"/>
                </a:ext>
              </a:extLst>
            </p:cNvPr>
            <p:cNvSpPr/>
            <p:nvPr/>
          </p:nvSpPr>
          <p:spPr>
            <a:xfrm>
              <a:off x="15125928" y="1426752"/>
              <a:ext cx="53864" cy="15270"/>
            </a:xfrm>
            <a:custGeom>
              <a:avLst/>
              <a:gdLst>
                <a:gd name="csX0" fmla="*/ -391 w 53864"/>
                <a:gd name="csY0" fmla="*/ 42 h 15270"/>
                <a:gd name="csX1" fmla="*/ 53473 w 53864"/>
                <a:gd name="csY1" fmla="*/ 42 h 15270"/>
                <a:gd name="csX2" fmla="*/ 53473 w 53864"/>
                <a:gd name="csY2" fmla="*/ 15312 h 15270"/>
                <a:gd name="csX3" fmla="*/ -391 w 53864"/>
                <a:gd name="csY3" fmla="*/ 15312 h 152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5270">
                  <a:moveTo>
                    <a:pt x="-391" y="42"/>
                  </a:moveTo>
                  <a:lnTo>
                    <a:pt x="53473" y="42"/>
                  </a:lnTo>
                  <a:lnTo>
                    <a:pt x="53473" y="15312"/>
                  </a:lnTo>
                  <a:lnTo>
                    <a:pt x="-391" y="15312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7" name="Freihandform: Form 896">
              <a:extLst>
                <a:ext uri="{FF2B5EF4-FFF2-40B4-BE49-F238E27FC236}">
                  <a16:creationId xmlns:a16="http://schemas.microsoft.com/office/drawing/2014/main" id="{50786759-EE2D-EEA1-6FA3-EB9DBF47E367}"/>
                </a:ext>
              </a:extLst>
            </p:cNvPr>
            <p:cNvSpPr/>
            <p:nvPr/>
          </p:nvSpPr>
          <p:spPr>
            <a:xfrm>
              <a:off x="15179742" y="1426752"/>
              <a:ext cx="53864" cy="15270"/>
            </a:xfrm>
            <a:custGeom>
              <a:avLst/>
              <a:gdLst>
                <a:gd name="csX0" fmla="*/ -391 w 53864"/>
                <a:gd name="csY0" fmla="*/ 42 h 15270"/>
                <a:gd name="csX1" fmla="*/ 53473 w 53864"/>
                <a:gd name="csY1" fmla="*/ 42 h 15270"/>
                <a:gd name="csX2" fmla="*/ 53473 w 53864"/>
                <a:gd name="csY2" fmla="*/ 15312 h 15270"/>
                <a:gd name="csX3" fmla="*/ -391 w 53864"/>
                <a:gd name="csY3" fmla="*/ 15312 h 152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5270">
                  <a:moveTo>
                    <a:pt x="-391" y="42"/>
                  </a:moveTo>
                  <a:lnTo>
                    <a:pt x="53473" y="42"/>
                  </a:lnTo>
                  <a:lnTo>
                    <a:pt x="53473" y="15312"/>
                  </a:lnTo>
                  <a:lnTo>
                    <a:pt x="-391" y="15312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8" name="Freihandform: Form 897">
              <a:extLst>
                <a:ext uri="{FF2B5EF4-FFF2-40B4-BE49-F238E27FC236}">
                  <a16:creationId xmlns:a16="http://schemas.microsoft.com/office/drawing/2014/main" id="{009E7D36-57C0-26B8-5AB4-D8EE0008B27D}"/>
                </a:ext>
              </a:extLst>
            </p:cNvPr>
            <p:cNvSpPr/>
            <p:nvPr/>
          </p:nvSpPr>
          <p:spPr>
            <a:xfrm>
              <a:off x="15233606" y="1426752"/>
              <a:ext cx="53864" cy="15270"/>
            </a:xfrm>
            <a:custGeom>
              <a:avLst/>
              <a:gdLst>
                <a:gd name="csX0" fmla="*/ -391 w 53864"/>
                <a:gd name="csY0" fmla="*/ 42 h 15270"/>
                <a:gd name="csX1" fmla="*/ 53473 w 53864"/>
                <a:gd name="csY1" fmla="*/ 42 h 15270"/>
                <a:gd name="csX2" fmla="*/ 53473 w 53864"/>
                <a:gd name="csY2" fmla="*/ 15312 h 15270"/>
                <a:gd name="csX3" fmla="*/ -391 w 53864"/>
                <a:gd name="csY3" fmla="*/ 15312 h 152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5270">
                  <a:moveTo>
                    <a:pt x="-391" y="42"/>
                  </a:moveTo>
                  <a:lnTo>
                    <a:pt x="53473" y="42"/>
                  </a:lnTo>
                  <a:lnTo>
                    <a:pt x="53473" y="15312"/>
                  </a:lnTo>
                  <a:lnTo>
                    <a:pt x="-391" y="15312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9" name="Freihandform: Form 898">
              <a:extLst>
                <a:ext uri="{FF2B5EF4-FFF2-40B4-BE49-F238E27FC236}">
                  <a16:creationId xmlns:a16="http://schemas.microsoft.com/office/drawing/2014/main" id="{CDE92A44-A345-80FA-3850-296D09B3FD07}"/>
                </a:ext>
              </a:extLst>
            </p:cNvPr>
            <p:cNvSpPr/>
            <p:nvPr/>
          </p:nvSpPr>
          <p:spPr>
            <a:xfrm>
              <a:off x="15287470" y="1426752"/>
              <a:ext cx="53864" cy="15270"/>
            </a:xfrm>
            <a:custGeom>
              <a:avLst/>
              <a:gdLst>
                <a:gd name="csX0" fmla="*/ -391 w 53864"/>
                <a:gd name="csY0" fmla="*/ 42 h 15270"/>
                <a:gd name="csX1" fmla="*/ 53473 w 53864"/>
                <a:gd name="csY1" fmla="*/ 42 h 15270"/>
                <a:gd name="csX2" fmla="*/ 53473 w 53864"/>
                <a:gd name="csY2" fmla="*/ 15312 h 15270"/>
                <a:gd name="csX3" fmla="*/ -391 w 53864"/>
                <a:gd name="csY3" fmla="*/ 15312 h 152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5270">
                  <a:moveTo>
                    <a:pt x="-391" y="42"/>
                  </a:moveTo>
                  <a:lnTo>
                    <a:pt x="53473" y="42"/>
                  </a:lnTo>
                  <a:lnTo>
                    <a:pt x="53473" y="15312"/>
                  </a:lnTo>
                  <a:lnTo>
                    <a:pt x="-391" y="15312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0" name="Freihandform: Form 899">
              <a:extLst>
                <a:ext uri="{FF2B5EF4-FFF2-40B4-BE49-F238E27FC236}">
                  <a16:creationId xmlns:a16="http://schemas.microsoft.com/office/drawing/2014/main" id="{3E5C17C7-7FA9-BD7F-8C34-039E000AB848}"/>
                </a:ext>
              </a:extLst>
            </p:cNvPr>
            <p:cNvSpPr/>
            <p:nvPr/>
          </p:nvSpPr>
          <p:spPr>
            <a:xfrm>
              <a:off x="15341335" y="1426752"/>
              <a:ext cx="53864" cy="15270"/>
            </a:xfrm>
            <a:custGeom>
              <a:avLst/>
              <a:gdLst>
                <a:gd name="csX0" fmla="*/ -391 w 53864"/>
                <a:gd name="csY0" fmla="*/ 42 h 15270"/>
                <a:gd name="csX1" fmla="*/ 53473 w 53864"/>
                <a:gd name="csY1" fmla="*/ 42 h 15270"/>
                <a:gd name="csX2" fmla="*/ 53473 w 53864"/>
                <a:gd name="csY2" fmla="*/ 15312 h 15270"/>
                <a:gd name="csX3" fmla="*/ -391 w 53864"/>
                <a:gd name="csY3" fmla="*/ 15312 h 152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5270">
                  <a:moveTo>
                    <a:pt x="-391" y="42"/>
                  </a:moveTo>
                  <a:lnTo>
                    <a:pt x="53473" y="42"/>
                  </a:lnTo>
                  <a:lnTo>
                    <a:pt x="53473" y="15312"/>
                  </a:lnTo>
                  <a:lnTo>
                    <a:pt x="-391" y="15312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1" name="Freihandform: Form 900">
              <a:extLst>
                <a:ext uri="{FF2B5EF4-FFF2-40B4-BE49-F238E27FC236}">
                  <a16:creationId xmlns:a16="http://schemas.microsoft.com/office/drawing/2014/main" id="{CBCAD315-D7D1-2C6F-EA2F-5F72AF8762C5}"/>
                </a:ext>
              </a:extLst>
            </p:cNvPr>
            <p:cNvSpPr/>
            <p:nvPr/>
          </p:nvSpPr>
          <p:spPr>
            <a:xfrm>
              <a:off x="13779474" y="1380941"/>
              <a:ext cx="53864" cy="61080"/>
            </a:xfrm>
            <a:custGeom>
              <a:avLst/>
              <a:gdLst>
                <a:gd name="csX0" fmla="*/ -391 w 53864"/>
                <a:gd name="csY0" fmla="*/ 42 h 61080"/>
                <a:gd name="csX1" fmla="*/ 53473 w 53864"/>
                <a:gd name="csY1" fmla="*/ 42 h 61080"/>
                <a:gd name="csX2" fmla="*/ 53473 w 53864"/>
                <a:gd name="csY2" fmla="*/ 61122 h 61080"/>
                <a:gd name="csX3" fmla="*/ -391 w 53864"/>
                <a:gd name="csY3" fmla="*/ 61122 h 61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61080">
                  <a:moveTo>
                    <a:pt x="-391" y="42"/>
                  </a:moveTo>
                  <a:lnTo>
                    <a:pt x="53473" y="42"/>
                  </a:lnTo>
                  <a:lnTo>
                    <a:pt x="53473" y="61122"/>
                  </a:lnTo>
                  <a:lnTo>
                    <a:pt x="-391" y="61122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2" name="Freihandform: Form 901">
              <a:extLst>
                <a:ext uri="{FF2B5EF4-FFF2-40B4-BE49-F238E27FC236}">
                  <a16:creationId xmlns:a16="http://schemas.microsoft.com/office/drawing/2014/main" id="{2150E6F4-739C-2FE0-DDEE-1C8B93C924F8}"/>
                </a:ext>
              </a:extLst>
            </p:cNvPr>
            <p:cNvSpPr/>
            <p:nvPr/>
          </p:nvSpPr>
          <p:spPr>
            <a:xfrm>
              <a:off x="13833288" y="342721"/>
              <a:ext cx="53864" cy="1099301"/>
            </a:xfrm>
            <a:custGeom>
              <a:avLst/>
              <a:gdLst>
                <a:gd name="csX0" fmla="*/ -391 w 53864"/>
                <a:gd name="csY0" fmla="*/ 42 h 1099301"/>
                <a:gd name="csX1" fmla="*/ 53473 w 53864"/>
                <a:gd name="csY1" fmla="*/ 42 h 1099301"/>
                <a:gd name="csX2" fmla="*/ 53473 w 53864"/>
                <a:gd name="csY2" fmla="*/ 1099343 h 1099301"/>
                <a:gd name="csX3" fmla="*/ -391 w 53864"/>
                <a:gd name="csY3" fmla="*/ 1099343 h 10993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099301">
                  <a:moveTo>
                    <a:pt x="-391" y="42"/>
                  </a:moveTo>
                  <a:lnTo>
                    <a:pt x="53473" y="42"/>
                  </a:lnTo>
                  <a:lnTo>
                    <a:pt x="53473" y="1099343"/>
                  </a:lnTo>
                  <a:lnTo>
                    <a:pt x="-391" y="1099343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3" name="Freihandform: Form 902">
              <a:extLst>
                <a:ext uri="{FF2B5EF4-FFF2-40B4-BE49-F238E27FC236}">
                  <a16:creationId xmlns:a16="http://schemas.microsoft.com/office/drawing/2014/main" id="{944B02D7-7160-5525-9F7D-64387D23BCD8}"/>
                </a:ext>
              </a:extLst>
            </p:cNvPr>
            <p:cNvSpPr/>
            <p:nvPr/>
          </p:nvSpPr>
          <p:spPr>
            <a:xfrm>
              <a:off x="13887153" y="312180"/>
              <a:ext cx="53864" cy="1129841"/>
            </a:xfrm>
            <a:custGeom>
              <a:avLst/>
              <a:gdLst>
                <a:gd name="csX0" fmla="*/ -391 w 53864"/>
                <a:gd name="csY0" fmla="*/ 42 h 1129841"/>
                <a:gd name="csX1" fmla="*/ 53473 w 53864"/>
                <a:gd name="csY1" fmla="*/ 42 h 1129841"/>
                <a:gd name="csX2" fmla="*/ 53473 w 53864"/>
                <a:gd name="csY2" fmla="*/ 1129883 h 1129841"/>
                <a:gd name="csX3" fmla="*/ -391 w 53864"/>
                <a:gd name="csY3" fmla="*/ 1129883 h 11298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129841">
                  <a:moveTo>
                    <a:pt x="-391" y="42"/>
                  </a:moveTo>
                  <a:lnTo>
                    <a:pt x="53473" y="42"/>
                  </a:lnTo>
                  <a:lnTo>
                    <a:pt x="53473" y="1129883"/>
                  </a:lnTo>
                  <a:lnTo>
                    <a:pt x="-391" y="1129883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4" name="Freihandform: Form 903">
              <a:extLst>
                <a:ext uri="{FF2B5EF4-FFF2-40B4-BE49-F238E27FC236}">
                  <a16:creationId xmlns:a16="http://schemas.microsoft.com/office/drawing/2014/main" id="{0C628472-6439-4270-45A8-F7B60ADF3EF7}"/>
                </a:ext>
              </a:extLst>
            </p:cNvPr>
            <p:cNvSpPr/>
            <p:nvPr/>
          </p:nvSpPr>
          <p:spPr>
            <a:xfrm>
              <a:off x="13941017" y="1243510"/>
              <a:ext cx="53864" cy="198511"/>
            </a:xfrm>
            <a:custGeom>
              <a:avLst/>
              <a:gdLst>
                <a:gd name="csX0" fmla="*/ -391 w 53864"/>
                <a:gd name="csY0" fmla="*/ 42 h 198511"/>
                <a:gd name="csX1" fmla="*/ 53473 w 53864"/>
                <a:gd name="csY1" fmla="*/ 42 h 198511"/>
                <a:gd name="csX2" fmla="*/ 53473 w 53864"/>
                <a:gd name="csY2" fmla="*/ 198554 h 198511"/>
                <a:gd name="csX3" fmla="*/ -391 w 53864"/>
                <a:gd name="csY3" fmla="*/ 198554 h 198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98511">
                  <a:moveTo>
                    <a:pt x="-391" y="42"/>
                  </a:moveTo>
                  <a:lnTo>
                    <a:pt x="53473" y="42"/>
                  </a:lnTo>
                  <a:lnTo>
                    <a:pt x="53473" y="198554"/>
                  </a:lnTo>
                  <a:lnTo>
                    <a:pt x="-391" y="198554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5" name="Freihandform: Form 904">
              <a:extLst>
                <a:ext uri="{FF2B5EF4-FFF2-40B4-BE49-F238E27FC236}">
                  <a16:creationId xmlns:a16="http://schemas.microsoft.com/office/drawing/2014/main" id="{1B8B761E-B313-AD3B-764B-AA249C2A14E2}"/>
                </a:ext>
              </a:extLst>
            </p:cNvPr>
            <p:cNvSpPr/>
            <p:nvPr/>
          </p:nvSpPr>
          <p:spPr>
            <a:xfrm>
              <a:off x="14156473" y="1426752"/>
              <a:ext cx="53864" cy="15270"/>
            </a:xfrm>
            <a:custGeom>
              <a:avLst/>
              <a:gdLst>
                <a:gd name="csX0" fmla="*/ -391 w 53864"/>
                <a:gd name="csY0" fmla="*/ 42 h 15270"/>
                <a:gd name="csX1" fmla="*/ 53473 w 53864"/>
                <a:gd name="csY1" fmla="*/ 42 h 15270"/>
                <a:gd name="csX2" fmla="*/ 53473 w 53864"/>
                <a:gd name="csY2" fmla="*/ 15312 h 15270"/>
                <a:gd name="csX3" fmla="*/ -391 w 53864"/>
                <a:gd name="csY3" fmla="*/ 15312 h 152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5270">
                  <a:moveTo>
                    <a:pt x="-391" y="42"/>
                  </a:moveTo>
                  <a:lnTo>
                    <a:pt x="53473" y="42"/>
                  </a:lnTo>
                  <a:lnTo>
                    <a:pt x="53473" y="15312"/>
                  </a:lnTo>
                  <a:lnTo>
                    <a:pt x="-391" y="15312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6" name="Freihandform: Form 905">
              <a:extLst>
                <a:ext uri="{FF2B5EF4-FFF2-40B4-BE49-F238E27FC236}">
                  <a16:creationId xmlns:a16="http://schemas.microsoft.com/office/drawing/2014/main" id="{19A4AF9E-50EA-4ED0-1E20-CA2B03DAB0BC}"/>
                </a:ext>
              </a:extLst>
            </p:cNvPr>
            <p:cNvSpPr/>
            <p:nvPr/>
          </p:nvSpPr>
          <p:spPr>
            <a:xfrm>
              <a:off x="14210337" y="1335131"/>
              <a:ext cx="53864" cy="106890"/>
            </a:xfrm>
            <a:custGeom>
              <a:avLst/>
              <a:gdLst>
                <a:gd name="csX0" fmla="*/ -391 w 53864"/>
                <a:gd name="csY0" fmla="*/ 42 h 106890"/>
                <a:gd name="csX1" fmla="*/ 53473 w 53864"/>
                <a:gd name="csY1" fmla="*/ 42 h 106890"/>
                <a:gd name="csX2" fmla="*/ 53473 w 53864"/>
                <a:gd name="csY2" fmla="*/ 106933 h 106890"/>
                <a:gd name="csX3" fmla="*/ -391 w 53864"/>
                <a:gd name="csY3" fmla="*/ 106933 h 1068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06890">
                  <a:moveTo>
                    <a:pt x="-391" y="42"/>
                  </a:moveTo>
                  <a:lnTo>
                    <a:pt x="53473" y="42"/>
                  </a:lnTo>
                  <a:lnTo>
                    <a:pt x="53473" y="106933"/>
                  </a:lnTo>
                  <a:lnTo>
                    <a:pt x="-391" y="106933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7" name="Freihandform: Form 906">
              <a:extLst>
                <a:ext uri="{FF2B5EF4-FFF2-40B4-BE49-F238E27FC236}">
                  <a16:creationId xmlns:a16="http://schemas.microsoft.com/office/drawing/2014/main" id="{4C610F0C-6BF3-E5A0-427C-E7B0687B2644}"/>
                </a:ext>
              </a:extLst>
            </p:cNvPr>
            <p:cNvSpPr/>
            <p:nvPr/>
          </p:nvSpPr>
          <p:spPr>
            <a:xfrm>
              <a:off x="14264152" y="1014508"/>
              <a:ext cx="53864" cy="427514"/>
            </a:xfrm>
            <a:custGeom>
              <a:avLst/>
              <a:gdLst>
                <a:gd name="csX0" fmla="*/ -391 w 53864"/>
                <a:gd name="csY0" fmla="*/ 42 h 427514"/>
                <a:gd name="csX1" fmla="*/ 53473 w 53864"/>
                <a:gd name="csY1" fmla="*/ 42 h 427514"/>
                <a:gd name="csX2" fmla="*/ 53473 w 53864"/>
                <a:gd name="csY2" fmla="*/ 427556 h 427514"/>
                <a:gd name="csX3" fmla="*/ -391 w 53864"/>
                <a:gd name="csY3" fmla="*/ 427556 h 42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427514">
                  <a:moveTo>
                    <a:pt x="-391" y="42"/>
                  </a:moveTo>
                  <a:lnTo>
                    <a:pt x="53473" y="42"/>
                  </a:lnTo>
                  <a:lnTo>
                    <a:pt x="53473" y="427556"/>
                  </a:lnTo>
                  <a:lnTo>
                    <a:pt x="-391" y="427556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8" name="Freihandform: Form 907">
              <a:extLst>
                <a:ext uri="{FF2B5EF4-FFF2-40B4-BE49-F238E27FC236}">
                  <a16:creationId xmlns:a16="http://schemas.microsoft.com/office/drawing/2014/main" id="{2D56DB5D-DFEF-AFD4-35A3-B2D657389583}"/>
                </a:ext>
              </a:extLst>
            </p:cNvPr>
            <p:cNvSpPr/>
            <p:nvPr/>
          </p:nvSpPr>
          <p:spPr>
            <a:xfrm>
              <a:off x="14318016" y="999237"/>
              <a:ext cx="53864" cy="442784"/>
            </a:xfrm>
            <a:custGeom>
              <a:avLst/>
              <a:gdLst>
                <a:gd name="csX0" fmla="*/ -391 w 53864"/>
                <a:gd name="csY0" fmla="*/ 42 h 442784"/>
                <a:gd name="csX1" fmla="*/ 53473 w 53864"/>
                <a:gd name="csY1" fmla="*/ 42 h 442784"/>
                <a:gd name="csX2" fmla="*/ 53473 w 53864"/>
                <a:gd name="csY2" fmla="*/ 442826 h 442784"/>
                <a:gd name="csX3" fmla="*/ -391 w 53864"/>
                <a:gd name="csY3" fmla="*/ 442826 h 4427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442784">
                  <a:moveTo>
                    <a:pt x="-391" y="42"/>
                  </a:moveTo>
                  <a:lnTo>
                    <a:pt x="53473" y="42"/>
                  </a:lnTo>
                  <a:lnTo>
                    <a:pt x="53473" y="442826"/>
                  </a:lnTo>
                  <a:lnTo>
                    <a:pt x="-391" y="442826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9" name="Freihandform: Form 908">
              <a:extLst>
                <a:ext uri="{FF2B5EF4-FFF2-40B4-BE49-F238E27FC236}">
                  <a16:creationId xmlns:a16="http://schemas.microsoft.com/office/drawing/2014/main" id="{1550EA14-018B-761C-D5A4-00BC8CEFEDC7}"/>
                </a:ext>
              </a:extLst>
            </p:cNvPr>
            <p:cNvSpPr/>
            <p:nvPr/>
          </p:nvSpPr>
          <p:spPr>
            <a:xfrm>
              <a:off x="14371880" y="846536"/>
              <a:ext cx="53864" cy="595485"/>
            </a:xfrm>
            <a:custGeom>
              <a:avLst/>
              <a:gdLst>
                <a:gd name="csX0" fmla="*/ -391 w 53864"/>
                <a:gd name="csY0" fmla="*/ 42 h 595485"/>
                <a:gd name="csX1" fmla="*/ 53473 w 53864"/>
                <a:gd name="csY1" fmla="*/ 42 h 595485"/>
                <a:gd name="csX2" fmla="*/ 53473 w 53864"/>
                <a:gd name="csY2" fmla="*/ 595528 h 595485"/>
                <a:gd name="csX3" fmla="*/ -391 w 53864"/>
                <a:gd name="csY3" fmla="*/ 595528 h 5954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595485">
                  <a:moveTo>
                    <a:pt x="-391" y="42"/>
                  </a:moveTo>
                  <a:lnTo>
                    <a:pt x="53473" y="42"/>
                  </a:lnTo>
                  <a:lnTo>
                    <a:pt x="53473" y="595528"/>
                  </a:lnTo>
                  <a:lnTo>
                    <a:pt x="-391" y="595528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0" name="Freihandform: Form 909">
              <a:extLst>
                <a:ext uri="{FF2B5EF4-FFF2-40B4-BE49-F238E27FC236}">
                  <a16:creationId xmlns:a16="http://schemas.microsoft.com/office/drawing/2014/main" id="{776C68F3-087F-C5A8-C6B5-4A35B0A84387}"/>
                </a:ext>
              </a:extLst>
            </p:cNvPr>
            <p:cNvSpPr/>
            <p:nvPr/>
          </p:nvSpPr>
          <p:spPr>
            <a:xfrm>
              <a:off x="14425744" y="861806"/>
              <a:ext cx="53864" cy="580215"/>
            </a:xfrm>
            <a:custGeom>
              <a:avLst/>
              <a:gdLst>
                <a:gd name="csX0" fmla="*/ -391 w 53864"/>
                <a:gd name="csY0" fmla="*/ 42 h 580215"/>
                <a:gd name="csX1" fmla="*/ 53473 w 53864"/>
                <a:gd name="csY1" fmla="*/ 42 h 580215"/>
                <a:gd name="csX2" fmla="*/ 53473 w 53864"/>
                <a:gd name="csY2" fmla="*/ 580257 h 580215"/>
                <a:gd name="csX3" fmla="*/ -391 w 53864"/>
                <a:gd name="csY3" fmla="*/ 580257 h 580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580215">
                  <a:moveTo>
                    <a:pt x="-391" y="42"/>
                  </a:moveTo>
                  <a:lnTo>
                    <a:pt x="53473" y="42"/>
                  </a:lnTo>
                  <a:lnTo>
                    <a:pt x="53473" y="580257"/>
                  </a:lnTo>
                  <a:lnTo>
                    <a:pt x="-391" y="580257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1" name="Freihandform: Form 910">
              <a:extLst>
                <a:ext uri="{FF2B5EF4-FFF2-40B4-BE49-F238E27FC236}">
                  <a16:creationId xmlns:a16="http://schemas.microsoft.com/office/drawing/2014/main" id="{1274A8C5-1C48-E273-D048-86CC3D7E32A7}"/>
                </a:ext>
              </a:extLst>
            </p:cNvPr>
            <p:cNvSpPr/>
            <p:nvPr/>
          </p:nvSpPr>
          <p:spPr>
            <a:xfrm>
              <a:off x="14479608" y="1014508"/>
              <a:ext cx="53864" cy="427514"/>
            </a:xfrm>
            <a:custGeom>
              <a:avLst/>
              <a:gdLst>
                <a:gd name="csX0" fmla="*/ -391 w 53864"/>
                <a:gd name="csY0" fmla="*/ 42 h 427514"/>
                <a:gd name="csX1" fmla="*/ 53473 w 53864"/>
                <a:gd name="csY1" fmla="*/ 42 h 427514"/>
                <a:gd name="csX2" fmla="*/ 53473 w 53864"/>
                <a:gd name="csY2" fmla="*/ 427556 h 427514"/>
                <a:gd name="csX3" fmla="*/ -391 w 53864"/>
                <a:gd name="csY3" fmla="*/ 427556 h 42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427514">
                  <a:moveTo>
                    <a:pt x="-391" y="42"/>
                  </a:moveTo>
                  <a:lnTo>
                    <a:pt x="53473" y="42"/>
                  </a:lnTo>
                  <a:lnTo>
                    <a:pt x="53473" y="427556"/>
                  </a:lnTo>
                  <a:lnTo>
                    <a:pt x="-391" y="427556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2" name="Freihandform: Form 911">
              <a:extLst>
                <a:ext uri="{FF2B5EF4-FFF2-40B4-BE49-F238E27FC236}">
                  <a16:creationId xmlns:a16="http://schemas.microsoft.com/office/drawing/2014/main" id="{984B5FAB-95FE-075B-1B05-FC97B2F4A1D9}"/>
                </a:ext>
              </a:extLst>
            </p:cNvPr>
            <p:cNvSpPr/>
            <p:nvPr/>
          </p:nvSpPr>
          <p:spPr>
            <a:xfrm>
              <a:off x="14533472" y="1243510"/>
              <a:ext cx="53864" cy="198511"/>
            </a:xfrm>
            <a:custGeom>
              <a:avLst/>
              <a:gdLst>
                <a:gd name="csX0" fmla="*/ -391 w 53864"/>
                <a:gd name="csY0" fmla="*/ 42 h 198511"/>
                <a:gd name="csX1" fmla="*/ 53473 w 53864"/>
                <a:gd name="csY1" fmla="*/ 42 h 198511"/>
                <a:gd name="csX2" fmla="*/ 53473 w 53864"/>
                <a:gd name="csY2" fmla="*/ 198554 h 198511"/>
                <a:gd name="csX3" fmla="*/ -391 w 53864"/>
                <a:gd name="csY3" fmla="*/ 198554 h 198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98511">
                  <a:moveTo>
                    <a:pt x="-391" y="42"/>
                  </a:moveTo>
                  <a:lnTo>
                    <a:pt x="53473" y="42"/>
                  </a:lnTo>
                  <a:lnTo>
                    <a:pt x="53473" y="198554"/>
                  </a:lnTo>
                  <a:lnTo>
                    <a:pt x="-391" y="198554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3" name="Freihandform: Form 912">
              <a:extLst>
                <a:ext uri="{FF2B5EF4-FFF2-40B4-BE49-F238E27FC236}">
                  <a16:creationId xmlns:a16="http://schemas.microsoft.com/office/drawing/2014/main" id="{AF4B8D52-69F6-D357-CAB0-8998503BC036}"/>
                </a:ext>
              </a:extLst>
            </p:cNvPr>
            <p:cNvSpPr/>
            <p:nvPr/>
          </p:nvSpPr>
          <p:spPr>
            <a:xfrm>
              <a:off x="14587336" y="1335131"/>
              <a:ext cx="53864" cy="106890"/>
            </a:xfrm>
            <a:custGeom>
              <a:avLst/>
              <a:gdLst>
                <a:gd name="csX0" fmla="*/ -391 w 53864"/>
                <a:gd name="csY0" fmla="*/ 42 h 106890"/>
                <a:gd name="csX1" fmla="*/ 53473 w 53864"/>
                <a:gd name="csY1" fmla="*/ 42 h 106890"/>
                <a:gd name="csX2" fmla="*/ 53473 w 53864"/>
                <a:gd name="csY2" fmla="*/ 106933 h 106890"/>
                <a:gd name="csX3" fmla="*/ -391 w 53864"/>
                <a:gd name="csY3" fmla="*/ 106933 h 1068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06890">
                  <a:moveTo>
                    <a:pt x="-391" y="42"/>
                  </a:moveTo>
                  <a:lnTo>
                    <a:pt x="53473" y="42"/>
                  </a:lnTo>
                  <a:lnTo>
                    <a:pt x="53473" y="106933"/>
                  </a:lnTo>
                  <a:lnTo>
                    <a:pt x="-391" y="106933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4" name="Freihandform: Form 913">
              <a:extLst>
                <a:ext uri="{FF2B5EF4-FFF2-40B4-BE49-F238E27FC236}">
                  <a16:creationId xmlns:a16="http://schemas.microsoft.com/office/drawing/2014/main" id="{14C69FB7-118A-2781-5105-3DD28C940DF1}"/>
                </a:ext>
              </a:extLst>
            </p:cNvPr>
            <p:cNvSpPr/>
            <p:nvPr/>
          </p:nvSpPr>
          <p:spPr>
            <a:xfrm>
              <a:off x="14641201" y="1365671"/>
              <a:ext cx="53864" cy="76350"/>
            </a:xfrm>
            <a:custGeom>
              <a:avLst/>
              <a:gdLst>
                <a:gd name="csX0" fmla="*/ -391 w 53864"/>
                <a:gd name="csY0" fmla="*/ 42 h 76350"/>
                <a:gd name="csX1" fmla="*/ 53474 w 53864"/>
                <a:gd name="csY1" fmla="*/ 42 h 76350"/>
                <a:gd name="csX2" fmla="*/ 53474 w 53864"/>
                <a:gd name="csY2" fmla="*/ 76392 h 76350"/>
                <a:gd name="csX3" fmla="*/ -391 w 53864"/>
                <a:gd name="csY3" fmla="*/ 76392 h 76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76350">
                  <a:moveTo>
                    <a:pt x="-391" y="42"/>
                  </a:moveTo>
                  <a:lnTo>
                    <a:pt x="53474" y="42"/>
                  </a:lnTo>
                  <a:lnTo>
                    <a:pt x="53474" y="76392"/>
                  </a:lnTo>
                  <a:lnTo>
                    <a:pt x="-391" y="76392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5" name="Freihandform: Form 914">
              <a:extLst>
                <a:ext uri="{FF2B5EF4-FFF2-40B4-BE49-F238E27FC236}">
                  <a16:creationId xmlns:a16="http://schemas.microsoft.com/office/drawing/2014/main" id="{CE7ECDE8-A62E-FB1E-DDA5-07659FBAB143}"/>
                </a:ext>
              </a:extLst>
            </p:cNvPr>
            <p:cNvSpPr/>
            <p:nvPr/>
          </p:nvSpPr>
          <p:spPr>
            <a:xfrm>
              <a:off x="14695015" y="1411482"/>
              <a:ext cx="53864" cy="30540"/>
            </a:xfrm>
            <a:custGeom>
              <a:avLst/>
              <a:gdLst>
                <a:gd name="csX0" fmla="*/ -391 w 53864"/>
                <a:gd name="csY0" fmla="*/ 42 h 30540"/>
                <a:gd name="csX1" fmla="*/ 53473 w 53864"/>
                <a:gd name="csY1" fmla="*/ 42 h 30540"/>
                <a:gd name="csX2" fmla="*/ 53473 w 53864"/>
                <a:gd name="csY2" fmla="*/ 30582 h 30540"/>
                <a:gd name="csX3" fmla="*/ -391 w 53864"/>
                <a:gd name="csY3" fmla="*/ 30582 h 305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30540">
                  <a:moveTo>
                    <a:pt x="-391" y="42"/>
                  </a:moveTo>
                  <a:lnTo>
                    <a:pt x="53473" y="42"/>
                  </a:lnTo>
                  <a:lnTo>
                    <a:pt x="53473" y="30582"/>
                  </a:lnTo>
                  <a:lnTo>
                    <a:pt x="-391" y="30582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6" name="Freihandform: Form 915">
              <a:extLst>
                <a:ext uri="{FF2B5EF4-FFF2-40B4-BE49-F238E27FC236}">
                  <a16:creationId xmlns:a16="http://schemas.microsoft.com/office/drawing/2014/main" id="{267BC18C-910E-6081-3DC1-6CDE3DBCA7B3}"/>
                </a:ext>
              </a:extLst>
            </p:cNvPr>
            <p:cNvSpPr/>
            <p:nvPr/>
          </p:nvSpPr>
          <p:spPr>
            <a:xfrm>
              <a:off x="14748879" y="1380941"/>
              <a:ext cx="53864" cy="61080"/>
            </a:xfrm>
            <a:custGeom>
              <a:avLst/>
              <a:gdLst>
                <a:gd name="csX0" fmla="*/ -391 w 53864"/>
                <a:gd name="csY0" fmla="*/ 42 h 61080"/>
                <a:gd name="csX1" fmla="*/ 53473 w 53864"/>
                <a:gd name="csY1" fmla="*/ 42 h 61080"/>
                <a:gd name="csX2" fmla="*/ 53473 w 53864"/>
                <a:gd name="csY2" fmla="*/ 61122 h 61080"/>
                <a:gd name="csX3" fmla="*/ -391 w 53864"/>
                <a:gd name="csY3" fmla="*/ 61122 h 61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61080">
                  <a:moveTo>
                    <a:pt x="-391" y="42"/>
                  </a:moveTo>
                  <a:lnTo>
                    <a:pt x="53473" y="42"/>
                  </a:lnTo>
                  <a:lnTo>
                    <a:pt x="53473" y="61122"/>
                  </a:lnTo>
                  <a:lnTo>
                    <a:pt x="-391" y="61122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7" name="Freihandform: Form 916">
              <a:extLst>
                <a:ext uri="{FF2B5EF4-FFF2-40B4-BE49-F238E27FC236}">
                  <a16:creationId xmlns:a16="http://schemas.microsoft.com/office/drawing/2014/main" id="{A6936CCC-4BD0-A042-7EB6-D76D34C69620}"/>
                </a:ext>
              </a:extLst>
            </p:cNvPr>
            <p:cNvSpPr/>
            <p:nvPr/>
          </p:nvSpPr>
          <p:spPr>
            <a:xfrm>
              <a:off x="14802743" y="1411482"/>
              <a:ext cx="53864" cy="30540"/>
            </a:xfrm>
            <a:custGeom>
              <a:avLst/>
              <a:gdLst>
                <a:gd name="csX0" fmla="*/ -391 w 53864"/>
                <a:gd name="csY0" fmla="*/ 42 h 30540"/>
                <a:gd name="csX1" fmla="*/ 53473 w 53864"/>
                <a:gd name="csY1" fmla="*/ 42 h 30540"/>
                <a:gd name="csX2" fmla="*/ 53473 w 53864"/>
                <a:gd name="csY2" fmla="*/ 30582 h 30540"/>
                <a:gd name="csX3" fmla="*/ -391 w 53864"/>
                <a:gd name="csY3" fmla="*/ 30582 h 305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30540">
                  <a:moveTo>
                    <a:pt x="-391" y="42"/>
                  </a:moveTo>
                  <a:lnTo>
                    <a:pt x="53473" y="42"/>
                  </a:lnTo>
                  <a:lnTo>
                    <a:pt x="53473" y="30582"/>
                  </a:lnTo>
                  <a:lnTo>
                    <a:pt x="-391" y="30582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8" name="Freihandform: Form 917">
              <a:extLst>
                <a:ext uri="{FF2B5EF4-FFF2-40B4-BE49-F238E27FC236}">
                  <a16:creationId xmlns:a16="http://schemas.microsoft.com/office/drawing/2014/main" id="{1804F7BE-FC58-9FC8-73B6-976919D1EB2B}"/>
                </a:ext>
              </a:extLst>
            </p:cNvPr>
            <p:cNvSpPr/>
            <p:nvPr/>
          </p:nvSpPr>
          <p:spPr>
            <a:xfrm>
              <a:off x="14910471" y="1426752"/>
              <a:ext cx="53864" cy="15270"/>
            </a:xfrm>
            <a:custGeom>
              <a:avLst/>
              <a:gdLst>
                <a:gd name="csX0" fmla="*/ -391 w 53864"/>
                <a:gd name="csY0" fmla="*/ 42 h 15270"/>
                <a:gd name="csX1" fmla="*/ 53473 w 53864"/>
                <a:gd name="csY1" fmla="*/ 42 h 15270"/>
                <a:gd name="csX2" fmla="*/ 53473 w 53864"/>
                <a:gd name="csY2" fmla="*/ 15312 h 15270"/>
                <a:gd name="csX3" fmla="*/ -391 w 53864"/>
                <a:gd name="csY3" fmla="*/ 15312 h 152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5270">
                  <a:moveTo>
                    <a:pt x="-391" y="42"/>
                  </a:moveTo>
                  <a:lnTo>
                    <a:pt x="53473" y="42"/>
                  </a:lnTo>
                  <a:lnTo>
                    <a:pt x="53473" y="15312"/>
                  </a:lnTo>
                  <a:lnTo>
                    <a:pt x="-391" y="15312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9" name="Freihandform: Form 918">
              <a:extLst>
                <a:ext uri="{FF2B5EF4-FFF2-40B4-BE49-F238E27FC236}">
                  <a16:creationId xmlns:a16="http://schemas.microsoft.com/office/drawing/2014/main" id="{DE96485C-2CDF-D51F-C700-14F9312BCFE1}"/>
                </a:ext>
              </a:extLst>
            </p:cNvPr>
            <p:cNvSpPr/>
            <p:nvPr/>
          </p:nvSpPr>
          <p:spPr>
            <a:xfrm>
              <a:off x="14964335" y="1411482"/>
              <a:ext cx="53864" cy="30540"/>
            </a:xfrm>
            <a:custGeom>
              <a:avLst/>
              <a:gdLst>
                <a:gd name="csX0" fmla="*/ -391 w 53864"/>
                <a:gd name="csY0" fmla="*/ 42 h 30540"/>
                <a:gd name="csX1" fmla="*/ 53473 w 53864"/>
                <a:gd name="csY1" fmla="*/ 42 h 30540"/>
                <a:gd name="csX2" fmla="*/ 53473 w 53864"/>
                <a:gd name="csY2" fmla="*/ 30582 h 30540"/>
                <a:gd name="csX3" fmla="*/ -391 w 53864"/>
                <a:gd name="csY3" fmla="*/ 30582 h 305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30540">
                  <a:moveTo>
                    <a:pt x="-391" y="42"/>
                  </a:moveTo>
                  <a:lnTo>
                    <a:pt x="53473" y="42"/>
                  </a:lnTo>
                  <a:lnTo>
                    <a:pt x="53473" y="30582"/>
                  </a:lnTo>
                  <a:lnTo>
                    <a:pt x="-391" y="30582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0" name="Freihandform: Form 919">
              <a:extLst>
                <a:ext uri="{FF2B5EF4-FFF2-40B4-BE49-F238E27FC236}">
                  <a16:creationId xmlns:a16="http://schemas.microsoft.com/office/drawing/2014/main" id="{A894C094-C3ED-42CF-0706-99B9E53CB88A}"/>
                </a:ext>
              </a:extLst>
            </p:cNvPr>
            <p:cNvSpPr/>
            <p:nvPr/>
          </p:nvSpPr>
          <p:spPr>
            <a:xfrm>
              <a:off x="15018199" y="1411482"/>
              <a:ext cx="53864" cy="30540"/>
            </a:xfrm>
            <a:custGeom>
              <a:avLst/>
              <a:gdLst>
                <a:gd name="csX0" fmla="*/ -391 w 53864"/>
                <a:gd name="csY0" fmla="*/ 42 h 30540"/>
                <a:gd name="csX1" fmla="*/ 53474 w 53864"/>
                <a:gd name="csY1" fmla="*/ 42 h 30540"/>
                <a:gd name="csX2" fmla="*/ 53474 w 53864"/>
                <a:gd name="csY2" fmla="*/ 30582 h 30540"/>
                <a:gd name="csX3" fmla="*/ -391 w 53864"/>
                <a:gd name="csY3" fmla="*/ 30582 h 305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30540">
                  <a:moveTo>
                    <a:pt x="-391" y="42"/>
                  </a:moveTo>
                  <a:lnTo>
                    <a:pt x="53474" y="42"/>
                  </a:lnTo>
                  <a:lnTo>
                    <a:pt x="53474" y="30582"/>
                  </a:lnTo>
                  <a:lnTo>
                    <a:pt x="-391" y="30582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1" name="Freihandform: Form 920">
              <a:extLst>
                <a:ext uri="{FF2B5EF4-FFF2-40B4-BE49-F238E27FC236}">
                  <a16:creationId xmlns:a16="http://schemas.microsoft.com/office/drawing/2014/main" id="{41EAC6C8-F975-E8E9-FE91-4C9A752B99F5}"/>
                </a:ext>
              </a:extLst>
            </p:cNvPr>
            <p:cNvSpPr/>
            <p:nvPr/>
          </p:nvSpPr>
          <p:spPr>
            <a:xfrm>
              <a:off x="15125928" y="1380941"/>
              <a:ext cx="53864" cy="61080"/>
            </a:xfrm>
            <a:custGeom>
              <a:avLst/>
              <a:gdLst>
                <a:gd name="csX0" fmla="*/ -391 w 53864"/>
                <a:gd name="csY0" fmla="*/ 42 h 61080"/>
                <a:gd name="csX1" fmla="*/ 53473 w 53864"/>
                <a:gd name="csY1" fmla="*/ 42 h 61080"/>
                <a:gd name="csX2" fmla="*/ 53473 w 53864"/>
                <a:gd name="csY2" fmla="*/ 61122 h 61080"/>
                <a:gd name="csX3" fmla="*/ -391 w 53864"/>
                <a:gd name="csY3" fmla="*/ 61122 h 61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61080">
                  <a:moveTo>
                    <a:pt x="-391" y="42"/>
                  </a:moveTo>
                  <a:lnTo>
                    <a:pt x="53473" y="42"/>
                  </a:lnTo>
                  <a:lnTo>
                    <a:pt x="53473" y="61122"/>
                  </a:lnTo>
                  <a:lnTo>
                    <a:pt x="-391" y="61122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2" name="Grafik 858">
            <a:extLst>
              <a:ext uri="{FF2B5EF4-FFF2-40B4-BE49-F238E27FC236}">
                <a16:creationId xmlns:a16="http://schemas.microsoft.com/office/drawing/2014/main" id="{3192FA0C-0E4C-5641-9647-DC43FC2D729B}"/>
              </a:ext>
            </a:extLst>
          </p:cNvPr>
          <p:cNvGrpSpPr/>
          <p:nvPr/>
        </p:nvGrpSpPr>
        <p:grpSpPr>
          <a:xfrm>
            <a:off x="6028034" y="2424360"/>
            <a:ext cx="1777317" cy="1008000"/>
            <a:chOff x="13698653" y="1813330"/>
            <a:chExt cx="1777317" cy="1242830"/>
          </a:xfrm>
        </p:grpSpPr>
        <p:sp>
          <p:nvSpPr>
            <p:cNvPr id="923" name="Freihandform: Form 922">
              <a:extLst>
                <a:ext uri="{FF2B5EF4-FFF2-40B4-BE49-F238E27FC236}">
                  <a16:creationId xmlns:a16="http://schemas.microsoft.com/office/drawing/2014/main" id="{8CFD2DF1-E51C-2530-760F-062FF68047A1}"/>
                </a:ext>
              </a:extLst>
            </p:cNvPr>
            <p:cNvSpPr/>
            <p:nvPr/>
          </p:nvSpPr>
          <p:spPr>
            <a:xfrm>
              <a:off x="13698653" y="2999691"/>
              <a:ext cx="1777317" cy="12692"/>
            </a:xfrm>
            <a:custGeom>
              <a:avLst/>
              <a:gdLst>
                <a:gd name="csX0" fmla="*/ -177 w 1777317"/>
                <a:gd name="csY0" fmla="*/ 96 h 12692"/>
                <a:gd name="csX1" fmla="*/ 1777141 w 1777317"/>
                <a:gd name="csY1" fmla="*/ 96 h 12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77317" h="12692">
                  <a:moveTo>
                    <a:pt x="-177" y="96"/>
                  </a:moveTo>
                  <a:lnTo>
                    <a:pt x="1777141" y="96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" name="Freihandform: Form 923">
              <a:extLst>
                <a:ext uri="{FF2B5EF4-FFF2-40B4-BE49-F238E27FC236}">
                  <a16:creationId xmlns:a16="http://schemas.microsoft.com/office/drawing/2014/main" id="{C7DEC21E-71DC-0700-C056-0A545C1BD03D}"/>
                </a:ext>
              </a:extLst>
            </p:cNvPr>
            <p:cNvSpPr/>
            <p:nvPr/>
          </p:nvSpPr>
          <p:spPr>
            <a:xfrm>
              <a:off x="13698653" y="2623044"/>
              <a:ext cx="1777317" cy="12692"/>
            </a:xfrm>
            <a:custGeom>
              <a:avLst/>
              <a:gdLst>
                <a:gd name="csX0" fmla="*/ -177 w 1777317"/>
                <a:gd name="csY0" fmla="*/ 96 h 12692"/>
                <a:gd name="csX1" fmla="*/ 1777141 w 1777317"/>
                <a:gd name="csY1" fmla="*/ 96 h 12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77317" h="12692">
                  <a:moveTo>
                    <a:pt x="-177" y="96"/>
                  </a:moveTo>
                  <a:lnTo>
                    <a:pt x="1777141" y="96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5" name="Freihandform: Form 924">
              <a:extLst>
                <a:ext uri="{FF2B5EF4-FFF2-40B4-BE49-F238E27FC236}">
                  <a16:creationId xmlns:a16="http://schemas.microsoft.com/office/drawing/2014/main" id="{365F941B-074D-2B19-DC77-655E0F8F1E4D}"/>
                </a:ext>
              </a:extLst>
            </p:cNvPr>
            <p:cNvSpPr/>
            <p:nvPr/>
          </p:nvSpPr>
          <p:spPr>
            <a:xfrm>
              <a:off x="13698653" y="2246447"/>
              <a:ext cx="1777317" cy="12692"/>
            </a:xfrm>
            <a:custGeom>
              <a:avLst/>
              <a:gdLst>
                <a:gd name="csX0" fmla="*/ -177 w 1777317"/>
                <a:gd name="csY0" fmla="*/ 96 h 12692"/>
                <a:gd name="csX1" fmla="*/ 1777141 w 1777317"/>
                <a:gd name="csY1" fmla="*/ 96 h 12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77317" h="12692">
                  <a:moveTo>
                    <a:pt x="-177" y="96"/>
                  </a:moveTo>
                  <a:lnTo>
                    <a:pt x="1777141" y="96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6" name="Freihandform: Form 925">
              <a:extLst>
                <a:ext uri="{FF2B5EF4-FFF2-40B4-BE49-F238E27FC236}">
                  <a16:creationId xmlns:a16="http://schemas.microsoft.com/office/drawing/2014/main" id="{EB16F8FA-EF41-C7EB-6019-301A6F924D27}"/>
                </a:ext>
              </a:extLst>
            </p:cNvPr>
            <p:cNvSpPr/>
            <p:nvPr/>
          </p:nvSpPr>
          <p:spPr>
            <a:xfrm>
              <a:off x="13698653" y="1869800"/>
              <a:ext cx="1777317" cy="12692"/>
            </a:xfrm>
            <a:custGeom>
              <a:avLst/>
              <a:gdLst>
                <a:gd name="csX0" fmla="*/ -177 w 1777317"/>
                <a:gd name="csY0" fmla="*/ 96 h 12692"/>
                <a:gd name="csX1" fmla="*/ 1777141 w 1777317"/>
                <a:gd name="csY1" fmla="*/ 96 h 12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77317" h="12692">
                  <a:moveTo>
                    <a:pt x="-177" y="96"/>
                  </a:moveTo>
                  <a:lnTo>
                    <a:pt x="1777141" y="96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7" name="Freihandform: Form 926">
              <a:extLst>
                <a:ext uri="{FF2B5EF4-FFF2-40B4-BE49-F238E27FC236}">
                  <a16:creationId xmlns:a16="http://schemas.microsoft.com/office/drawing/2014/main" id="{A25A5B44-A093-B205-7ABB-6AAC4164B735}"/>
                </a:ext>
              </a:extLst>
            </p:cNvPr>
            <p:cNvSpPr/>
            <p:nvPr/>
          </p:nvSpPr>
          <p:spPr>
            <a:xfrm>
              <a:off x="13980114" y="1813330"/>
              <a:ext cx="12685" cy="1242830"/>
            </a:xfrm>
            <a:custGeom>
              <a:avLst/>
              <a:gdLst>
                <a:gd name="csX0" fmla="*/ -177 w 12685"/>
                <a:gd name="csY0" fmla="*/ 1242926 h 1242830"/>
                <a:gd name="csX1" fmla="*/ -177 w 12685"/>
                <a:gd name="csY1" fmla="*/ 96 h 124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685" h="1242830">
                  <a:moveTo>
                    <a:pt x="-177" y="1242926"/>
                  </a:moveTo>
                  <a:lnTo>
                    <a:pt x="-177" y="96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8" name="Freihandform: Form 927">
              <a:extLst>
                <a:ext uri="{FF2B5EF4-FFF2-40B4-BE49-F238E27FC236}">
                  <a16:creationId xmlns:a16="http://schemas.microsoft.com/office/drawing/2014/main" id="{02F5995F-D7DE-E88F-BB99-704F68943E4D}"/>
                </a:ext>
              </a:extLst>
            </p:cNvPr>
            <p:cNvSpPr/>
            <p:nvPr/>
          </p:nvSpPr>
          <p:spPr>
            <a:xfrm>
              <a:off x="14336400" y="1813330"/>
              <a:ext cx="12685" cy="1242830"/>
            </a:xfrm>
            <a:custGeom>
              <a:avLst/>
              <a:gdLst>
                <a:gd name="csX0" fmla="*/ -177 w 12685"/>
                <a:gd name="csY0" fmla="*/ 1242926 h 1242830"/>
                <a:gd name="csX1" fmla="*/ -177 w 12685"/>
                <a:gd name="csY1" fmla="*/ 96 h 124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685" h="1242830">
                  <a:moveTo>
                    <a:pt x="-177" y="1242926"/>
                  </a:moveTo>
                  <a:lnTo>
                    <a:pt x="-177" y="96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9" name="Freihandform: Form 928">
              <a:extLst>
                <a:ext uri="{FF2B5EF4-FFF2-40B4-BE49-F238E27FC236}">
                  <a16:creationId xmlns:a16="http://schemas.microsoft.com/office/drawing/2014/main" id="{DA1A2C22-EF08-6F68-46CA-F079232DDA2A}"/>
                </a:ext>
              </a:extLst>
            </p:cNvPr>
            <p:cNvSpPr/>
            <p:nvPr/>
          </p:nvSpPr>
          <p:spPr>
            <a:xfrm>
              <a:off x="14692637" y="1813330"/>
              <a:ext cx="12685" cy="1242830"/>
            </a:xfrm>
            <a:custGeom>
              <a:avLst/>
              <a:gdLst>
                <a:gd name="csX0" fmla="*/ -177 w 12685"/>
                <a:gd name="csY0" fmla="*/ 1242926 h 1242830"/>
                <a:gd name="csX1" fmla="*/ -177 w 12685"/>
                <a:gd name="csY1" fmla="*/ 96 h 124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685" h="1242830">
                  <a:moveTo>
                    <a:pt x="-177" y="1242926"/>
                  </a:moveTo>
                  <a:lnTo>
                    <a:pt x="-177" y="96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0" name="Freihandform: Form 929">
              <a:extLst>
                <a:ext uri="{FF2B5EF4-FFF2-40B4-BE49-F238E27FC236}">
                  <a16:creationId xmlns:a16="http://schemas.microsoft.com/office/drawing/2014/main" id="{C9FA01D9-5EF0-01D7-5044-21F502D097D9}"/>
                </a:ext>
              </a:extLst>
            </p:cNvPr>
            <p:cNvSpPr/>
            <p:nvPr/>
          </p:nvSpPr>
          <p:spPr>
            <a:xfrm>
              <a:off x="15048873" y="1813330"/>
              <a:ext cx="12685" cy="1242830"/>
            </a:xfrm>
            <a:custGeom>
              <a:avLst/>
              <a:gdLst>
                <a:gd name="csX0" fmla="*/ -177 w 12685"/>
                <a:gd name="csY0" fmla="*/ 1242926 h 1242830"/>
                <a:gd name="csX1" fmla="*/ -177 w 12685"/>
                <a:gd name="csY1" fmla="*/ 96 h 124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685" h="1242830">
                  <a:moveTo>
                    <a:pt x="-177" y="1242926"/>
                  </a:moveTo>
                  <a:lnTo>
                    <a:pt x="-177" y="96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1" name="Freihandform: Form 930">
              <a:extLst>
                <a:ext uri="{FF2B5EF4-FFF2-40B4-BE49-F238E27FC236}">
                  <a16:creationId xmlns:a16="http://schemas.microsoft.com/office/drawing/2014/main" id="{F6DA9078-3095-006F-F6EC-00E52D5D1353}"/>
                </a:ext>
              </a:extLst>
            </p:cNvPr>
            <p:cNvSpPr/>
            <p:nvPr/>
          </p:nvSpPr>
          <p:spPr>
            <a:xfrm>
              <a:off x="15405159" y="1813330"/>
              <a:ext cx="12685" cy="1242830"/>
            </a:xfrm>
            <a:custGeom>
              <a:avLst/>
              <a:gdLst>
                <a:gd name="csX0" fmla="*/ -177 w 12685"/>
                <a:gd name="csY0" fmla="*/ 1242926 h 1242830"/>
                <a:gd name="csX1" fmla="*/ -177 w 12685"/>
                <a:gd name="csY1" fmla="*/ 96 h 124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685" h="1242830">
                  <a:moveTo>
                    <a:pt x="-177" y="1242926"/>
                  </a:moveTo>
                  <a:lnTo>
                    <a:pt x="-177" y="96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2" name="Freihandform: Form 931">
              <a:extLst>
                <a:ext uri="{FF2B5EF4-FFF2-40B4-BE49-F238E27FC236}">
                  <a16:creationId xmlns:a16="http://schemas.microsoft.com/office/drawing/2014/main" id="{380D5022-E9B8-22F7-CA93-5C737679C688}"/>
                </a:ext>
              </a:extLst>
            </p:cNvPr>
            <p:cNvSpPr/>
            <p:nvPr/>
          </p:nvSpPr>
          <p:spPr>
            <a:xfrm>
              <a:off x="13779425" y="2943221"/>
              <a:ext cx="53863" cy="56469"/>
            </a:xfrm>
            <a:custGeom>
              <a:avLst/>
              <a:gdLst>
                <a:gd name="csX0" fmla="*/ -557 w 53863"/>
                <a:gd name="csY0" fmla="*/ 165 h 56469"/>
                <a:gd name="csX1" fmla="*/ 53306 w 53863"/>
                <a:gd name="csY1" fmla="*/ 165 h 56469"/>
                <a:gd name="csX2" fmla="*/ 53306 w 53863"/>
                <a:gd name="csY2" fmla="*/ 56634 h 56469"/>
                <a:gd name="csX3" fmla="*/ -557 w 53863"/>
                <a:gd name="csY3" fmla="*/ 56634 h 56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3" h="56469">
                  <a:moveTo>
                    <a:pt x="-557" y="165"/>
                  </a:moveTo>
                  <a:lnTo>
                    <a:pt x="53306" y="165"/>
                  </a:lnTo>
                  <a:lnTo>
                    <a:pt x="53306" y="56634"/>
                  </a:lnTo>
                  <a:lnTo>
                    <a:pt x="-557" y="56634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3" name="Freihandform: Form 932">
              <a:extLst>
                <a:ext uri="{FF2B5EF4-FFF2-40B4-BE49-F238E27FC236}">
                  <a16:creationId xmlns:a16="http://schemas.microsoft.com/office/drawing/2014/main" id="{13542D7D-AE70-5DEF-312B-6C56D4F33CD4}"/>
                </a:ext>
              </a:extLst>
            </p:cNvPr>
            <p:cNvSpPr/>
            <p:nvPr/>
          </p:nvSpPr>
          <p:spPr>
            <a:xfrm>
              <a:off x="13833288" y="2905542"/>
              <a:ext cx="53864" cy="94149"/>
            </a:xfrm>
            <a:custGeom>
              <a:avLst/>
              <a:gdLst>
                <a:gd name="csX0" fmla="*/ -557 w 53864"/>
                <a:gd name="csY0" fmla="*/ 165 h 94149"/>
                <a:gd name="csX1" fmla="*/ 53307 w 53864"/>
                <a:gd name="csY1" fmla="*/ 165 h 94149"/>
                <a:gd name="csX2" fmla="*/ 53307 w 53864"/>
                <a:gd name="csY2" fmla="*/ 94314 h 94149"/>
                <a:gd name="csX3" fmla="*/ -557 w 53864"/>
                <a:gd name="csY3" fmla="*/ 94314 h 94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94149">
                  <a:moveTo>
                    <a:pt x="-557" y="165"/>
                  </a:moveTo>
                  <a:lnTo>
                    <a:pt x="53307" y="165"/>
                  </a:lnTo>
                  <a:lnTo>
                    <a:pt x="53307" y="94314"/>
                  </a:lnTo>
                  <a:lnTo>
                    <a:pt x="-557" y="94314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4" name="Freihandform: Form 933">
              <a:extLst>
                <a:ext uri="{FF2B5EF4-FFF2-40B4-BE49-F238E27FC236}">
                  <a16:creationId xmlns:a16="http://schemas.microsoft.com/office/drawing/2014/main" id="{FCE4B2A4-17B4-44FC-1447-3DE71FF8070A}"/>
                </a:ext>
              </a:extLst>
            </p:cNvPr>
            <p:cNvSpPr/>
            <p:nvPr/>
          </p:nvSpPr>
          <p:spPr>
            <a:xfrm>
              <a:off x="13887152" y="2980851"/>
              <a:ext cx="53864" cy="18839"/>
            </a:xfrm>
            <a:custGeom>
              <a:avLst/>
              <a:gdLst>
                <a:gd name="csX0" fmla="*/ -557 w 53864"/>
                <a:gd name="csY0" fmla="*/ 165 h 18839"/>
                <a:gd name="csX1" fmla="*/ 53307 w 53864"/>
                <a:gd name="csY1" fmla="*/ 165 h 18839"/>
                <a:gd name="csX2" fmla="*/ 53307 w 53864"/>
                <a:gd name="csY2" fmla="*/ 19004 h 18839"/>
                <a:gd name="csX3" fmla="*/ -557 w 53864"/>
                <a:gd name="csY3" fmla="*/ 19004 h 188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8839">
                  <a:moveTo>
                    <a:pt x="-557" y="165"/>
                  </a:moveTo>
                  <a:lnTo>
                    <a:pt x="53307" y="165"/>
                  </a:lnTo>
                  <a:lnTo>
                    <a:pt x="53307" y="19004"/>
                  </a:lnTo>
                  <a:lnTo>
                    <a:pt x="-557" y="19004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5" name="Freihandform: Form 934">
              <a:extLst>
                <a:ext uri="{FF2B5EF4-FFF2-40B4-BE49-F238E27FC236}">
                  <a16:creationId xmlns:a16="http://schemas.microsoft.com/office/drawing/2014/main" id="{16853AC3-0806-803A-EDA0-FE957D054DA2}"/>
                </a:ext>
              </a:extLst>
            </p:cNvPr>
            <p:cNvSpPr/>
            <p:nvPr/>
          </p:nvSpPr>
          <p:spPr>
            <a:xfrm>
              <a:off x="14318015" y="2943221"/>
              <a:ext cx="53864" cy="56469"/>
            </a:xfrm>
            <a:custGeom>
              <a:avLst/>
              <a:gdLst>
                <a:gd name="csX0" fmla="*/ -557 w 53864"/>
                <a:gd name="csY0" fmla="*/ 165 h 56469"/>
                <a:gd name="csX1" fmla="*/ 53307 w 53864"/>
                <a:gd name="csY1" fmla="*/ 165 h 56469"/>
                <a:gd name="csX2" fmla="*/ 53307 w 53864"/>
                <a:gd name="csY2" fmla="*/ 56634 h 56469"/>
                <a:gd name="csX3" fmla="*/ -557 w 53864"/>
                <a:gd name="csY3" fmla="*/ 56634 h 56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56469">
                  <a:moveTo>
                    <a:pt x="-557" y="165"/>
                  </a:moveTo>
                  <a:lnTo>
                    <a:pt x="53307" y="165"/>
                  </a:lnTo>
                  <a:lnTo>
                    <a:pt x="53307" y="56634"/>
                  </a:lnTo>
                  <a:lnTo>
                    <a:pt x="-557" y="56634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6" name="Freihandform: Form 935">
              <a:extLst>
                <a:ext uri="{FF2B5EF4-FFF2-40B4-BE49-F238E27FC236}">
                  <a16:creationId xmlns:a16="http://schemas.microsoft.com/office/drawing/2014/main" id="{8BD7E392-73BB-A64D-3D08-C241F8B0C5BC}"/>
                </a:ext>
              </a:extLst>
            </p:cNvPr>
            <p:cNvSpPr/>
            <p:nvPr/>
          </p:nvSpPr>
          <p:spPr>
            <a:xfrm>
              <a:off x="14371880" y="2811393"/>
              <a:ext cx="53864" cy="188298"/>
            </a:xfrm>
            <a:custGeom>
              <a:avLst/>
              <a:gdLst>
                <a:gd name="csX0" fmla="*/ -557 w 53864"/>
                <a:gd name="csY0" fmla="*/ 165 h 188298"/>
                <a:gd name="csX1" fmla="*/ 53307 w 53864"/>
                <a:gd name="csY1" fmla="*/ 165 h 188298"/>
                <a:gd name="csX2" fmla="*/ 53307 w 53864"/>
                <a:gd name="csY2" fmla="*/ 188463 h 188298"/>
                <a:gd name="csX3" fmla="*/ -557 w 53864"/>
                <a:gd name="csY3" fmla="*/ 188463 h 188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88298">
                  <a:moveTo>
                    <a:pt x="-557" y="165"/>
                  </a:moveTo>
                  <a:lnTo>
                    <a:pt x="53307" y="165"/>
                  </a:lnTo>
                  <a:lnTo>
                    <a:pt x="53307" y="188463"/>
                  </a:lnTo>
                  <a:lnTo>
                    <a:pt x="-557" y="18846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7" name="Freihandform: Form 936">
              <a:extLst>
                <a:ext uri="{FF2B5EF4-FFF2-40B4-BE49-F238E27FC236}">
                  <a16:creationId xmlns:a16="http://schemas.microsoft.com/office/drawing/2014/main" id="{18E1DADC-5F0F-0055-D220-A04AF4A1EE4E}"/>
                </a:ext>
              </a:extLst>
            </p:cNvPr>
            <p:cNvSpPr/>
            <p:nvPr/>
          </p:nvSpPr>
          <p:spPr>
            <a:xfrm>
              <a:off x="14425744" y="2867862"/>
              <a:ext cx="53864" cy="131828"/>
            </a:xfrm>
            <a:custGeom>
              <a:avLst/>
              <a:gdLst>
                <a:gd name="csX0" fmla="*/ -557 w 53864"/>
                <a:gd name="csY0" fmla="*/ 165 h 131828"/>
                <a:gd name="csX1" fmla="*/ 53307 w 53864"/>
                <a:gd name="csY1" fmla="*/ 165 h 131828"/>
                <a:gd name="csX2" fmla="*/ 53307 w 53864"/>
                <a:gd name="csY2" fmla="*/ 131993 h 131828"/>
                <a:gd name="csX3" fmla="*/ -557 w 53864"/>
                <a:gd name="csY3" fmla="*/ 131993 h 1318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31828">
                  <a:moveTo>
                    <a:pt x="-557" y="165"/>
                  </a:moveTo>
                  <a:lnTo>
                    <a:pt x="53307" y="165"/>
                  </a:lnTo>
                  <a:lnTo>
                    <a:pt x="53307" y="131993"/>
                  </a:lnTo>
                  <a:lnTo>
                    <a:pt x="-557" y="13199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8" name="Freihandform: Form 937">
              <a:extLst>
                <a:ext uri="{FF2B5EF4-FFF2-40B4-BE49-F238E27FC236}">
                  <a16:creationId xmlns:a16="http://schemas.microsoft.com/office/drawing/2014/main" id="{69E15C99-6046-B701-92BD-472AEEAEAC4D}"/>
                </a:ext>
              </a:extLst>
            </p:cNvPr>
            <p:cNvSpPr/>
            <p:nvPr/>
          </p:nvSpPr>
          <p:spPr>
            <a:xfrm>
              <a:off x="14479608" y="2830232"/>
              <a:ext cx="53864" cy="169458"/>
            </a:xfrm>
            <a:custGeom>
              <a:avLst/>
              <a:gdLst>
                <a:gd name="csX0" fmla="*/ -557 w 53864"/>
                <a:gd name="csY0" fmla="*/ 165 h 169458"/>
                <a:gd name="csX1" fmla="*/ 53307 w 53864"/>
                <a:gd name="csY1" fmla="*/ 165 h 169458"/>
                <a:gd name="csX2" fmla="*/ 53307 w 53864"/>
                <a:gd name="csY2" fmla="*/ 169623 h 169458"/>
                <a:gd name="csX3" fmla="*/ -557 w 53864"/>
                <a:gd name="csY3" fmla="*/ 169623 h 1694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69458">
                  <a:moveTo>
                    <a:pt x="-557" y="165"/>
                  </a:moveTo>
                  <a:lnTo>
                    <a:pt x="53307" y="165"/>
                  </a:lnTo>
                  <a:lnTo>
                    <a:pt x="53307" y="169623"/>
                  </a:lnTo>
                  <a:lnTo>
                    <a:pt x="-557" y="16962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9" name="Freihandform: Form 938">
              <a:extLst>
                <a:ext uri="{FF2B5EF4-FFF2-40B4-BE49-F238E27FC236}">
                  <a16:creationId xmlns:a16="http://schemas.microsoft.com/office/drawing/2014/main" id="{C6BBA44C-7653-C0D9-3912-F4A5015EECF4}"/>
                </a:ext>
              </a:extLst>
            </p:cNvPr>
            <p:cNvSpPr/>
            <p:nvPr/>
          </p:nvSpPr>
          <p:spPr>
            <a:xfrm>
              <a:off x="14533423" y="2811393"/>
              <a:ext cx="53863" cy="188298"/>
            </a:xfrm>
            <a:custGeom>
              <a:avLst/>
              <a:gdLst>
                <a:gd name="csX0" fmla="*/ -557 w 53863"/>
                <a:gd name="csY0" fmla="*/ 165 h 188298"/>
                <a:gd name="csX1" fmla="*/ 53306 w 53863"/>
                <a:gd name="csY1" fmla="*/ 165 h 188298"/>
                <a:gd name="csX2" fmla="*/ 53306 w 53863"/>
                <a:gd name="csY2" fmla="*/ 188463 h 188298"/>
                <a:gd name="csX3" fmla="*/ -557 w 53863"/>
                <a:gd name="csY3" fmla="*/ 188463 h 188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3" h="188298">
                  <a:moveTo>
                    <a:pt x="-557" y="165"/>
                  </a:moveTo>
                  <a:lnTo>
                    <a:pt x="53306" y="165"/>
                  </a:lnTo>
                  <a:lnTo>
                    <a:pt x="53306" y="188463"/>
                  </a:lnTo>
                  <a:lnTo>
                    <a:pt x="-557" y="18846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0" name="Freihandform: Form 939">
              <a:extLst>
                <a:ext uri="{FF2B5EF4-FFF2-40B4-BE49-F238E27FC236}">
                  <a16:creationId xmlns:a16="http://schemas.microsoft.com/office/drawing/2014/main" id="{74DD54AF-8216-BC02-A5C7-DFF609953B30}"/>
                </a:ext>
              </a:extLst>
            </p:cNvPr>
            <p:cNvSpPr/>
            <p:nvPr/>
          </p:nvSpPr>
          <p:spPr>
            <a:xfrm>
              <a:off x="14587286" y="2811393"/>
              <a:ext cx="53864" cy="188298"/>
            </a:xfrm>
            <a:custGeom>
              <a:avLst/>
              <a:gdLst>
                <a:gd name="csX0" fmla="*/ -557 w 53864"/>
                <a:gd name="csY0" fmla="*/ 165 h 188298"/>
                <a:gd name="csX1" fmla="*/ 53307 w 53864"/>
                <a:gd name="csY1" fmla="*/ 165 h 188298"/>
                <a:gd name="csX2" fmla="*/ 53307 w 53864"/>
                <a:gd name="csY2" fmla="*/ 188463 h 188298"/>
                <a:gd name="csX3" fmla="*/ -557 w 53864"/>
                <a:gd name="csY3" fmla="*/ 188463 h 188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88298">
                  <a:moveTo>
                    <a:pt x="-557" y="165"/>
                  </a:moveTo>
                  <a:lnTo>
                    <a:pt x="53307" y="165"/>
                  </a:lnTo>
                  <a:lnTo>
                    <a:pt x="53307" y="188463"/>
                  </a:lnTo>
                  <a:lnTo>
                    <a:pt x="-557" y="18846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1" name="Freihandform: Form 940">
              <a:extLst>
                <a:ext uri="{FF2B5EF4-FFF2-40B4-BE49-F238E27FC236}">
                  <a16:creationId xmlns:a16="http://schemas.microsoft.com/office/drawing/2014/main" id="{FB4738B0-24B0-767D-9AB1-3F0663201AA6}"/>
                </a:ext>
              </a:extLst>
            </p:cNvPr>
            <p:cNvSpPr/>
            <p:nvPr/>
          </p:nvSpPr>
          <p:spPr>
            <a:xfrm>
              <a:off x="14641151" y="2717243"/>
              <a:ext cx="53864" cy="282447"/>
            </a:xfrm>
            <a:custGeom>
              <a:avLst/>
              <a:gdLst>
                <a:gd name="csX0" fmla="*/ -557 w 53864"/>
                <a:gd name="csY0" fmla="*/ 165 h 282447"/>
                <a:gd name="csX1" fmla="*/ 53307 w 53864"/>
                <a:gd name="csY1" fmla="*/ 165 h 282447"/>
                <a:gd name="csX2" fmla="*/ 53307 w 53864"/>
                <a:gd name="csY2" fmla="*/ 282612 h 282447"/>
                <a:gd name="csX3" fmla="*/ -557 w 53864"/>
                <a:gd name="csY3" fmla="*/ 282612 h 2824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282447">
                  <a:moveTo>
                    <a:pt x="-557" y="165"/>
                  </a:moveTo>
                  <a:lnTo>
                    <a:pt x="53307" y="165"/>
                  </a:lnTo>
                  <a:lnTo>
                    <a:pt x="53307" y="282612"/>
                  </a:lnTo>
                  <a:lnTo>
                    <a:pt x="-557" y="282612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2" name="Freihandform: Form 941">
              <a:extLst>
                <a:ext uri="{FF2B5EF4-FFF2-40B4-BE49-F238E27FC236}">
                  <a16:creationId xmlns:a16="http://schemas.microsoft.com/office/drawing/2014/main" id="{857502EC-760A-7F31-08F3-35F517CDB622}"/>
                </a:ext>
              </a:extLst>
            </p:cNvPr>
            <p:cNvSpPr/>
            <p:nvPr/>
          </p:nvSpPr>
          <p:spPr>
            <a:xfrm>
              <a:off x="14695015" y="2773713"/>
              <a:ext cx="53864" cy="225978"/>
            </a:xfrm>
            <a:custGeom>
              <a:avLst/>
              <a:gdLst>
                <a:gd name="csX0" fmla="*/ -557 w 53864"/>
                <a:gd name="csY0" fmla="*/ 165 h 225978"/>
                <a:gd name="csX1" fmla="*/ 53307 w 53864"/>
                <a:gd name="csY1" fmla="*/ 165 h 225978"/>
                <a:gd name="csX2" fmla="*/ 53307 w 53864"/>
                <a:gd name="csY2" fmla="*/ 226143 h 225978"/>
                <a:gd name="csX3" fmla="*/ -557 w 53864"/>
                <a:gd name="csY3" fmla="*/ 226143 h 225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225978">
                  <a:moveTo>
                    <a:pt x="-557" y="165"/>
                  </a:moveTo>
                  <a:lnTo>
                    <a:pt x="53307" y="165"/>
                  </a:lnTo>
                  <a:lnTo>
                    <a:pt x="53307" y="226143"/>
                  </a:lnTo>
                  <a:lnTo>
                    <a:pt x="-557" y="22614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3" name="Freihandform: Form 942">
              <a:extLst>
                <a:ext uri="{FF2B5EF4-FFF2-40B4-BE49-F238E27FC236}">
                  <a16:creationId xmlns:a16="http://schemas.microsoft.com/office/drawing/2014/main" id="{8DE05C25-F80D-3A88-588E-286ACAA254EE}"/>
                </a:ext>
              </a:extLst>
            </p:cNvPr>
            <p:cNvSpPr/>
            <p:nvPr/>
          </p:nvSpPr>
          <p:spPr>
            <a:xfrm>
              <a:off x="14748879" y="2792553"/>
              <a:ext cx="53864" cy="207138"/>
            </a:xfrm>
            <a:custGeom>
              <a:avLst/>
              <a:gdLst>
                <a:gd name="csX0" fmla="*/ -557 w 53864"/>
                <a:gd name="csY0" fmla="*/ 165 h 207138"/>
                <a:gd name="csX1" fmla="*/ 53307 w 53864"/>
                <a:gd name="csY1" fmla="*/ 165 h 207138"/>
                <a:gd name="csX2" fmla="*/ 53307 w 53864"/>
                <a:gd name="csY2" fmla="*/ 207303 h 207138"/>
                <a:gd name="csX3" fmla="*/ -557 w 53864"/>
                <a:gd name="csY3" fmla="*/ 207303 h 2071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207138">
                  <a:moveTo>
                    <a:pt x="-557" y="165"/>
                  </a:moveTo>
                  <a:lnTo>
                    <a:pt x="53307" y="165"/>
                  </a:lnTo>
                  <a:lnTo>
                    <a:pt x="53307" y="207303"/>
                  </a:lnTo>
                  <a:lnTo>
                    <a:pt x="-557" y="20730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4" name="Freihandform: Form 943">
              <a:extLst>
                <a:ext uri="{FF2B5EF4-FFF2-40B4-BE49-F238E27FC236}">
                  <a16:creationId xmlns:a16="http://schemas.microsoft.com/office/drawing/2014/main" id="{BF145399-8450-F1E8-67D7-E929404D6C1A}"/>
                </a:ext>
              </a:extLst>
            </p:cNvPr>
            <p:cNvSpPr/>
            <p:nvPr/>
          </p:nvSpPr>
          <p:spPr>
            <a:xfrm>
              <a:off x="14802743" y="2811393"/>
              <a:ext cx="53864" cy="188298"/>
            </a:xfrm>
            <a:custGeom>
              <a:avLst/>
              <a:gdLst>
                <a:gd name="csX0" fmla="*/ -557 w 53864"/>
                <a:gd name="csY0" fmla="*/ 165 h 188298"/>
                <a:gd name="csX1" fmla="*/ 53307 w 53864"/>
                <a:gd name="csY1" fmla="*/ 165 h 188298"/>
                <a:gd name="csX2" fmla="*/ 53307 w 53864"/>
                <a:gd name="csY2" fmla="*/ 188463 h 188298"/>
                <a:gd name="csX3" fmla="*/ -557 w 53864"/>
                <a:gd name="csY3" fmla="*/ 188463 h 188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88298">
                  <a:moveTo>
                    <a:pt x="-557" y="165"/>
                  </a:moveTo>
                  <a:lnTo>
                    <a:pt x="53307" y="165"/>
                  </a:lnTo>
                  <a:lnTo>
                    <a:pt x="53307" y="188463"/>
                  </a:lnTo>
                  <a:lnTo>
                    <a:pt x="-557" y="18846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5" name="Freihandform: Form 944">
              <a:extLst>
                <a:ext uri="{FF2B5EF4-FFF2-40B4-BE49-F238E27FC236}">
                  <a16:creationId xmlns:a16="http://schemas.microsoft.com/office/drawing/2014/main" id="{AE5F1711-AA13-82F1-E253-ADFA32DCCD3B}"/>
                </a:ext>
              </a:extLst>
            </p:cNvPr>
            <p:cNvSpPr/>
            <p:nvPr/>
          </p:nvSpPr>
          <p:spPr>
            <a:xfrm>
              <a:off x="14856607" y="2849022"/>
              <a:ext cx="53864" cy="150668"/>
            </a:xfrm>
            <a:custGeom>
              <a:avLst/>
              <a:gdLst>
                <a:gd name="csX0" fmla="*/ -557 w 53864"/>
                <a:gd name="csY0" fmla="*/ 165 h 150668"/>
                <a:gd name="csX1" fmla="*/ 53307 w 53864"/>
                <a:gd name="csY1" fmla="*/ 165 h 150668"/>
                <a:gd name="csX2" fmla="*/ 53307 w 53864"/>
                <a:gd name="csY2" fmla="*/ 150833 h 150668"/>
                <a:gd name="csX3" fmla="*/ -557 w 53864"/>
                <a:gd name="csY3" fmla="*/ 150833 h 1506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50668">
                  <a:moveTo>
                    <a:pt x="-557" y="165"/>
                  </a:moveTo>
                  <a:lnTo>
                    <a:pt x="53307" y="165"/>
                  </a:lnTo>
                  <a:lnTo>
                    <a:pt x="53307" y="150833"/>
                  </a:lnTo>
                  <a:lnTo>
                    <a:pt x="-557" y="15083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6" name="Freihandform: Form 945">
              <a:extLst>
                <a:ext uri="{FF2B5EF4-FFF2-40B4-BE49-F238E27FC236}">
                  <a16:creationId xmlns:a16="http://schemas.microsoft.com/office/drawing/2014/main" id="{F2F1A7E1-5908-3168-70E4-831B0DA36572}"/>
                </a:ext>
              </a:extLst>
            </p:cNvPr>
            <p:cNvSpPr/>
            <p:nvPr/>
          </p:nvSpPr>
          <p:spPr>
            <a:xfrm>
              <a:off x="14910471" y="2830232"/>
              <a:ext cx="53864" cy="169458"/>
            </a:xfrm>
            <a:custGeom>
              <a:avLst/>
              <a:gdLst>
                <a:gd name="csX0" fmla="*/ -557 w 53864"/>
                <a:gd name="csY0" fmla="*/ 165 h 169458"/>
                <a:gd name="csX1" fmla="*/ 53308 w 53864"/>
                <a:gd name="csY1" fmla="*/ 165 h 169458"/>
                <a:gd name="csX2" fmla="*/ 53308 w 53864"/>
                <a:gd name="csY2" fmla="*/ 169623 h 169458"/>
                <a:gd name="csX3" fmla="*/ -557 w 53864"/>
                <a:gd name="csY3" fmla="*/ 169623 h 1694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69458">
                  <a:moveTo>
                    <a:pt x="-557" y="165"/>
                  </a:moveTo>
                  <a:lnTo>
                    <a:pt x="53308" y="165"/>
                  </a:lnTo>
                  <a:lnTo>
                    <a:pt x="53308" y="169623"/>
                  </a:lnTo>
                  <a:lnTo>
                    <a:pt x="-557" y="16962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7" name="Freihandform: Form 946">
              <a:extLst>
                <a:ext uri="{FF2B5EF4-FFF2-40B4-BE49-F238E27FC236}">
                  <a16:creationId xmlns:a16="http://schemas.microsoft.com/office/drawing/2014/main" id="{00874C40-145B-FB16-7EA1-8F3987171C66}"/>
                </a:ext>
              </a:extLst>
            </p:cNvPr>
            <p:cNvSpPr/>
            <p:nvPr/>
          </p:nvSpPr>
          <p:spPr>
            <a:xfrm>
              <a:off x="14964336" y="2754873"/>
              <a:ext cx="53863" cy="244817"/>
            </a:xfrm>
            <a:custGeom>
              <a:avLst/>
              <a:gdLst>
                <a:gd name="csX0" fmla="*/ -557 w 53863"/>
                <a:gd name="csY0" fmla="*/ 165 h 244817"/>
                <a:gd name="csX1" fmla="*/ 53306 w 53863"/>
                <a:gd name="csY1" fmla="*/ 165 h 244817"/>
                <a:gd name="csX2" fmla="*/ 53306 w 53863"/>
                <a:gd name="csY2" fmla="*/ 244982 h 244817"/>
                <a:gd name="csX3" fmla="*/ -557 w 53863"/>
                <a:gd name="csY3" fmla="*/ 244982 h 2448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3" h="244817">
                  <a:moveTo>
                    <a:pt x="-557" y="165"/>
                  </a:moveTo>
                  <a:lnTo>
                    <a:pt x="53306" y="165"/>
                  </a:lnTo>
                  <a:lnTo>
                    <a:pt x="53306" y="244982"/>
                  </a:lnTo>
                  <a:lnTo>
                    <a:pt x="-557" y="244982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8" name="Freihandform: Form 947">
              <a:extLst>
                <a:ext uri="{FF2B5EF4-FFF2-40B4-BE49-F238E27FC236}">
                  <a16:creationId xmlns:a16="http://schemas.microsoft.com/office/drawing/2014/main" id="{2BADBFA9-1AB1-0BBF-37EE-B340FE640274}"/>
                </a:ext>
              </a:extLst>
            </p:cNvPr>
            <p:cNvSpPr/>
            <p:nvPr/>
          </p:nvSpPr>
          <p:spPr>
            <a:xfrm>
              <a:off x="15018150" y="2717243"/>
              <a:ext cx="53864" cy="282447"/>
            </a:xfrm>
            <a:custGeom>
              <a:avLst/>
              <a:gdLst>
                <a:gd name="csX0" fmla="*/ -557 w 53864"/>
                <a:gd name="csY0" fmla="*/ 165 h 282447"/>
                <a:gd name="csX1" fmla="*/ 53307 w 53864"/>
                <a:gd name="csY1" fmla="*/ 165 h 282447"/>
                <a:gd name="csX2" fmla="*/ 53307 w 53864"/>
                <a:gd name="csY2" fmla="*/ 282612 h 282447"/>
                <a:gd name="csX3" fmla="*/ -557 w 53864"/>
                <a:gd name="csY3" fmla="*/ 282612 h 2824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282447">
                  <a:moveTo>
                    <a:pt x="-557" y="165"/>
                  </a:moveTo>
                  <a:lnTo>
                    <a:pt x="53307" y="165"/>
                  </a:lnTo>
                  <a:lnTo>
                    <a:pt x="53307" y="282612"/>
                  </a:lnTo>
                  <a:lnTo>
                    <a:pt x="-557" y="282612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9" name="Freihandform: Form 948">
              <a:extLst>
                <a:ext uri="{FF2B5EF4-FFF2-40B4-BE49-F238E27FC236}">
                  <a16:creationId xmlns:a16="http://schemas.microsoft.com/office/drawing/2014/main" id="{DABDBCAC-EA87-3236-571E-2AFB0013EE8B}"/>
                </a:ext>
              </a:extLst>
            </p:cNvPr>
            <p:cNvSpPr/>
            <p:nvPr/>
          </p:nvSpPr>
          <p:spPr>
            <a:xfrm>
              <a:off x="15072014" y="2811393"/>
              <a:ext cx="53864" cy="188298"/>
            </a:xfrm>
            <a:custGeom>
              <a:avLst/>
              <a:gdLst>
                <a:gd name="csX0" fmla="*/ -557 w 53864"/>
                <a:gd name="csY0" fmla="*/ 165 h 188298"/>
                <a:gd name="csX1" fmla="*/ 53307 w 53864"/>
                <a:gd name="csY1" fmla="*/ 165 h 188298"/>
                <a:gd name="csX2" fmla="*/ 53307 w 53864"/>
                <a:gd name="csY2" fmla="*/ 188463 h 188298"/>
                <a:gd name="csX3" fmla="*/ -557 w 53864"/>
                <a:gd name="csY3" fmla="*/ 188463 h 188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88298">
                  <a:moveTo>
                    <a:pt x="-557" y="165"/>
                  </a:moveTo>
                  <a:lnTo>
                    <a:pt x="53307" y="165"/>
                  </a:lnTo>
                  <a:lnTo>
                    <a:pt x="53307" y="188463"/>
                  </a:lnTo>
                  <a:lnTo>
                    <a:pt x="-557" y="18846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0" name="Freihandform: Form 949">
              <a:extLst>
                <a:ext uri="{FF2B5EF4-FFF2-40B4-BE49-F238E27FC236}">
                  <a16:creationId xmlns:a16="http://schemas.microsoft.com/office/drawing/2014/main" id="{C1E9DBED-5C3E-6401-916E-C4B81160D45A}"/>
                </a:ext>
              </a:extLst>
            </p:cNvPr>
            <p:cNvSpPr/>
            <p:nvPr/>
          </p:nvSpPr>
          <p:spPr>
            <a:xfrm>
              <a:off x="15125878" y="2811393"/>
              <a:ext cx="53864" cy="188298"/>
            </a:xfrm>
            <a:custGeom>
              <a:avLst/>
              <a:gdLst>
                <a:gd name="csX0" fmla="*/ -557 w 53864"/>
                <a:gd name="csY0" fmla="*/ 165 h 188298"/>
                <a:gd name="csX1" fmla="*/ 53307 w 53864"/>
                <a:gd name="csY1" fmla="*/ 165 h 188298"/>
                <a:gd name="csX2" fmla="*/ 53307 w 53864"/>
                <a:gd name="csY2" fmla="*/ 188463 h 188298"/>
                <a:gd name="csX3" fmla="*/ -557 w 53864"/>
                <a:gd name="csY3" fmla="*/ 188463 h 188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88298">
                  <a:moveTo>
                    <a:pt x="-557" y="165"/>
                  </a:moveTo>
                  <a:lnTo>
                    <a:pt x="53307" y="165"/>
                  </a:lnTo>
                  <a:lnTo>
                    <a:pt x="53307" y="188463"/>
                  </a:lnTo>
                  <a:lnTo>
                    <a:pt x="-557" y="18846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1" name="Freihandform: Form 950">
              <a:extLst>
                <a:ext uri="{FF2B5EF4-FFF2-40B4-BE49-F238E27FC236}">
                  <a16:creationId xmlns:a16="http://schemas.microsoft.com/office/drawing/2014/main" id="{E2D09342-F752-5704-7B48-DF3F98FA2DF9}"/>
                </a:ext>
              </a:extLst>
            </p:cNvPr>
            <p:cNvSpPr/>
            <p:nvPr/>
          </p:nvSpPr>
          <p:spPr>
            <a:xfrm>
              <a:off x="15179742" y="2943221"/>
              <a:ext cx="53864" cy="56469"/>
            </a:xfrm>
            <a:custGeom>
              <a:avLst/>
              <a:gdLst>
                <a:gd name="csX0" fmla="*/ -557 w 53864"/>
                <a:gd name="csY0" fmla="*/ 165 h 56469"/>
                <a:gd name="csX1" fmla="*/ 53307 w 53864"/>
                <a:gd name="csY1" fmla="*/ 165 h 56469"/>
                <a:gd name="csX2" fmla="*/ 53307 w 53864"/>
                <a:gd name="csY2" fmla="*/ 56634 h 56469"/>
                <a:gd name="csX3" fmla="*/ -557 w 53864"/>
                <a:gd name="csY3" fmla="*/ 56634 h 56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56469">
                  <a:moveTo>
                    <a:pt x="-557" y="165"/>
                  </a:moveTo>
                  <a:lnTo>
                    <a:pt x="53307" y="165"/>
                  </a:lnTo>
                  <a:lnTo>
                    <a:pt x="53307" y="56634"/>
                  </a:lnTo>
                  <a:lnTo>
                    <a:pt x="-557" y="56634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2" name="Freihandform: Form 951">
              <a:extLst>
                <a:ext uri="{FF2B5EF4-FFF2-40B4-BE49-F238E27FC236}">
                  <a16:creationId xmlns:a16="http://schemas.microsoft.com/office/drawing/2014/main" id="{127A7E44-0794-941C-2A24-7CB79D047602}"/>
                </a:ext>
              </a:extLst>
            </p:cNvPr>
            <p:cNvSpPr/>
            <p:nvPr/>
          </p:nvSpPr>
          <p:spPr>
            <a:xfrm>
              <a:off x="15233606" y="2980851"/>
              <a:ext cx="53864" cy="18839"/>
            </a:xfrm>
            <a:custGeom>
              <a:avLst/>
              <a:gdLst>
                <a:gd name="csX0" fmla="*/ -557 w 53864"/>
                <a:gd name="csY0" fmla="*/ 165 h 18839"/>
                <a:gd name="csX1" fmla="*/ 53307 w 53864"/>
                <a:gd name="csY1" fmla="*/ 165 h 18839"/>
                <a:gd name="csX2" fmla="*/ 53307 w 53864"/>
                <a:gd name="csY2" fmla="*/ 19004 h 18839"/>
                <a:gd name="csX3" fmla="*/ -557 w 53864"/>
                <a:gd name="csY3" fmla="*/ 19004 h 188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8839">
                  <a:moveTo>
                    <a:pt x="-557" y="165"/>
                  </a:moveTo>
                  <a:lnTo>
                    <a:pt x="53307" y="165"/>
                  </a:lnTo>
                  <a:lnTo>
                    <a:pt x="53307" y="19004"/>
                  </a:lnTo>
                  <a:lnTo>
                    <a:pt x="-557" y="19004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3" name="Freihandform: Form 952">
              <a:extLst>
                <a:ext uri="{FF2B5EF4-FFF2-40B4-BE49-F238E27FC236}">
                  <a16:creationId xmlns:a16="http://schemas.microsoft.com/office/drawing/2014/main" id="{06DB636A-F8C6-2C8D-C4A3-17C30EA36AE6}"/>
                </a:ext>
              </a:extLst>
            </p:cNvPr>
            <p:cNvSpPr/>
            <p:nvPr/>
          </p:nvSpPr>
          <p:spPr>
            <a:xfrm>
              <a:off x="15287470" y="2943221"/>
              <a:ext cx="53864" cy="56469"/>
            </a:xfrm>
            <a:custGeom>
              <a:avLst/>
              <a:gdLst>
                <a:gd name="csX0" fmla="*/ -557 w 53864"/>
                <a:gd name="csY0" fmla="*/ 165 h 56469"/>
                <a:gd name="csX1" fmla="*/ 53308 w 53864"/>
                <a:gd name="csY1" fmla="*/ 165 h 56469"/>
                <a:gd name="csX2" fmla="*/ 53308 w 53864"/>
                <a:gd name="csY2" fmla="*/ 56634 h 56469"/>
                <a:gd name="csX3" fmla="*/ -557 w 53864"/>
                <a:gd name="csY3" fmla="*/ 56634 h 56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56469">
                  <a:moveTo>
                    <a:pt x="-557" y="165"/>
                  </a:moveTo>
                  <a:lnTo>
                    <a:pt x="53308" y="165"/>
                  </a:lnTo>
                  <a:lnTo>
                    <a:pt x="53308" y="56634"/>
                  </a:lnTo>
                  <a:lnTo>
                    <a:pt x="-557" y="56634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4" name="Freihandform: Form 953">
              <a:extLst>
                <a:ext uri="{FF2B5EF4-FFF2-40B4-BE49-F238E27FC236}">
                  <a16:creationId xmlns:a16="http://schemas.microsoft.com/office/drawing/2014/main" id="{F68D8AE0-3465-CDE2-E248-196E044E19E8}"/>
                </a:ext>
              </a:extLst>
            </p:cNvPr>
            <p:cNvSpPr/>
            <p:nvPr/>
          </p:nvSpPr>
          <p:spPr>
            <a:xfrm>
              <a:off x="15341335" y="2980851"/>
              <a:ext cx="53863" cy="18839"/>
            </a:xfrm>
            <a:custGeom>
              <a:avLst/>
              <a:gdLst>
                <a:gd name="csX0" fmla="*/ -557 w 53863"/>
                <a:gd name="csY0" fmla="*/ 165 h 18839"/>
                <a:gd name="csX1" fmla="*/ 53306 w 53863"/>
                <a:gd name="csY1" fmla="*/ 165 h 18839"/>
                <a:gd name="csX2" fmla="*/ 53306 w 53863"/>
                <a:gd name="csY2" fmla="*/ 19004 h 18839"/>
                <a:gd name="csX3" fmla="*/ -557 w 53863"/>
                <a:gd name="csY3" fmla="*/ 19004 h 188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3" h="18839">
                  <a:moveTo>
                    <a:pt x="-557" y="165"/>
                  </a:moveTo>
                  <a:lnTo>
                    <a:pt x="53306" y="165"/>
                  </a:lnTo>
                  <a:lnTo>
                    <a:pt x="53306" y="19004"/>
                  </a:lnTo>
                  <a:lnTo>
                    <a:pt x="-557" y="19004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5" name="Freihandform: Form 954">
              <a:extLst>
                <a:ext uri="{FF2B5EF4-FFF2-40B4-BE49-F238E27FC236}">
                  <a16:creationId xmlns:a16="http://schemas.microsoft.com/office/drawing/2014/main" id="{F8559297-B0D1-5C06-638E-ACA37B5FF533}"/>
                </a:ext>
              </a:extLst>
            </p:cNvPr>
            <p:cNvSpPr/>
            <p:nvPr/>
          </p:nvSpPr>
          <p:spPr>
            <a:xfrm>
              <a:off x="13779425" y="2905542"/>
              <a:ext cx="53863" cy="94149"/>
            </a:xfrm>
            <a:custGeom>
              <a:avLst/>
              <a:gdLst>
                <a:gd name="csX0" fmla="*/ -557 w 53863"/>
                <a:gd name="csY0" fmla="*/ 165 h 94149"/>
                <a:gd name="csX1" fmla="*/ 53306 w 53863"/>
                <a:gd name="csY1" fmla="*/ 165 h 94149"/>
                <a:gd name="csX2" fmla="*/ 53306 w 53863"/>
                <a:gd name="csY2" fmla="*/ 94314 h 94149"/>
                <a:gd name="csX3" fmla="*/ -557 w 53863"/>
                <a:gd name="csY3" fmla="*/ 94314 h 94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3" h="94149">
                  <a:moveTo>
                    <a:pt x="-557" y="165"/>
                  </a:moveTo>
                  <a:lnTo>
                    <a:pt x="53306" y="165"/>
                  </a:lnTo>
                  <a:lnTo>
                    <a:pt x="53306" y="94314"/>
                  </a:lnTo>
                  <a:lnTo>
                    <a:pt x="-557" y="94314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6" name="Freihandform: Form 955">
              <a:extLst>
                <a:ext uri="{FF2B5EF4-FFF2-40B4-BE49-F238E27FC236}">
                  <a16:creationId xmlns:a16="http://schemas.microsoft.com/office/drawing/2014/main" id="{0F1B42FF-0B06-4024-3C1E-90155B71B8A9}"/>
                </a:ext>
              </a:extLst>
            </p:cNvPr>
            <p:cNvSpPr/>
            <p:nvPr/>
          </p:nvSpPr>
          <p:spPr>
            <a:xfrm>
              <a:off x="13833288" y="2566574"/>
              <a:ext cx="53864" cy="433116"/>
            </a:xfrm>
            <a:custGeom>
              <a:avLst/>
              <a:gdLst>
                <a:gd name="csX0" fmla="*/ -557 w 53864"/>
                <a:gd name="csY0" fmla="*/ 165 h 433116"/>
                <a:gd name="csX1" fmla="*/ 53307 w 53864"/>
                <a:gd name="csY1" fmla="*/ 165 h 433116"/>
                <a:gd name="csX2" fmla="*/ 53307 w 53864"/>
                <a:gd name="csY2" fmla="*/ 433281 h 433116"/>
                <a:gd name="csX3" fmla="*/ -557 w 53864"/>
                <a:gd name="csY3" fmla="*/ 433281 h 4331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433116">
                  <a:moveTo>
                    <a:pt x="-557" y="165"/>
                  </a:moveTo>
                  <a:lnTo>
                    <a:pt x="53307" y="165"/>
                  </a:lnTo>
                  <a:lnTo>
                    <a:pt x="53307" y="433281"/>
                  </a:lnTo>
                  <a:lnTo>
                    <a:pt x="-557" y="433281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7" name="Freihandform: Form 956">
              <a:extLst>
                <a:ext uri="{FF2B5EF4-FFF2-40B4-BE49-F238E27FC236}">
                  <a16:creationId xmlns:a16="http://schemas.microsoft.com/office/drawing/2014/main" id="{A408ADBE-03FA-AD7D-5A8E-D7FA5B676803}"/>
                </a:ext>
              </a:extLst>
            </p:cNvPr>
            <p:cNvSpPr/>
            <p:nvPr/>
          </p:nvSpPr>
          <p:spPr>
            <a:xfrm>
              <a:off x="13887152" y="2660724"/>
              <a:ext cx="53864" cy="338967"/>
            </a:xfrm>
            <a:custGeom>
              <a:avLst/>
              <a:gdLst>
                <a:gd name="csX0" fmla="*/ -557 w 53864"/>
                <a:gd name="csY0" fmla="*/ 165 h 338967"/>
                <a:gd name="csX1" fmla="*/ 53307 w 53864"/>
                <a:gd name="csY1" fmla="*/ 165 h 338967"/>
                <a:gd name="csX2" fmla="*/ 53307 w 53864"/>
                <a:gd name="csY2" fmla="*/ 339132 h 338967"/>
                <a:gd name="csX3" fmla="*/ -557 w 53864"/>
                <a:gd name="csY3" fmla="*/ 339132 h 3389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338967">
                  <a:moveTo>
                    <a:pt x="-557" y="165"/>
                  </a:moveTo>
                  <a:lnTo>
                    <a:pt x="53307" y="165"/>
                  </a:lnTo>
                  <a:lnTo>
                    <a:pt x="53307" y="339132"/>
                  </a:lnTo>
                  <a:lnTo>
                    <a:pt x="-557" y="339132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8" name="Freihandform: Form 957">
              <a:extLst>
                <a:ext uri="{FF2B5EF4-FFF2-40B4-BE49-F238E27FC236}">
                  <a16:creationId xmlns:a16="http://schemas.microsoft.com/office/drawing/2014/main" id="{2DC7903C-BB70-8525-BFF6-6876FF42E105}"/>
                </a:ext>
              </a:extLst>
            </p:cNvPr>
            <p:cNvSpPr/>
            <p:nvPr/>
          </p:nvSpPr>
          <p:spPr>
            <a:xfrm>
              <a:off x="14210287" y="2943221"/>
              <a:ext cx="53864" cy="56469"/>
            </a:xfrm>
            <a:custGeom>
              <a:avLst/>
              <a:gdLst>
                <a:gd name="csX0" fmla="*/ -557 w 53864"/>
                <a:gd name="csY0" fmla="*/ 165 h 56469"/>
                <a:gd name="csX1" fmla="*/ 53307 w 53864"/>
                <a:gd name="csY1" fmla="*/ 165 h 56469"/>
                <a:gd name="csX2" fmla="*/ 53307 w 53864"/>
                <a:gd name="csY2" fmla="*/ 56634 h 56469"/>
                <a:gd name="csX3" fmla="*/ -557 w 53864"/>
                <a:gd name="csY3" fmla="*/ 56634 h 56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56469">
                  <a:moveTo>
                    <a:pt x="-557" y="165"/>
                  </a:moveTo>
                  <a:lnTo>
                    <a:pt x="53307" y="165"/>
                  </a:lnTo>
                  <a:lnTo>
                    <a:pt x="53307" y="56634"/>
                  </a:lnTo>
                  <a:lnTo>
                    <a:pt x="-557" y="56634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9" name="Freihandform: Form 958">
              <a:extLst>
                <a:ext uri="{FF2B5EF4-FFF2-40B4-BE49-F238E27FC236}">
                  <a16:creationId xmlns:a16="http://schemas.microsoft.com/office/drawing/2014/main" id="{64C501D1-1E6C-5A89-4D1A-F02B2CB09C0C}"/>
                </a:ext>
              </a:extLst>
            </p:cNvPr>
            <p:cNvSpPr/>
            <p:nvPr/>
          </p:nvSpPr>
          <p:spPr>
            <a:xfrm>
              <a:off x="14264151" y="2867862"/>
              <a:ext cx="53864" cy="131828"/>
            </a:xfrm>
            <a:custGeom>
              <a:avLst/>
              <a:gdLst>
                <a:gd name="csX0" fmla="*/ -557 w 53864"/>
                <a:gd name="csY0" fmla="*/ 165 h 131828"/>
                <a:gd name="csX1" fmla="*/ 53307 w 53864"/>
                <a:gd name="csY1" fmla="*/ 165 h 131828"/>
                <a:gd name="csX2" fmla="*/ 53307 w 53864"/>
                <a:gd name="csY2" fmla="*/ 131993 h 131828"/>
                <a:gd name="csX3" fmla="*/ -557 w 53864"/>
                <a:gd name="csY3" fmla="*/ 131993 h 1318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31828">
                  <a:moveTo>
                    <a:pt x="-557" y="165"/>
                  </a:moveTo>
                  <a:lnTo>
                    <a:pt x="53307" y="165"/>
                  </a:lnTo>
                  <a:lnTo>
                    <a:pt x="53307" y="131993"/>
                  </a:lnTo>
                  <a:lnTo>
                    <a:pt x="-557" y="131993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0" name="Freihandform: Form 959">
              <a:extLst>
                <a:ext uri="{FF2B5EF4-FFF2-40B4-BE49-F238E27FC236}">
                  <a16:creationId xmlns:a16="http://schemas.microsoft.com/office/drawing/2014/main" id="{20E63DEA-E803-E97E-4075-FD36F8D4E4D3}"/>
                </a:ext>
              </a:extLst>
            </p:cNvPr>
            <p:cNvSpPr/>
            <p:nvPr/>
          </p:nvSpPr>
          <p:spPr>
            <a:xfrm>
              <a:off x="14318015" y="2604254"/>
              <a:ext cx="53864" cy="395436"/>
            </a:xfrm>
            <a:custGeom>
              <a:avLst/>
              <a:gdLst>
                <a:gd name="csX0" fmla="*/ -557 w 53864"/>
                <a:gd name="csY0" fmla="*/ 165 h 395436"/>
                <a:gd name="csX1" fmla="*/ 53307 w 53864"/>
                <a:gd name="csY1" fmla="*/ 165 h 395436"/>
                <a:gd name="csX2" fmla="*/ 53307 w 53864"/>
                <a:gd name="csY2" fmla="*/ 395602 h 395436"/>
                <a:gd name="csX3" fmla="*/ -557 w 53864"/>
                <a:gd name="csY3" fmla="*/ 395602 h 395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395436">
                  <a:moveTo>
                    <a:pt x="-557" y="165"/>
                  </a:moveTo>
                  <a:lnTo>
                    <a:pt x="53307" y="165"/>
                  </a:lnTo>
                  <a:lnTo>
                    <a:pt x="53307" y="395602"/>
                  </a:lnTo>
                  <a:lnTo>
                    <a:pt x="-557" y="395602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1" name="Freihandform: Form 960">
              <a:extLst>
                <a:ext uri="{FF2B5EF4-FFF2-40B4-BE49-F238E27FC236}">
                  <a16:creationId xmlns:a16="http://schemas.microsoft.com/office/drawing/2014/main" id="{066B8E11-9FEA-979B-5E18-A7B72AE9ACA7}"/>
                </a:ext>
              </a:extLst>
            </p:cNvPr>
            <p:cNvSpPr/>
            <p:nvPr/>
          </p:nvSpPr>
          <p:spPr>
            <a:xfrm>
              <a:off x="14371880" y="2359436"/>
              <a:ext cx="53864" cy="640254"/>
            </a:xfrm>
            <a:custGeom>
              <a:avLst/>
              <a:gdLst>
                <a:gd name="csX0" fmla="*/ -557 w 53864"/>
                <a:gd name="csY0" fmla="*/ 165 h 640254"/>
                <a:gd name="csX1" fmla="*/ 53307 w 53864"/>
                <a:gd name="csY1" fmla="*/ 165 h 640254"/>
                <a:gd name="csX2" fmla="*/ 53307 w 53864"/>
                <a:gd name="csY2" fmla="*/ 640420 h 640254"/>
                <a:gd name="csX3" fmla="*/ -557 w 53864"/>
                <a:gd name="csY3" fmla="*/ 640420 h 6402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640254">
                  <a:moveTo>
                    <a:pt x="-557" y="165"/>
                  </a:moveTo>
                  <a:lnTo>
                    <a:pt x="53307" y="165"/>
                  </a:lnTo>
                  <a:lnTo>
                    <a:pt x="53307" y="640420"/>
                  </a:lnTo>
                  <a:lnTo>
                    <a:pt x="-557" y="640420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2" name="Freihandform: Form 961">
              <a:extLst>
                <a:ext uri="{FF2B5EF4-FFF2-40B4-BE49-F238E27FC236}">
                  <a16:creationId xmlns:a16="http://schemas.microsoft.com/office/drawing/2014/main" id="{F7D2596D-D15B-3441-5426-6962D5230010}"/>
                </a:ext>
              </a:extLst>
            </p:cNvPr>
            <p:cNvSpPr/>
            <p:nvPr/>
          </p:nvSpPr>
          <p:spPr>
            <a:xfrm>
              <a:off x="14425744" y="1869850"/>
              <a:ext cx="53864" cy="1129841"/>
            </a:xfrm>
            <a:custGeom>
              <a:avLst/>
              <a:gdLst>
                <a:gd name="csX0" fmla="*/ -557 w 53864"/>
                <a:gd name="csY0" fmla="*/ 165 h 1129841"/>
                <a:gd name="csX1" fmla="*/ 53307 w 53864"/>
                <a:gd name="csY1" fmla="*/ 165 h 1129841"/>
                <a:gd name="csX2" fmla="*/ 53307 w 53864"/>
                <a:gd name="csY2" fmla="*/ 1130006 h 1129841"/>
                <a:gd name="csX3" fmla="*/ -557 w 53864"/>
                <a:gd name="csY3" fmla="*/ 1130006 h 11298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129841">
                  <a:moveTo>
                    <a:pt x="-557" y="165"/>
                  </a:moveTo>
                  <a:lnTo>
                    <a:pt x="53307" y="165"/>
                  </a:lnTo>
                  <a:lnTo>
                    <a:pt x="53307" y="1130006"/>
                  </a:lnTo>
                  <a:lnTo>
                    <a:pt x="-557" y="1130006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3" name="Freihandform: Form 962">
              <a:extLst>
                <a:ext uri="{FF2B5EF4-FFF2-40B4-BE49-F238E27FC236}">
                  <a16:creationId xmlns:a16="http://schemas.microsoft.com/office/drawing/2014/main" id="{C5EEACD6-CA60-67A7-239A-A44DE25EE795}"/>
                </a:ext>
              </a:extLst>
            </p:cNvPr>
            <p:cNvSpPr/>
            <p:nvPr/>
          </p:nvSpPr>
          <p:spPr>
            <a:xfrm>
              <a:off x="14479608" y="2302966"/>
              <a:ext cx="53864" cy="696724"/>
            </a:xfrm>
            <a:custGeom>
              <a:avLst/>
              <a:gdLst>
                <a:gd name="csX0" fmla="*/ -557 w 53864"/>
                <a:gd name="csY0" fmla="*/ 165 h 696724"/>
                <a:gd name="csX1" fmla="*/ 53307 w 53864"/>
                <a:gd name="csY1" fmla="*/ 165 h 696724"/>
                <a:gd name="csX2" fmla="*/ 53307 w 53864"/>
                <a:gd name="csY2" fmla="*/ 696889 h 696724"/>
                <a:gd name="csX3" fmla="*/ -557 w 53864"/>
                <a:gd name="csY3" fmla="*/ 696889 h 6967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696724">
                  <a:moveTo>
                    <a:pt x="-557" y="165"/>
                  </a:moveTo>
                  <a:lnTo>
                    <a:pt x="53307" y="165"/>
                  </a:lnTo>
                  <a:lnTo>
                    <a:pt x="53307" y="696889"/>
                  </a:lnTo>
                  <a:lnTo>
                    <a:pt x="-557" y="696889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4" name="Freihandform: Form 963">
              <a:extLst>
                <a:ext uri="{FF2B5EF4-FFF2-40B4-BE49-F238E27FC236}">
                  <a16:creationId xmlns:a16="http://schemas.microsoft.com/office/drawing/2014/main" id="{7BEAF921-8A4E-7917-3E98-4FDA0ED0B10A}"/>
                </a:ext>
              </a:extLst>
            </p:cNvPr>
            <p:cNvSpPr/>
            <p:nvPr/>
          </p:nvSpPr>
          <p:spPr>
            <a:xfrm>
              <a:off x="14533423" y="2284127"/>
              <a:ext cx="53863" cy="715564"/>
            </a:xfrm>
            <a:custGeom>
              <a:avLst/>
              <a:gdLst>
                <a:gd name="csX0" fmla="*/ -557 w 53863"/>
                <a:gd name="csY0" fmla="*/ 165 h 715564"/>
                <a:gd name="csX1" fmla="*/ 53306 w 53863"/>
                <a:gd name="csY1" fmla="*/ 165 h 715564"/>
                <a:gd name="csX2" fmla="*/ 53306 w 53863"/>
                <a:gd name="csY2" fmla="*/ 715729 h 715564"/>
                <a:gd name="csX3" fmla="*/ -557 w 53863"/>
                <a:gd name="csY3" fmla="*/ 715729 h 715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3" h="715564">
                  <a:moveTo>
                    <a:pt x="-557" y="165"/>
                  </a:moveTo>
                  <a:lnTo>
                    <a:pt x="53306" y="165"/>
                  </a:lnTo>
                  <a:lnTo>
                    <a:pt x="53306" y="715729"/>
                  </a:lnTo>
                  <a:lnTo>
                    <a:pt x="-557" y="715729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5" name="Freihandform: Form 964">
              <a:extLst>
                <a:ext uri="{FF2B5EF4-FFF2-40B4-BE49-F238E27FC236}">
                  <a16:creationId xmlns:a16="http://schemas.microsoft.com/office/drawing/2014/main" id="{758C912F-7E31-609A-0A0C-83750C583E12}"/>
                </a:ext>
              </a:extLst>
            </p:cNvPr>
            <p:cNvSpPr/>
            <p:nvPr/>
          </p:nvSpPr>
          <p:spPr>
            <a:xfrm>
              <a:off x="14587286" y="2717243"/>
              <a:ext cx="53864" cy="282447"/>
            </a:xfrm>
            <a:custGeom>
              <a:avLst/>
              <a:gdLst>
                <a:gd name="csX0" fmla="*/ -557 w 53864"/>
                <a:gd name="csY0" fmla="*/ 165 h 282447"/>
                <a:gd name="csX1" fmla="*/ 53307 w 53864"/>
                <a:gd name="csY1" fmla="*/ 165 h 282447"/>
                <a:gd name="csX2" fmla="*/ 53307 w 53864"/>
                <a:gd name="csY2" fmla="*/ 282612 h 282447"/>
                <a:gd name="csX3" fmla="*/ -557 w 53864"/>
                <a:gd name="csY3" fmla="*/ 282612 h 2824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282447">
                  <a:moveTo>
                    <a:pt x="-557" y="165"/>
                  </a:moveTo>
                  <a:lnTo>
                    <a:pt x="53307" y="165"/>
                  </a:lnTo>
                  <a:lnTo>
                    <a:pt x="53307" y="282612"/>
                  </a:lnTo>
                  <a:lnTo>
                    <a:pt x="-557" y="282612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6" name="Freihandform: Form 965">
              <a:extLst>
                <a:ext uri="{FF2B5EF4-FFF2-40B4-BE49-F238E27FC236}">
                  <a16:creationId xmlns:a16="http://schemas.microsoft.com/office/drawing/2014/main" id="{CE0952C0-B4E4-370D-726D-5012A2394FFF}"/>
                </a:ext>
              </a:extLst>
            </p:cNvPr>
            <p:cNvSpPr/>
            <p:nvPr/>
          </p:nvSpPr>
          <p:spPr>
            <a:xfrm>
              <a:off x="14641151" y="2528895"/>
              <a:ext cx="53864" cy="470796"/>
            </a:xfrm>
            <a:custGeom>
              <a:avLst/>
              <a:gdLst>
                <a:gd name="csX0" fmla="*/ -557 w 53864"/>
                <a:gd name="csY0" fmla="*/ 165 h 470796"/>
                <a:gd name="csX1" fmla="*/ 53307 w 53864"/>
                <a:gd name="csY1" fmla="*/ 165 h 470796"/>
                <a:gd name="csX2" fmla="*/ 53307 w 53864"/>
                <a:gd name="csY2" fmla="*/ 470961 h 470796"/>
                <a:gd name="csX3" fmla="*/ -557 w 53864"/>
                <a:gd name="csY3" fmla="*/ 470961 h 4707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470796">
                  <a:moveTo>
                    <a:pt x="-557" y="165"/>
                  </a:moveTo>
                  <a:lnTo>
                    <a:pt x="53307" y="165"/>
                  </a:lnTo>
                  <a:lnTo>
                    <a:pt x="53307" y="470961"/>
                  </a:lnTo>
                  <a:lnTo>
                    <a:pt x="-557" y="470961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7" name="Freihandform: Form 966">
              <a:extLst>
                <a:ext uri="{FF2B5EF4-FFF2-40B4-BE49-F238E27FC236}">
                  <a16:creationId xmlns:a16="http://schemas.microsoft.com/office/drawing/2014/main" id="{ECB0FEB2-B178-1ED8-BE72-DB82BD6AB2A6}"/>
                </a:ext>
              </a:extLst>
            </p:cNvPr>
            <p:cNvSpPr/>
            <p:nvPr/>
          </p:nvSpPr>
          <p:spPr>
            <a:xfrm>
              <a:off x="14695015" y="2754873"/>
              <a:ext cx="53864" cy="244817"/>
            </a:xfrm>
            <a:custGeom>
              <a:avLst/>
              <a:gdLst>
                <a:gd name="csX0" fmla="*/ -557 w 53864"/>
                <a:gd name="csY0" fmla="*/ 165 h 244817"/>
                <a:gd name="csX1" fmla="*/ 53307 w 53864"/>
                <a:gd name="csY1" fmla="*/ 165 h 244817"/>
                <a:gd name="csX2" fmla="*/ 53307 w 53864"/>
                <a:gd name="csY2" fmla="*/ 244983 h 244817"/>
                <a:gd name="csX3" fmla="*/ -557 w 53864"/>
                <a:gd name="csY3" fmla="*/ 244983 h 2448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244817">
                  <a:moveTo>
                    <a:pt x="-557" y="165"/>
                  </a:moveTo>
                  <a:lnTo>
                    <a:pt x="53307" y="165"/>
                  </a:lnTo>
                  <a:lnTo>
                    <a:pt x="53307" y="244983"/>
                  </a:lnTo>
                  <a:lnTo>
                    <a:pt x="-557" y="244983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8" name="Freihandform: Form 967">
              <a:extLst>
                <a:ext uri="{FF2B5EF4-FFF2-40B4-BE49-F238E27FC236}">
                  <a16:creationId xmlns:a16="http://schemas.microsoft.com/office/drawing/2014/main" id="{670E5DB6-1296-44CE-82F9-DF1621BC9630}"/>
                </a:ext>
              </a:extLst>
            </p:cNvPr>
            <p:cNvSpPr/>
            <p:nvPr/>
          </p:nvSpPr>
          <p:spPr>
            <a:xfrm>
              <a:off x="14748879" y="2641884"/>
              <a:ext cx="53864" cy="357806"/>
            </a:xfrm>
            <a:custGeom>
              <a:avLst/>
              <a:gdLst>
                <a:gd name="csX0" fmla="*/ -557 w 53864"/>
                <a:gd name="csY0" fmla="*/ 165 h 357806"/>
                <a:gd name="csX1" fmla="*/ 53307 w 53864"/>
                <a:gd name="csY1" fmla="*/ 165 h 357806"/>
                <a:gd name="csX2" fmla="*/ 53307 w 53864"/>
                <a:gd name="csY2" fmla="*/ 357972 h 357806"/>
                <a:gd name="csX3" fmla="*/ -557 w 53864"/>
                <a:gd name="csY3" fmla="*/ 357972 h 357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357806">
                  <a:moveTo>
                    <a:pt x="-557" y="165"/>
                  </a:moveTo>
                  <a:lnTo>
                    <a:pt x="53307" y="165"/>
                  </a:lnTo>
                  <a:lnTo>
                    <a:pt x="53307" y="357972"/>
                  </a:lnTo>
                  <a:lnTo>
                    <a:pt x="-557" y="357972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9" name="Freihandform: Form 968">
              <a:extLst>
                <a:ext uri="{FF2B5EF4-FFF2-40B4-BE49-F238E27FC236}">
                  <a16:creationId xmlns:a16="http://schemas.microsoft.com/office/drawing/2014/main" id="{E3251514-49A1-273F-C52E-00A676F145DA}"/>
                </a:ext>
              </a:extLst>
            </p:cNvPr>
            <p:cNvSpPr/>
            <p:nvPr/>
          </p:nvSpPr>
          <p:spPr>
            <a:xfrm>
              <a:off x="14802743" y="2698403"/>
              <a:ext cx="53864" cy="301287"/>
            </a:xfrm>
            <a:custGeom>
              <a:avLst/>
              <a:gdLst>
                <a:gd name="csX0" fmla="*/ -557 w 53864"/>
                <a:gd name="csY0" fmla="*/ 165 h 301287"/>
                <a:gd name="csX1" fmla="*/ 53307 w 53864"/>
                <a:gd name="csY1" fmla="*/ 165 h 301287"/>
                <a:gd name="csX2" fmla="*/ 53307 w 53864"/>
                <a:gd name="csY2" fmla="*/ 301452 h 301287"/>
                <a:gd name="csX3" fmla="*/ -557 w 53864"/>
                <a:gd name="csY3" fmla="*/ 301452 h 3012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301287">
                  <a:moveTo>
                    <a:pt x="-557" y="165"/>
                  </a:moveTo>
                  <a:lnTo>
                    <a:pt x="53307" y="165"/>
                  </a:lnTo>
                  <a:lnTo>
                    <a:pt x="53307" y="301452"/>
                  </a:lnTo>
                  <a:lnTo>
                    <a:pt x="-557" y="301452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0" name="Freihandform: Form 969">
              <a:extLst>
                <a:ext uri="{FF2B5EF4-FFF2-40B4-BE49-F238E27FC236}">
                  <a16:creationId xmlns:a16="http://schemas.microsoft.com/office/drawing/2014/main" id="{5DBC21C6-9399-C67A-E99E-3146E7D0A446}"/>
                </a:ext>
              </a:extLst>
            </p:cNvPr>
            <p:cNvSpPr/>
            <p:nvPr/>
          </p:nvSpPr>
          <p:spPr>
            <a:xfrm>
              <a:off x="14856607" y="2792553"/>
              <a:ext cx="53864" cy="207138"/>
            </a:xfrm>
            <a:custGeom>
              <a:avLst/>
              <a:gdLst>
                <a:gd name="csX0" fmla="*/ -557 w 53864"/>
                <a:gd name="csY0" fmla="*/ 165 h 207138"/>
                <a:gd name="csX1" fmla="*/ 53307 w 53864"/>
                <a:gd name="csY1" fmla="*/ 165 h 207138"/>
                <a:gd name="csX2" fmla="*/ 53307 w 53864"/>
                <a:gd name="csY2" fmla="*/ 207303 h 207138"/>
                <a:gd name="csX3" fmla="*/ -557 w 53864"/>
                <a:gd name="csY3" fmla="*/ 207303 h 2071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207138">
                  <a:moveTo>
                    <a:pt x="-557" y="165"/>
                  </a:moveTo>
                  <a:lnTo>
                    <a:pt x="53307" y="165"/>
                  </a:lnTo>
                  <a:lnTo>
                    <a:pt x="53307" y="207303"/>
                  </a:lnTo>
                  <a:lnTo>
                    <a:pt x="-557" y="207303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1" name="Freihandform: Form 970">
              <a:extLst>
                <a:ext uri="{FF2B5EF4-FFF2-40B4-BE49-F238E27FC236}">
                  <a16:creationId xmlns:a16="http://schemas.microsoft.com/office/drawing/2014/main" id="{370233DE-823E-7551-DD6F-773140230FD4}"/>
                </a:ext>
              </a:extLst>
            </p:cNvPr>
            <p:cNvSpPr/>
            <p:nvPr/>
          </p:nvSpPr>
          <p:spPr>
            <a:xfrm>
              <a:off x="14910471" y="2849022"/>
              <a:ext cx="53864" cy="150668"/>
            </a:xfrm>
            <a:custGeom>
              <a:avLst/>
              <a:gdLst>
                <a:gd name="csX0" fmla="*/ -557 w 53864"/>
                <a:gd name="csY0" fmla="*/ 165 h 150668"/>
                <a:gd name="csX1" fmla="*/ 53308 w 53864"/>
                <a:gd name="csY1" fmla="*/ 165 h 150668"/>
                <a:gd name="csX2" fmla="*/ 53308 w 53864"/>
                <a:gd name="csY2" fmla="*/ 150833 h 150668"/>
                <a:gd name="csX3" fmla="*/ -557 w 53864"/>
                <a:gd name="csY3" fmla="*/ 150833 h 1506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50668">
                  <a:moveTo>
                    <a:pt x="-557" y="165"/>
                  </a:moveTo>
                  <a:lnTo>
                    <a:pt x="53308" y="165"/>
                  </a:lnTo>
                  <a:lnTo>
                    <a:pt x="53308" y="150833"/>
                  </a:lnTo>
                  <a:lnTo>
                    <a:pt x="-557" y="150833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2" name="Freihandform: Form 971">
              <a:extLst>
                <a:ext uri="{FF2B5EF4-FFF2-40B4-BE49-F238E27FC236}">
                  <a16:creationId xmlns:a16="http://schemas.microsoft.com/office/drawing/2014/main" id="{80F82103-542D-380E-EC36-5672AEB6FA21}"/>
                </a:ext>
              </a:extLst>
            </p:cNvPr>
            <p:cNvSpPr/>
            <p:nvPr/>
          </p:nvSpPr>
          <p:spPr>
            <a:xfrm>
              <a:off x="14964336" y="2924382"/>
              <a:ext cx="53863" cy="75309"/>
            </a:xfrm>
            <a:custGeom>
              <a:avLst/>
              <a:gdLst>
                <a:gd name="csX0" fmla="*/ -557 w 53863"/>
                <a:gd name="csY0" fmla="*/ 165 h 75309"/>
                <a:gd name="csX1" fmla="*/ 53306 w 53863"/>
                <a:gd name="csY1" fmla="*/ 165 h 75309"/>
                <a:gd name="csX2" fmla="*/ 53306 w 53863"/>
                <a:gd name="csY2" fmla="*/ 75474 h 75309"/>
                <a:gd name="csX3" fmla="*/ -557 w 53863"/>
                <a:gd name="csY3" fmla="*/ 75474 h 753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3" h="75309">
                  <a:moveTo>
                    <a:pt x="-557" y="165"/>
                  </a:moveTo>
                  <a:lnTo>
                    <a:pt x="53306" y="165"/>
                  </a:lnTo>
                  <a:lnTo>
                    <a:pt x="53306" y="75474"/>
                  </a:lnTo>
                  <a:lnTo>
                    <a:pt x="-557" y="75474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3" name="Freihandform: Form 972">
              <a:extLst>
                <a:ext uri="{FF2B5EF4-FFF2-40B4-BE49-F238E27FC236}">
                  <a16:creationId xmlns:a16="http://schemas.microsoft.com/office/drawing/2014/main" id="{2864B6AB-50C5-500A-71B1-C8BBC77A276F}"/>
                </a:ext>
              </a:extLst>
            </p:cNvPr>
            <p:cNvSpPr/>
            <p:nvPr/>
          </p:nvSpPr>
          <p:spPr>
            <a:xfrm>
              <a:off x="15018150" y="2905542"/>
              <a:ext cx="53864" cy="94149"/>
            </a:xfrm>
            <a:custGeom>
              <a:avLst/>
              <a:gdLst>
                <a:gd name="csX0" fmla="*/ -557 w 53864"/>
                <a:gd name="csY0" fmla="*/ 165 h 94149"/>
                <a:gd name="csX1" fmla="*/ 53307 w 53864"/>
                <a:gd name="csY1" fmla="*/ 165 h 94149"/>
                <a:gd name="csX2" fmla="*/ 53307 w 53864"/>
                <a:gd name="csY2" fmla="*/ 94314 h 94149"/>
                <a:gd name="csX3" fmla="*/ -557 w 53864"/>
                <a:gd name="csY3" fmla="*/ 94314 h 94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94149">
                  <a:moveTo>
                    <a:pt x="-557" y="165"/>
                  </a:moveTo>
                  <a:lnTo>
                    <a:pt x="53307" y="165"/>
                  </a:lnTo>
                  <a:lnTo>
                    <a:pt x="53307" y="94314"/>
                  </a:lnTo>
                  <a:lnTo>
                    <a:pt x="-557" y="94314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4" name="Freihandform: Form 973">
              <a:extLst>
                <a:ext uri="{FF2B5EF4-FFF2-40B4-BE49-F238E27FC236}">
                  <a16:creationId xmlns:a16="http://schemas.microsoft.com/office/drawing/2014/main" id="{C69D89B1-F4BE-23B8-DE12-9EA056C02040}"/>
                </a:ext>
              </a:extLst>
            </p:cNvPr>
            <p:cNvSpPr/>
            <p:nvPr/>
          </p:nvSpPr>
          <p:spPr>
            <a:xfrm>
              <a:off x="15072014" y="2886702"/>
              <a:ext cx="53864" cy="112989"/>
            </a:xfrm>
            <a:custGeom>
              <a:avLst/>
              <a:gdLst>
                <a:gd name="csX0" fmla="*/ -557 w 53864"/>
                <a:gd name="csY0" fmla="*/ 165 h 112989"/>
                <a:gd name="csX1" fmla="*/ 53307 w 53864"/>
                <a:gd name="csY1" fmla="*/ 165 h 112989"/>
                <a:gd name="csX2" fmla="*/ 53307 w 53864"/>
                <a:gd name="csY2" fmla="*/ 113154 h 112989"/>
                <a:gd name="csX3" fmla="*/ -557 w 53864"/>
                <a:gd name="csY3" fmla="*/ 113154 h 1129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12989">
                  <a:moveTo>
                    <a:pt x="-557" y="165"/>
                  </a:moveTo>
                  <a:lnTo>
                    <a:pt x="53307" y="165"/>
                  </a:lnTo>
                  <a:lnTo>
                    <a:pt x="53307" y="113154"/>
                  </a:lnTo>
                  <a:lnTo>
                    <a:pt x="-557" y="113154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5" name="Freihandform: Form 974">
              <a:extLst>
                <a:ext uri="{FF2B5EF4-FFF2-40B4-BE49-F238E27FC236}">
                  <a16:creationId xmlns:a16="http://schemas.microsoft.com/office/drawing/2014/main" id="{D8C23E5B-FD59-DB01-B622-33F0E3F6C68A}"/>
                </a:ext>
              </a:extLst>
            </p:cNvPr>
            <p:cNvSpPr/>
            <p:nvPr/>
          </p:nvSpPr>
          <p:spPr>
            <a:xfrm>
              <a:off x="15125878" y="2980851"/>
              <a:ext cx="53864" cy="18839"/>
            </a:xfrm>
            <a:custGeom>
              <a:avLst/>
              <a:gdLst>
                <a:gd name="csX0" fmla="*/ -557 w 53864"/>
                <a:gd name="csY0" fmla="*/ 165 h 18839"/>
                <a:gd name="csX1" fmla="*/ 53307 w 53864"/>
                <a:gd name="csY1" fmla="*/ 165 h 18839"/>
                <a:gd name="csX2" fmla="*/ 53307 w 53864"/>
                <a:gd name="csY2" fmla="*/ 19004 h 18839"/>
                <a:gd name="csX3" fmla="*/ -557 w 53864"/>
                <a:gd name="csY3" fmla="*/ 19004 h 188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8839">
                  <a:moveTo>
                    <a:pt x="-557" y="165"/>
                  </a:moveTo>
                  <a:lnTo>
                    <a:pt x="53307" y="165"/>
                  </a:lnTo>
                  <a:lnTo>
                    <a:pt x="53307" y="19004"/>
                  </a:lnTo>
                  <a:lnTo>
                    <a:pt x="-557" y="19004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6" name="Freihandform: Form 975">
              <a:extLst>
                <a:ext uri="{FF2B5EF4-FFF2-40B4-BE49-F238E27FC236}">
                  <a16:creationId xmlns:a16="http://schemas.microsoft.com/office/drawing/2014/main" id="{F013C17A-079C-9624-A53F-600E24DA7B43}"/>
                </a:ext>
              </a:extLst>
            </p:cNvPr>
            <p:cNvSpPr/>
            <p:nvPr/>
          </p:nvSpPr>
          <p:spPr>
            <a:xfrm>
              <a:off x="15179742" y="2943221"/>
              <a:ext cx="53864" cy="56469"/>
            </a:xfrm>
            <a:custGeom>
              <a:avLst/>
              <a:gdLst>
                <a:gd name="csX0" fmla="*/ -557 w 53864"/>
                <a:gd name="csY0" fmla="*/ 165 h 56469"/>
                <a:gd name="csX1" fmla="*/ 53307 w 53864"/>
                <a:gd name="csY1" fmla="*/ 165 h 56469"/>
                <a:gd name="csX2" fmla="*/ 53307 w 53864"/>
                <a:gd name="csY2" fmla="*/ 56634 h 56469"/>
                <a:gd name="csX3" fmla="*/ -557 w 53864"/>
                <a:gd name="csY3" fmla="*/ 56634 h 56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56469">
                  <a:moveTo>
                    <a:pt x="-557" y="165"/>
                  </a:moveTo>
                  <a:lnTo>
                    <a:pt x="53307" y="165"/>
                  </a:lnTo>
                  <a:lnTo>
                    <a:pt x="53307" y="56634"/>
                  </a:lnTo>
                  <a:lnTo>
                    <a:pt x="-557" y="56634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7" name="Freihandform: Form 976">
              <a:extLst>
                <a:ext uri="{FF2B5EF4-FFF2-40B4-BE49-F238E27FC236}">
                  <a16:creationId xmlns:a16="http://schemas.microsoft.com/office/drawing/2014/main" id="{362DA0ED-A4EA-6EF8-9C7E-8101C974D747}"/>
                </a:ext>
              </a:extLst>
            </p:cNvPr>
            <p:cNvSpPr/>
            <p:nvPr/>
          </p:nvSpPr>
          <p:spPr>
            <a:xfrm>
              <a:off x="15233606" y="2980851"/>
              <a:ext cx="53864" cy="18839"/>
            </a:xfrm>
            <a:custGeom>
              <a:avLst/>
              <a:gdLst>
                <a:gd name="csX0" fmla="*/ -557 w 53864"/>
                <a:gd name="csY0" fmla="*/ 165 h 18839"/>
                <a:gd name="csX1" fmla="*/ 53307 w 53864"/>
                <a:gd name="csY1" fmla="*/ 165 h 18839"/>
                <a:gd name="csX2" fmla="*/ 53307 w 53864"/>
                <a:gd name="csY2" fmla="*/ 19004 h 18839"/>
                <a:gd name="csX3" fmla="*/ -557 w 53864"/>
                <a:gd name="csY3" fmla="*/ 19004 h 188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8839">
                  <a:moveTo>
                    <a:pt x="-557" y="165"/>
                  </a:moveTo>
                  <a:lnTo>
                    <a:pt x="53307" y="165"/>
                  </a:lnTo>
                  <a:lnTo>
                    <a:pt x="53307" y="19004"/>
                  </a:lnTo>
                  <a:lnTo>
                    <a:pt x="-557" y="19004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8" name="Freihandform: Form 977">
              <a:extLst>
                <a:ext uri="{FF2B5EF4-FFF2-40B4-BE49-F238E27FC236}">
                  <a16:creationId xmlns:a16="http://schemas.microsoft.com/office/drawing/2014/main" id="{12569B00-CC24-B260-F7DD-B2CC326C5C6D}"/>
                </a:ext>
              </a:extLst>
            </p:cNvPr>
            <p:cNvSpPr/>
            <p:nvPr/>
          </p:nvSpPr>
          <p:spPr>
            <a:xfrm>
              <a:off x="15287470" y="2962011"/>
              <a:ext cx="53864" cy="37679"/>
            </a:xfrm>
            <a:custGeom>
              <a:avLst/>
              <a:gdLst>
                <a:gd name="csX0" fmla="*/ -557 w 53864"/>
                <a:gd name="csY0" fmla="*/ 165 h 37679"/>
                <a:gd name="csX1" fmla="*/ 53308 w 53864"/>
                <a:gd name="csY1" fmla="*/ 165 h 37679"/>
                <a:gd name="csX2" fmla="*/ 53308 w 53864"/>
                <a:gd name="csY2" fmla="*/ 37844 h 37679"/>
                <a:gd name="csX3" fmla="*/ -557 w 53864"/>
                <a:gd name="csY3" fmla="*/ 37844 h 376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37679">
                  <a:moveTo>
                    <a:pt x="-557" y="165"/>
                  </a:moveTo>
                  <a:lnTo>
                    <a:pt x="53308" y="165"/>
                  </a:lnTo>
                  <a:lnTo>
                    <a:pt x="53308" y="37844"/>
                  </a:lnTo>
                  <a:lnTo>
                    <a:pt x="-557" y="37844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79" name="Grafik 858">
            <a:extLst>
              <a:ext uri="{FF2B5EF4-FFF2-40B4-BE49-F238E27FC236}">
                <a16:creationId xmlns:a16="http://schemas.microsoft.com/office/drawing/2014/main" id="{47310F39-0300-A91E-BE7D-1E0D283B39EB}"/>
              </a:ext>
            </a:extLst>
          </p:cNvPr>
          <p:cNvGrpSpPr/>
          <p:nvPr/>
        </p:nvGrpSpPr>
        <p:grpSpPr>
          <a:xfrm>
            <a:off x="6028034" y="3768669"/>
            <a:ext cx="1777317" cy="1008000"/>
            <a:chOff x="13698653" y="3370999"/>
            <a:chExt cx="1777317" cy="1242830"/>
          </a:xfrm>
        </p:grpSpPr>
        <p:sp>
          <p:nvSpPr>
            <p:cNvPr id="980" name="Freihandform: Form 979">
              <a:extLst>
                <a:ext uri="{FF2B5EF4-FFF2-40B4-BE49-F238E27FC236}">
                  <a16:creationId xmlns:a16="http://schemas.microsoft.com/office/drawing/2014/main" id="{56348C5D-A609-635B-01A5-9ACFD4613657}"/>
                </a:ext>
              </a:extLst>
            </p:cNvPr>
            <p:cNvSpPr/>
            <p:nvPr/>
          </p:nvSpPr>
          <p:spPr>
            <a:xfrm>
              <a:off x="13698653" y="4557360"/>
              <a:ext cx="1777317" cy="12692"/>
            </a:xfrm>
            <a:custGeom>
              <a:avLst/>
              <a:gdLst>
                <a:gd name="csX0" fmla="*/ -525 w 1777317"/>
                <a:gd name="csY0" fmla="*/ 218 h 12692"/>
                <a:gd name="csX1" fmla="*/ 1776793 w 1777317"/>
                <a:gd name="csY1" fmla="*/ 218 h 12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77317" h="12692">
                  <a:moveTo>
                    <a:pt x="-525" y="218"/>
                  </a:moveTo>
                  <a:lnTo>
                    <a:pt x="1776793" y="218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1" name="Freihandform: Form 980">
              <a:extLst>
                <a:ext uri="{FF2B5EF4-FFF2-40B4-BE49-F238E27FC236}">
                  <a16:creationId xmlns:a16="http://schemas.microsoft.com/office/drawing/2014/main" id="{CD77CD00-A386-1131-3EF6-38DAF932CF92}"/>
                </a:ext>
              </a:extLst>
            </p:cNvPr>
            <p:cNvSpPr/>
            <p:nvPr/>
          </p:nvSpPr>
          <p:spPr>
            <a:xfrm>
              <a:off x="13698653" y="4285770"/>
              <a:ext cx="1777317" cy="12692"/>
            </a:xfrm>
            <a:custGeom>
              <a:avLst/>
              <a:gdLst>
                <a:gd name="csX0" fmla="*/ -525 w 1777317"/>
                <a:gd name="csY0" fmla="*/ 218 h 12692"/>
                <a:gd name="csX1" fmla="*/ 1776793 w 1777317"/>
                <a:gd name="csY1" fmla="*/ 218 h 12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77317" h="12692">
                  <a:moveTo>
                    <a:pt x="-525" y="218"/>
                  </a:moveTo>
                  <a:lnTo>
                    <a:pt x="1776793" y="218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2" name="Freihandform: Form 981">
              <a:extLst>
                <a:ext uri="{FF2B5EF4-FFF2-40B4-BE49-F238E27FC236}">
                  <a16:creationId xmlns:a16="http://schemas.microsoft.com/office/drawing/2014/main" id="{4BEF2605-5FDA-624C-3579-2BDE061FBCF4}"/>
                </a:ext>
              </a:extLst>
            </p:cNvPr>
            <p:cNvSpPr/>
            <p:nvPr/>
          </p:nvSpPr>
          <p:spPr>
            <a:xfrm>
              <a:off x="13698653" y="4014130"/>
              <a:ext cx="1777317" cy="12692"/>
            </a:xfrm>
            <a:custGeom>
              <a:avLst/>
              <a:gdLst>
                <a:gd name="csX0" fmla="*/ -525 w 1777317"/>
                <a:gd name="csY0" fmla="*/ 218 h 12692"/>
                <a:gd name="csX1" fmla="*/ 1776793 w 1777317"/>
                <a:gd name="csY1" fmla="*/ 218 h 12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77317" h="12692">
                  <a:moveTo>
                    <a:pt x="-525" y="218"/>
                  </a:moveTo>
                  <a:lnTo>
                    <a:pt x="1776793" y="218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3" name="Freihandform: Form 982">
              <a:extLst>
                <a:ext uri="{FF2B5EF4-FFF2-40B4-BE49-F238E27FC236}">
                  <a16:creationId xmlns:a16="http://schemas.microsoft.com/office/drawing/2014/main" id="{C37B4887-EB93-5C09-05BA-EE417758F52E}"/>
                </a:ext>
              </a:extLst>
            </p:cNvPr>
            <p:cNvSpPr/>
            <p:nvPr/>
          </p:nvSpPr>
          <p:spPr>
            <a:xfrm>
              <a:off x="13698653" y="3742540"/>
              <a:ext cx="1777317" cy="12692"/>
            </a:xfrm>
            <a:custGeom>
              <a:avLst/>
              <a:gdLst>
                <a:gd name="csX0" fmla="*/ -525 w 1777317"/>
                <a:gd name="csY0" fmla="*/ 218 h 12692"/>
                <a:gd name="csX1" fmla="*/ 1776793 w 1777317"/>
                <a:gd name="csY1" fmla="*/ 218 h 12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77317" h="12692">
                  <a:moveTo>
                    <a:pt x="-525" y="218"/>
                  </a:moveTo>
                  <a:lnTo>
                    <a:pt x="1776793" y="218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4" name="Freihandform: Form 983">
              <a:extLst>
                <a:ext uri="{FF2B5EF4-FFF2-40B4-BE49-F238E27FC236}">
                  <a16:creationId xmlns:a16="http://schemas.microsoft.com/office/drawing/2014/main" id="{519268B9-47D8-8D61-FFB6-AF52E5B815DB}"/>
                </a:ext>
              </a:extLst>
            </p:cNvPr>
            <p:cNvSpPr/>
            <p:nvPr/>
          </p:nvSpPr>
          <p:spPr>
            <a:xfrm>
              <a:off x="13698653" y="3470949"/>
              <a:ext cx="1777317" cy="12692"/>
            </a:xfrm>
            <a:custGeom>
              <a:avLst/>
              <a:gdLst>
                <a:gd name="csX0" fmla="*/ -525 w 1777317"/>
                <a:gd name="csY0" fmla="*/ 218 h 12692"/>
                <a:gd name="csX1" fmla="*/ 1776793 w 1777317"/>
                <a:gd name="csY1" fmla="*/ 218 h 12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77317" h="12692">
                  <a:moveTo>
                    <a:pt x="-525" y="218"/>
                  </a:moveTo>
                  <a:lnTo>
                    <a:pt x="1776793" y="218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5" name="Freihandform: Form 984">
              <a:extLst>
                <a:ext uri="{FF2B5EF4-FFF2-40B4-BE49-F238E27FC236}">
                  <a16:creationId xmlns:a16="http://schemas.microsoft.com/office/drawing/2014/main" id="{7C0AA7B7-480B-CA74-B41C-D2339D73D57D}"/>
                </a:ext>
              </a:extLst>
            </p:cNvPr>
            <p:cNvSpPr/>
            <p:nvPr/>
          </p:nvSpPr>
          <p:spPr>
            <a:xfrm>
              <a:off x="13967081" y="3370999"/>
              <a:ext cx="12685" cy="1242830"/>
            </a:xfrm>
            <a:custGeom>
              <a:avLst/>
              <a:gdLst>
                <a:gd name="csX0" fmla="*/ -525 w 12685"/>
                <a:gd name="csY0" fmla="*/ 1243049 h 1242830"/>
                <a:gd name="csX1" fmla="*/ -525 w 12685"/>
                <a:gd name="csY1" fmla="*/ 218 h 124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685" h="1242830">
                  <a:moveTo>
                    <a:pt x="-525" y="1243049"/>
                  </a:moveTo>
                  <a:lnTo>
                    <a:pt x="-525" y="218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6" name="Freihandform: Form 985">
              <a:extLst>
                <a:ext uri="{FF2B5EF4-FFF2-40B4-BE49-F238E27FC236}">
                  <a16:creationId xmlns:a16="http://schemas.microsoft.com/office/drawing/2014/main" id="{5A65CD50-8B9D-7B51-2A52-D85384471B4D}"/>
                </a:ext>
              </a:extLst>
            </p:cNvPr>
            <p:cNvSpPr/>
            <p:nvPr/>
          </p:nvSpPr>
          <p:spPr>
            <a:xfrm>
              <a:off x="14337688" y="3370999"/>
              <a:ext cx="12685" cy="1242830"/>
            </a:xfrm>
            <a:custGeom>
              <a:avLst/>
              <a:gdLst>
                <a:gd name="csX0" fmla="*/ -525 w 12685"/>
                <a:gd name="csY0" fmla="*/ 1243049 h 1242830"/>
                <a:gd name="csX1" fmla="*/ -525 w 12685"/>
                <a:gd name="csY1" fmla="*/ 218 h 124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685" h="1242830">
                  <a:moveTo>
                    <a:pt x="-525" y="1243049"/>
                  </a:moveTo>
                  <a:lnTo>
                    <a:pt x="-525" y="218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7" name="Freihandform: Form 986">
              <a:extLst>
                <a:ext uri="{FF2B5EF4-FFF2-40B4-BE49-F238E27FC236}">
                  <a16:creationId xmlns:a16="http://schemas.microsoft.com/office/drawing/2014/main" id="{CA100EF9-B390-8096-035A-698320ADC4CA}"/>
                </a:ext>
              </a:extLst>
            </p:cNvPr>
            <p:cNvSpPr/>
            <p:nvPr/>
          </p:nvSpPr>
          <p:spPr>
            <a:xfrm>
              <a:off x="14708246" y="3370999"/>
              <a:ext cx="12685" cy="1242830"/>
            </a:xfrm>
            <a:custGeom>
              <a:avLst/>
              <a:gdLst>
                <a:gd name="csX0" fmla="*/ -525 w 12685"/>
                <a:gd name="csY0" fmla="*/ 1243049 h 1242830"/>
                <a:gd name="csX1" fmla="*/ -525 w 12685"/>
                <a:gd name="csY1" fmla="*/ 218 h 124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685" h="1242830">
                  <a:moveTo>
                    <a:pt x="-525" y="1243049"/>
                  </a:moveTo>
                  <a:lnTo>
                    <a:pt x="-525" y="218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8" name="Freihandform: Form 987">
              <a:extLst>
                <a:ext uri="{FF2B5EF4-FFF2-40B4-BE49-F238E27FC236}">
                  <a16:creationId xmlns:a16="http://schemas.microsoft.com/office/drawing/2014/main" id="{D4800271-9DD1-8D06-4653-77232432CAB1}"/>
                </a:ext>
              </a:extLst>
            </p:cNvPr>
            <p:cNvSpPr/>
            <p:nvPr/>
          </p:nvSpPr>
          <p:spPr>
            <a:xfrm>
              <a:off x="15078853" y="3370999"/>
              <a:ext cx="12685" cy="1242830"/>
            </a:xfrm>
            <a:custGeom>
              <a:avLst/>
              <a:gdLst>
                <a:gd name="csX0" fmla="*/ -525 w 12685"/>
                <a:gd name="csY0" fmla="*/ 1243049 h 1242830"/>
                <a:gd name="csX1" fmla="*/ -525 w 12685"/>
                <a:gd name="csY1" fmla="*/ 218 h 124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685" h="1242830">
                  <a:moveTo>
                    <a:pt x="-525" y="1243049"/>
                  </a:moveTo>
                  <a:lnTo>
                    <a:pt x="-525" y="218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9" name="Freihandform: Form 988">
              <a:extLst>
                <a:ext uri="{FF2B5EF4-FFF2-40B4-BE49-F238E27FC236}">
                  <a16:creationId xmlns:a16="http://schemas.microsoft.com/office/drawing/2014/main" id="{20640260-0570-1AD4-B06A-7C0D30A5B37E}"/>
                </a:ext>
              </a:extLst>
            </p:cNvPr>
            <p:cNvSpPr/>
            <p:nvPr/>
          </p:nvSpPr>
          <p:spPr>
            <a:xfrm>
              <a:off x="15449410" y="3370999"/>
              <a:ext cx="12685" cy="1242830"/>
            </a:xfrm>
            <a:custGeom>
              <a:avLst/>
              <a:gdLst>
                <a:gd name="csX0" fmla="*/ -525 w 12685"/>
                <a:gd name="csY0" fmla="*/ 1243049 h 1242830"/>
                <a:gd name="csX1" fmla="*/ -525 w 12685"/>
                <a:gd name="csY1" fmla="*/ 218 h 1242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685" h="1242830">
                  <a:moveTo>
                    <a:pt x="-525" y="1243049"/>
                  </a:moveTo>
                  <a:lnTo>
                    <a:pt x="-525" y="218"/>
                  </a:lnTo>
                </a:path>
              </a:pathLst>
            </a:custGeom>
            <a:noFill/>
            <a:ln w="13535" cap="flat">
              <a:solidFill>
                <a:srgbClr val="EBEB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0" name="Freihandform: Form 989">
              <a:extLst>
                <a:ext uri="{FF2B5EF4-FFF2-40B4-BE49-F238E27FC236}">
                  <a16:creationId xmlns:a16="http://schemas.microsoft.com/office/drawing/2014/main" id="{FF2A4F00-1C5C-D3A0-5935-97D28E8FED19}"/>
                </a:ext>
              </a:extLst>
            </p:cNvPr>
            <p:cNvSpPr/>
            <p:nvPr/>
          </p:nvSpPr>
          <p:spPr>
            <a:xfrm>
              <a:off x="13779424" y="4535645"/>
              <a:ext cx="53864" cy="21715"/>
            </a:xfrm>
            <a:custGeom>
              <a:avLst/>
              <a:gdLst>
                <a:gd name="csX0" fmla="*/ -741 w 53864"/>
                <a:gd name="csY0" fmla="*/ 287 h 21715"/>
                <a:gd name="csX1" fmla="*/ 53123 w 53864"/>
                <a:gd name="csY1" fmla="*/ 287 h 21715"/>
                <a:gd name="csX2" fmla="*/ 53123 w 53864"/>
                <a:gd name="csY2" fmla="*/ 22003 h 21715"/>
                <a:gd name="csX3" fmla="*/ -741 w 53864"/>
                <a:gd name="csY3" fmla="*/ 22003 h 217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21715">
                  <a:moveTo>
                    <a:pt x="-741" y="287"/>
                  </a:moveTo>
                  <a:lnTo>
                    <a:pt x="53123" y="287"/>
                  </a:lnTo>
                  <a:lnTo>
                    <a:pt x="53123" y="22003"/>
                  </a:lnTo>
                  <a:lnTo>
                    <a:pt x="-741" y="2200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1" name="Freihandform: Form 990">
              <a:extLst>
                <a:ext uri="{FF2B5EF4-FFF2-40B4-BE49-F238E27FC236}">
                  <a16:creationId xmlns:a16="http://schemas.microsoft.com/office/drawing/2014/main" id="{18F8AAB6-647C-B36B-DE88-309DAEF96B2A}"/>
                </a:ext>
              </a:extLst>
            </p:cNvPr>
            <p:cNvSpPr/>
            <p:nvPr/>
          </p:nvSpPr>
          <p:spPr>
            <a:xfrm>
              <a:off x="13833288" y="4535645"/>
              <a:ext cx="53864" cy="21715"/>
            </a:xfrm>
            <a:custGeom>
              <a:avLst/>
              <a:gdLst>
                <a:gd name="csX0" fmla="*/ -741 w 53864"/>
                <a:gd name="csY0" fmla="*/ 287 h 21715"/>
                <a:gd name="csX1" fmla="*/ 53123 w 53864"/>
                <a:gd name="csY1" fmla="*/ 287 h 21715"/>
                <a:gd name="csX2" fmla="*/ 53123 w 53864"/>
                <a:gd name="csY2" fmla="*/ 22003 h 21715"/>
                <a:gd name="csX3" fmla="*/ -741 w 53864"/>
                <a:gd name="csY3" fmla="*/ 22003 h 217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21715">
                  <a:moveTo>
                    <a:pt x="-741" y="287"/>
                  </a:moveTo>
                  <a:lnTo>
                    <a:pt x="53123" y="287"/>
                  </a:lnTo>
                  <a:lnTo>
                    <a:pt x="53123" y="22003"/>
                  </a:lnTo>
                  <a:lnTo>
                    <a:pt x="-741" y="2200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2" name="Freihandform: Form 991">
              <a:extLst>
                <a:ext uri="{FF2B5EF4-FFF2-40B4-BE49-F238E27FC236}">
                  <a16:creationId xmlns:a16="http://schemas.microsoft.com/office/drawing/2014/main" id="{CBC2BCE1-A69D-AA4D-0EBD-9A31C08C6D73}"/>
                </a:ext>
              </a:extLst>
            </p:cNvPr>
            <p:cNvSpPr/>
            <p:nvPr/>
          </p:nvSpPr>
          <p:spPr>
            <a:xfrm>
              <a:off x="13887152" y="4546503"/>
              <a:ext cx="53864" cy="10857"/>
            </a:xfrm>
            <a:custGeom>
              <a:avLst/>
              <a:gdLst>
                <a:gd name="csX0" fmla="*/ -741 w 53864"/>
                <a:gd name="csY0" fmla="*/ 287 h 10857"/>
                <a:gd name="csX1" fmla="*/ 53123 w 53864"/>
                <a:gd name="csY1" fmla="*/ 287 h 10857"/>
                <a:gd name="csX2" fmla="*/ 53123 w 53864"/>
                <a:gd name="csY2" fmla="*/ 11145 h 10857"/>
                <a:gd name="csX3" fmla="*/ -741 w 53864"/>
                <a:gd name="csY3" fmla="*/ 11145 h 108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0857">
                  <a:moveTo>
                    <a:pt x="-741" y="287"/>
                  </a:moveTo>
                  <a:lnTo>
                    <a:pt x="53123" y="287"/>
                  </a:lnTo>
                  <a:lnTo>
                    <a:pt x="53123" y="11145"/>
                  </a:lnTo>
                  <a:lnTo>
                    <a:pt x="-741" y="11145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3" name="Freihandform: Form 992">
              <a:extLst>
                <a:ext uri="{FF2B5EF4-FFF2-40B4-BE49-F238E27FC236}">
                  <a16:creationId xmlns:a16="http://schemas.microsoft.com/office/drawing/2014/main" id="{7EDBD3FA-C355-F9C3-B89D-AC8CB982DDDC}"/>
                </a:ext>
              </a:extLst>
            </p:cNvPr>
            <p:cNvSpPr/>
            <p:nvPr/>
          </p:nvSpPr>
          <p:spPr>
            <a:xfrm>
              <a:off x="14318015" y="4546503"/>
              <a:ext cx="53864" cy="10857"/>
            </a:xfrm>
            <a:custGeom>
              <a:avLst/>
              <a:gdLst>
                <a:gd name="csX0" fmla="*/ -741 w 53864"/>
                <a:gd name="csY0" fmla="*/ 287 h 10857"/>
                <a:gd name="csX1" fmla="*/ 53123 w 53864"/>
                <a:gd name="csY1" fmla="*/ 287 h 10857"/>
                <a:gd name="csX2" fmla="*/ 53123 w 53864"/>
                <a:gd name="csY2" fmla="*/ 11145 h 10857"/>
                <a:gd name="csX3" fmla="*/ -741 w 53864"/>
                <a:gd name="csY3" fmla="*/ 11145 h 108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0857">
                  <a:moveTo>
                    <a:pt x="-741" y="287"/>
                  </a:moveTo>
                  <a:lnTo>
                    <a:pt x="53123" y="287"/>
                  </a:lnTo>
                  <a:lnTo>
                    <a:pt x="53123" y="11145"/>
                  </a:lnTo>
                  <a:lnTo>
                    <a:pt x="-741" y="11145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4" name="Freihandform: Form 993">
              <a:extLst>
                <a:ext uri="{FF2B5EF4-FFF2-40B4-BE49-F238E27FC236}">
                  <a16:creationId xmlns:a16="http://schemas.microsoft.com/office/drawing/2014/main" id="{3A54391D-BB6B-48B6-981C-ABAFA1C21A1A}"/>
                </a:ext>
              </a:extLst>
            </p:cNvPr>
            <p:cNvSpPr/>
            <p:nvPr/>
          </p:nvSpPr>
          <p:spPr>
            <a:xfrm>
              <a:off x="14371830" y="4503022"/>
              <a:ext cx="53864" cy="54337"/>
            </a:xfrm>
            <a:custGeom>
              <a:avLst/>
              <a:gdLst>
                <a:gd name="csX0" fmla="*/ -741 w 53864"/>
                <a:gd name="csY0" fmla="*/ 287 h 54337"/>
                <a:gd name="csX1" fmla="*/ 53123 w 53864"/>
                <a:gd name="csY1" fmla="*/ 287 h 54337"/>
                <a:gd name="csX2" fmla="*/ 53123 w 53864"/>
                <a:gd name="csY2" fmla="*/ 54625 h 54337"/>
                <a:gd name="csX3" fmla="*/ -741 w 53864"/>
                <a:gd name="csY3" fmla="*/ 54625 h 543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54337">
                  <a:moveTo>
                    <a:pt x="-741" y="287"/>
                  </a:moveTo>
                  <a:lnTo>
                    <a:pt x="53123" y="287"/>
                  </a:lnTo>
                  <a:lnTo>
                    <a:pt x="53123" y="54625"/>
                  </a:lnTo>
                  <a:lnTo>
                    <a:pt x="-741" y="54625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5" name="Freihandform: Form 994">
              <a:extLst>
                <a:ext uri="{FF2B5EF4-FFF2-40B4-BE49-F238E27FC236}">
                  <a16:creationId xmlns:a16="http://schemas.microsoft.com/office/drawing/2014/main" id="{E0E301F1-20B5-2977-37CE-5D052A3F28D5}"/>
                </a:ext>
              </a:extLst>
            </p:cNvPr>
            <p:cNvSpPr/>
            <p:nvPr/>
          </p:nvSpPr>
          <p:spPr>
            <a:xfrm>
              <a:off x="14425694" y="4405254"/>
              <a:ext cx="53864" cy="152106"/>
            </a:xfrm>
            <a:custGeom>
              <a:avLst/>
              <a:gdLst>
                <a:gd name="csX0" fmla="*/ -741 w 53864"/>
                <a:gd name="csY0" fmla="*/ 287 h 152106"/>
                <a:gd name="csX1" fmla="*/ 53124 w 53864"/>
                <a:gd name="csY1" fmla="*/ 287 h 152106"/>
                <a:gd name="csX2" fmla="*/ 53124 w 53864"/>
                <a:gd name="csY2" fmla="*/ 152394 h 152106"/>
                <a:gd name="csX3" fmla="*/ -741 w 53864"/>
                <a:gd name="csY3" fmla="*/ 152394 h 152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52106">
                  <a:moveTo>
                    <a:pt x="-741" y="287"/>
                  </a:moveTo>
                  <a:lnTo>
                    <a:pt x="53124" y="287"/>
                  </a:lnTo>
                  <a:lnTo>
                    <a:pt x="53124" y="152394"/>
                  </a:lnTo>
                  <a:lnTo>
                    <a:pt x="-741" y="152394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6" name="Freihandform: Form 995">
              <a:extLst>
                <a:ext uri="{FF2B5EF4-FFF2-40B4-BE49-F238E27FC236}">
                  <a16:creationId xmlns:a16="http://schemas.microsoft.com/office/drawing/2014/main" id="{C5C815B9-CA83-EB29-90DB-4F8D0B3181B0}"/>
                </a:ext>
              </a:extLst>
            </p:cNvPr>
            <p:cNvSpPr/>
            <p:nvPr/>
          </p:nvSpPr>
          <p:spPr>
            <a:xfrm>
              <a:off x="14479559" y="4242290"/>
              <a:ext cx="53864" cy="315070"/>
            </a:xfrm>
            <a:custGeom>
              <a:avLst/>
              <a:gdLst>
                <a:gd name="csX0" fmla="*/ -741 w 53864"/>
                <a:gd name="csY0" fmla="*/ 287 h 315070"/>
                <a:gd name="csX1" fmla="*/ 53123 w 53864"/>
                <a:gd name="csY1" fmla="*/ 287 h 315070"/>
                <a:gd name="csX2" fmla="*/ 53123 w 53864"/>
                <a:gd name="csY2" fmla="*/ 315358 h 315070"/>
                <a:gd name="csX3" fmla="*/ -741 w 53864"/>
                <a:gd name="csY3" fmla="*/ 315358 h 315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315070">
                  <a:moveTo>
                    <a:pt x="-741" y="287"/>
                  </a:moveTo>
                  <a:lnTo>
                    <a:pt x="53123" y="287"/>
                  </a:lnTo>
                  <a:lnTo>
                    <a:pt x="53123" y="315358"/>
                  </a:lnTo>
                  <a:lnTo>
                    <a:pt x="-741" y="315358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7" name="Freihandform: Form 996">
              <a:extLst>
                <a:ext uri="{FF2B5EF4-FFF2-40B4-BE49-F238E27FC236}">
                  <a16:creationId xmlns:a16="http://schemas.microsoft.com/office/drawing/2014/main" id="{E19441DA-4431-3617-DBF3-BED335829001}"/>
                </a:ext>
              </a:extLst>
            </p:cNvPr>
            <p:cNvSpPr/>
            <p:nvPr/>
          </p:nvSpPr>
          <p:spPr>
            <a:xfrm>
              <a:off x="14533423" y="4285770"/>
              <a:ext cx="53864" cy="271590"/>
            </a:xfrm>
            <a:custGeom>
              <a:avLst/>
              <a:gdLst>
                <a:gd name="csX0" fmla="*/ -741 w 53864"/>
                <a:gd name="csY0" fmla="*/ 287 h 271590"/>
                <a:gd name="csX1" fmla="*/ 53123 w 53864"/>
                <a:gd name="csY1" fmla="*/ 287 h 271590"/>
                <a:gd name="csX2" fmla="*/ 53123 w 53864"/>
                <a:gd name="csY2" fmla="*/ 271878 h 271590"/>
                <a:gd name="csX3" fmla="*/ -741 w 53864"/>
                <a:gd name="csY3" fmla="*/ 271878 h 2715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271590">
                  <a:moveTo>
                    <a:pt x="-741" y="287"/>
                  </a:moveTo>
                  <a:lnTo>
                    <a:pt x="53123" y="287"/>
                  </a:lnTo>
                  <a:lnTo>
                    <a:pt x="53123" y="271878"/>
                  </a:lnTo>
                  <a:lnTo>
                    <a:pt x="-741" y="271878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8" name="Freihandform: Form 997">
              <a:extLst>
                <a:ext uri="{FF2B5EF4-FFF2-40B4-BE49-F238E27FC236}">
                  <a16:creationId xmlns:a16="http://schemas.microsoft.com/office/drawing/2014/main" id="{E2A16C57-023A-16B7-A144-367E13E9A68D}"/>
                </a:ext>
              </a:extLst>
            </p:cNvPr>
            <p:cNvSpPr/>
            <p:nvPr/>
          </p:nvSpPr>
          <p:spPr>
            <a:xfrm>
              <a:off x="14587287" y="4416112"/>
              <a:ext cx="53864" cy="141248"/>
            </a:xfrm>
            <a:custGeom>
              <a:avLst/>
              <a:gdLst>
                <a:gd name="csX0" fmla="*/ -741 w 53864"/>
                <a:gd name="csY0" fmla="*/ 287 h 141248"/>
                <a:gd name="csX1" fmla="*/ 53123 w 53864"/>
                <a:gd name="csY1" fmla="*/ 287 h 141248"/>
                <a:gd name="csX2" fmla="*/ 53123 w 53864"/>
                <a:gd name="csY2" fmla="*/ 141536 h 141248"/>
                <a:gd name="csX3" fmla="*/ -741 w 53864"/>
                <a:gd name="csY3" fmla="*/ 141536 h 1412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41248">
                  <a:moveTo>
                    <a:pt x="-741" y="287"/>
                  </a:moveTo>
                  <a:lnTo>
                    <a:pt x="53123" y="287"/>
                  </a:lnTo>
                  <a:lnTo>
                    <a:pt x="53123" y="141536"/>
                  </a:lnTo>
                  <a:lnTo>
                    <a:pt x="-741" y="141536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9" name="Freihandform: Form 998">
              <a:extLst>
                <a:ext uri="{FF2B5EF4-FFF2-40B4-BE49-F238E27FC236}">
                  <a16:creationId xmlns:a16="http://schemas.microsoft.com/office/drawing/2014/main" id="{CCB44C57-D7F2-6098-08BF-21ED2C81267A}"/>
                </a:ext>
              </a:extLst>
            </p:cNvPr>
            <p:cNvSpPr/>
            <p:nvPr/>
          </p:nvSpPr>
          <p:spPr>
            <a:xfrm>
              <a:off x="14641151" y="4448734"/>
              <a:ext cx="53864" cy="108626"/>
            </a:xfrm>
            <a:custGeom>
              <a:avLst/>
              <a:gdLst>
                <a:gd name="csX0" fmla="*/ -741 w 53864"/>
                <a:gd name="csY0" fmla="*/ 287 h 108626"/>
                <a:gd name="csX1" fmla="*/ 53123 w 53864"/>
                <a:gd name="csY1" fmla="*/ 287 h 108626"/>
                <a:gd name="csX2" fmla="*/ 53123 w 53864"/>
                <a:gd name="csY2" fmla="*/ 108913 h 108626"/>
                <a:gd name="csX3" fmla="*/ -741 w 53864"/>
                <a:gd name="csY3" fmla="*/ 108913 h 108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08626">
                  <a:moveTo>
                    <a:pt x="-741" y="287"/>
                  </a:moveTo>
                  <a:lnTo>
                    <a:pt x="53123" y="287"/>
                  </a:lnTo>
                  <a:lnTo>
                    <a:pt x="53123" y="108913"/>
                  </a:lnTo>
                  <a:lnTo>
                    <a:pt x="-741" y="10891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0" name="Freihandform: Form 999">
              <a:extLst>
                <a:ext uri="{FF2B5EF4-FFF2-40B4-BE49-F238E27FC236}">
                  <a16:creationId xmlns:a16="http://schemas.microsoft.com/office/drawing/2014/main" id="{12AE4B4F-8CF5-1AE2-F875-8EFE062A2C1D}"/>
                </a:ext>
              </a:extLst>
            </p:cNvPr>
            <p:cNvSpPr/>
            <p:nvPr/>
          </p:nvSpPr>
          <p:spPr>
            <a:xfrm>
              <a:off x="14695015" y="4503022"/>
              <a:ext cx="53864" cy="54337"/>
            </a:xfrm>
            <a:custGeom>
              <a:avLst/>
              <a:gdLst>
                <a:gd name="csX0" fmla="*/ -741 w 53864"/>
                <a:gd name="csY0" fmla="*/ 287 h 54337"/>
                <a:gd name="csX1" fmla="*/ 53123 w 53864"/>
                <a:gd name="csY1" fmla="*/ 287 h 54337"/>
                <a:gd name="csX2" fmla="*/ 53123 w 53864"/>
                <a:gd name="csY2" fmla="*/ 54625 h 54337"/>
                <a:gd name="csX3" fmla="*/ -741 w 53864"/>
                <a:gd name="csY3" fmla="*/ 54625 h 543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54337">
                  <a:moveTo>
                    <a:pt x="-741" y="287"/>
                  </a:moveTo>
                  <a:lnTo>
                    <a:pt x="53123" y="287"/>
                  </a:lnTo>
                  <a:lnTo>
                    <a:pt x="53123" y="54625"/>
                  </a:lnTo>
                  <a:lnTo>
                    <a:pt x="-741" y="54625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1" name="Freihandform: Form 1000">
              <a:extLst>
                <a:ext uri="{FF2B5EF4-FFF2-40B4-BE49-F238E27FC236}">
                  <a16:creationId xmlns:a16="http://schemas.microsoft.com/office/drawing/2014/main" id="{56F13B3D-DF3C-3FC0-8F3B-8E49A49BB21E}"/>
                </a:ext>
              </a:extLst>
            </p:cNvPr>
            <p:cNvSpPr/>
            <p:nvPr/>
          </p:nvSpPr>
          <p:spPr>
            <a:xfrm>
              <a:off x="14748880" y="4437876"/>
              <a:ext cx="53864" cy="119483"/>
            </a:xfrm>
            <a:custGeom>
              <a:avLst/>
              <a:gdLst>
                <a:gd name="csX0" fmla="*/ -741 w 53864"/>
                <a:gd name="csY0" fmla="*/ 287 h 119483"/>
                <a:gd name="csX1" fmla="*/ 53123 w 53864"/>
                <a:gd name="csY1" fmla="*/ 287 h 119483"/>
                <a:gd name="csX2" fmla="*/ 53123 w 53864"/>
                <a:gd name="csY2" fmla="*/ 119771 h 119483"/>
                <a:gd name="csX3" fmla="*/ -741 w 53864"/>
                <a:gd name="csY3" fmla="*/ 119771 h 119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19483">
                  <a:moveTo>
                    <a:pt x="-741" y="287"/>
                  </a:moveTo>
                  <a:lnTo>
                    <a:pt x="53123" y="287"/>
                  </a:lnTo>
                  <a:lnTo>
                    <a:pt x="53123" y="119771"/>
                  </a:lnTo>
                  <a:lnTo>
                    <a:pt x="-741" y="119771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2" name="Freihandform: Form 1001">
              <a:extLst>
                <a:ext uri="{FF2B5EF4-FFF2-40B4-BE49-F238E27FC236}">
                  <a16:creationId xmlns:a16="http://schemas.microsoft.com/office/drawing/2014/main" id="{906C5EE9-E91F-B166-3E61-06D068D6E436}"/>
                </a:ext>
              </a:extLst>
            </p:cNvPr>
            <p:cNvSpPr/>
            <p:nvPr/>
          </p:nvSpPr>
          <p:spPr>
            <a:xfrm>
              <a:off x="14802744" y="4513880"/>
              <a:ext cx="53864" cy="43480"/>
            </a:xfrm>
            <a:custGeom>
              <a:avLst/>
              <a:gdLst>
                <a:gd name="csX0" fmla="*/ -741 w 53864"/>
                <a:gd name="csY0" fmla="*/ 287 h 43480"/>
                <a:gd name="csX1" fmla="*/ 53123 w 53864"/>
                <a:gd name="csY1" fmla="*/ 287 h 43480"/>
                <a:gd name="csX2" fmla="*/ 53123 w 53864"/>
                <a:gd name="csY2" fmla="*/ 43768 h 43480"/>
                <a:gd name="csX3" fmla="*/ -741 w 53864"/>
                <a:gd name="csY3" fmla="*/ 43768 h 434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43480">
                  <a:moveTo>
                    <a:pt x="-741" y="287"/>
                  </a:moveTo>
                  <a:lnTo>
                    <a:pt x="53123" y="287"/>
                  </a:lnTo>
                  <a:lnTo>
                    <a:pt x="53123" y="43768"/>
                  </a:lnTo>
                  <a:lnTo>
                    <a:pt x="-741" y="43768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3" name="Freihandform: Form 1002">
              <a:extLst>
                <a:ext uri="{FF2B5EF4-FFF2-40B4-BE49-F238E27FC236}">
                  <a16:creationId xmlns:a16="http://schemas.microsoft.com/office/drawing/2014/main" id="{83E56AF1-27B3-81AC-3DF7-13239110D7B9}"/>
                </a:ext>
              </a:extLst>
            </p:cNvPr>
            <p:cNvSpPr/>
            <p:nvPr/>
          </p:nvSpPr>
          <p:spPr>
            <a:xfrm>
              <a:off x="14856558" y="4492165"/>
              <a:ext cx="53864" cy="65195"/>
            </a:xfrm>
            <a:custGeom>
              <a:avLst/>
              <a:gdLst>
                <a:gd name="csX0" fmla="*/ -741 w 53864"/>
                <a:gd name="csY0" fmla="*/ 287 h 65195"/>
                <a:gd name="csX1" fmla="*/ 53123 w 53864"/>
                <a:gd name="csY1" fmla="*/ 287 h 65195"/>
                <a:gd name="csX2" fmla="*/ 53123 w 53864"/>
                <a:gd name="csY2" fmla="*/ 65483 h 65195"/>
                <a:gd name="csX3" fmla="*/ -741 w 53864"/>
                <a:gd name="csY3" fmla="*/ 65483 h 65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65195">
                  <a:moveTo>
                    <a:pt x="-741" y="287"/>
                  </a:moveTo>
                  <a:lnTo>
                    <a:pt x="53123" y="287"/>
                  </a:lnTo>
                  <a:lnTo>
                    <a:pt x="53123" y="65483"/>
                  </a:lnTo>
                  <a:lnTo>
                    <a:pt x="-741" y="65483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4" name="Freihandform: Form 1003">
              <a:extLst>
                <a:ext uri="{FF2B5EF4-FFF2-40B4-BE49-F238E27FC236}">
                  <a16:creationId xmlns:a16="http://schemas.microsoft.com/office/drawing/2014/main" id="{131AE96C-2808-31AA-950B-3D86C7BEEECF}"/>
                </a:ext>
              </a:extLst>
            </p:cNvPr>
            <p:cNvSpPr/>
            <p:nvPr/>
          </p:nvSpPr>
          <p:spPr>
            <a:xfrm>
              <a:off x="14910422" y="4459592"/>
              <a:ext cx="53864" cy="97768"/>
            </a:xfrm>
            <a:custGeom>
              <a:avLst/>
              <a:gdLst>
                <a:gd name="csX0" fmla="*/ -741 w 53864"/>
                <a:gd name="csY0" fmla="*/ 287 h 97768"/>
                <a:gd name="csX1" fmla="*/ 53123 w 53864"/>
                <a:gd name="csY1" fmla="*/ 287 h 97768"/>
                <a:gd name="csX2" fmla="*/ 53123 w 53864"/>
                <a:gd name="csY2" fmla="*/ 98056 h 97768"/>
                <a:gd name="csX3" fmla="*/ -741 w 53864"/>
                <a:gd name="csY3" fmla="*/ 98056 h 977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97768">
                  <a:moveTo>
                    <a:pt x="-741" y="287"/>
                  </a:moveTo>
                  <a:lnTo>
                    <a:pt x="53123" y="287"/>
                  </a:lnTo>
                  <a:lnTo>
                    <a:pt x="53123" y="98056"/>
                  </a:lnTo>
                  <a:lnTo>
                    <a:pt x="-741" y="98056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5" name="Freihandform: Form 1004">
              <a:extLst>
                <a:ext uri="{FF2B5EF4-FFF2-40B4-BE49-F238E27FC236}">
                  <a16:creationId xmlns:a16="http://schemas.microsoft.com/office/drawing/2014/main" id="{F7DE58A8-792A-BA68-9B69-BCD09CEEA3FF}"/>
                </a:ext>
              </a:extLst>
            </p:cNvPr>
            <p:cNvSpPr/>
            <p:nvPr/>
          </p:nvSpPr>
          <p:spPr>
            <a:xfrm>
              <a:off x="14964286" y="4470449"/>
              <a:ext cx="53864" cy="86910"/>
            </a:xfrm>
            <a:custGeom>
              <a:avLst/>
              <a:gdLst>
                <a:gd name="csX0" fmla="*/ -741 w 53864"/>
                <a:gd name="csY0" fmla="*/ 287 h 86910"/>
                <a:gd name="csX1" fmla="*/ 53123 w 53864"/>
                <a:gd name="csY1" fmla="*/ 287 h 86910"/>
                <a:gd name="csX2" fmla="*/ 53123 w 53864"/>
                <a:gd name="csY2" fmla="*/ 87198 h 86910"/>
                <a:gd name="csX3" fmla="*/ -741 w 53864"/>
                <a:gd name="csY3" fmla="*/ 87198 h 869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86910">
                  <a:moveTo>
                    <a:pt x="-741" y="287"/>
                  </a:moveTo>
                  <a:lnTo>
                    <a:pt x="53123" y="287"/>
                  </a:lnTo>
                  <a:lnTo>
                    <a:pt x="53123" y="87198"/>
                  </a:lnTo>
                  <a:lnTo>
                    <a:pt x="-741" y="87198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6" name="Freihandform: Form 1005">
              <a:extLst>
                <a:ext uri="{FF2B5EF4-FFF2-40B4-BE49-F238E27FC236}">
                  <a16:creationId xmlns:a16="http://schemas.microsoft.com/office/drawing/2014/main" id="{FF49A3BB-6450-58D2-F72E-BF13EB14D5CD}"/>
                </a:ext>
              </a:extLst>
            </p:cNvPr>
            <p:cNvSpPr/>
            <p:nvPr/>
          </p:nvSpPr>
          <p:spPr>
            <a:xfrm>
              <a:off x="15018150" y="4481307"/>
              <a:ext cx="53864" cy="76053"/>
            </a:xfrm>
            <a:custGeom>
              <a:avLst/>
              <a:gdLst>
                <a:gd name="csX0" fmla="*/ -741 w 53864"/>
                <a:gd name="csY0" fmla="*/ 287 h 76053"/>
                <a:gd name="csX1" fmla="*/ 53123 w 53864"/>
                <a:gd name="csY1" fmla="*/ 287 h 76053"/>
                <a:gd name="csX2" fmla="*/ 53123 w 53864"/>
                <a:gd name="csY2" fmla="*/ 76340 h 76053"/>
                <a:gd name="csX3" fmla="*/ -741 w 53864"/>
                <a:gd name="csY3" fmla="*/ 76340 h 760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76053">
                  <a:moveTo>
                    <a:pt x="-741" y="287"/>
                  </a:moveTo>
                  <a:lnTo>
                    <a:pt x="53123" y="287"/>
                  </a:lnTo>
                  <a:lnTo>
                    <a:pt x="53123" y="76340"/>
                  </a:lnTo>
                  <a:lnTo>
                    <a:pt x="-741" y="76340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7" name="Freihandform: Form 1006">
              <a:extLst>
                <a:ext uri="{FF2B5EF4-FFF2-40B4-BE49-F238E27FC236}">
                  <a16:creationId xmlns:a16="http://schemas.microsoft.com/office/drawing/2014/main" id="{85FEB48C-3391-F73B-D039-0E1FF148928D}"/>
                </a:ext>
              </a:extLst>
            </p:cNvPr>
            <p:cNvSpPr/>
            <p:nvPr/>
          </p:nvSpPr>
          <p:spPr>
            <a:xfrm>
              <a:off x="15072014" y="4437876"/>
              <a:ext cx="53864" cy="119483"/>
            </a:xfrm>
            <a:custGeom>
              <a:avLst/>
              <a:gdLst>
                <a:gd name="csX0" fmla="*/ -741 w 53864"/>
                <a:gd name="csY0" fmla="*/ 287 h 119483"/>
                <a:gd name="csX1" fmla="*/ 53123 w 53864"/>
                <a:gd name="csY1" fmla="*/ 287 h 119483"/>
                <a:gd name="csX2" fmla="*/ 53123 w 53864"/>
                <a:gd name="csY2" fmla="*/ 119771 h 119483"/>
                <a:gd name="csX3" fmla="*/ -741 w 53864"/>
                <a:gd name="csY3" fmla="*/ 119771 h 119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19483">
                  <a:moveTo>
                    <a:pt x="-741" y="287"/>
                  </a:moveTo>
                  <a:lnTo>
                    <a:pt x="53123" y="287"/>
                  </a:lnTo>
                  <a:lnTo>
                    <a:pt x="53123" y="119771"/>
                  </a:lnTo>
                  <a:lnTo>
                    <a:pt x="-741" y="119771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8" name="Freihandform: Form 1007">
              <a:extLst>
                <a:ext uri="{FF2B5EF4-FFF2-40B4-BE49-F238E27FC236}">
                  <a16:creationId xmlns:a16="http://schemas.microsoft.com/office/drawing/2014/main" id="{9CCF6E9B-D850-8E5B-2DFA-0301151DB8D3}"/>
                </a:ext>
              </a:extLst>
            </p:cNvPr>
            <p:cNvSpPr/>
            <p:nvPr/>
          </p:nvSpPr>
          <p:spPr>
            <a:xfrm>
              <a:off x="15125878" y="4503022"/>
              <a:ext cx="53864" cy="54337"/>
            </a:xfrm>
            <a:custGeom>
              <a:avLst/>
              <a:gdLst>
                <a:gd name="csX0" fmla="*/ -741 w 53864"/>
                <a:gd name="csY0" fmla="*/ 287 h 54337"/>
                <a:gd name="csX1" fmla="*/ 53123 w 53864"/>
                <a:gd name="csY1" fmla="*/ 287 h 54337"/>
                <a:gd name="csX2" fmla="*/ 53123 w 53864"/>
                <a:gd name="csY2" fmla="*/ 54625 h 54337"/>
                <a:gd name="csX3" fmla="*/ -741 w 53864"/>
                <a:gd name="csY3" fmla="*/ 54625 h 543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54337">
                  <a:moveTo>
                    <a:pt x="-741" y="287"/>
                  </a:moveTo>
                  <a:lnTo>
                    <a:pt x="53123" y="287"/>
                  </a:lnTo>
                  <a:lnTo>
                    <a:pt x="53123" y="54625"/>
                  </a:lnTo>
                  <a:lnTo>
                    <a:pt x="-741" y="54625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9" name="Freihandform: Form 1008">
              <a:extLst>
                <a:ext uri="{FF2B5EF4-FFF2-40B4-BE49-F238E27FC236}">
                  <a16:creationId xmlns:a16="http://schemas.microsoft.com/office/drawing/2014/main" id="{FC361ECD-5FAB-8A30-AEE0-7DC5845EF862}"/>
                </a:ext>
              </a:extLst>
            </p:cNvPr>
            <p:cNvSpPr/>
            <p:nvPr/>
          </p:nvSpPr>
          <p:spPr>
            <a:xfrm>
              <a:off x="15179742" y="4481307"/>
              <a:ext cx="53864" cy="76053"/>
            </a:xfrm>
            <a:custGeom>
              <a:avLst/>
              <a:gdLst>
                <a:gd name="csX0" fmla="*/ -741 w 53864"/>
                <a:gd name="csY0" fmla="*/ 287 h 76053"/>
                <a:gd name="csX1" fmla="*/ 53123 w 53864"/>
                <a:gd name="csY1" fmla="*/ 287 h 76053"/>
                <a:gd name="csX2" fmla="*/ 53123 w 53864"/>
                <a:gd name="csY2" fmla="*/ 76340 h 76053"/>
                <a:gd name="csX3" fmla="*/ -741 w 53864"/>
                <a:gd name="csY3" fmla="*/ 76340 h 760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76053">
                  <a:moveTo>
                    <a:pt x="-741" y="287"/>
                  </a:moveTo>
                  <a:lnTo>
                    <a:pt x="53123" y="287"/>
                  </a:lnTo>
                  <a:lnTo>
                    <a:pt x="53123" y="76340"/>
                  </a:lnTo>
                  <a:lnTo>
                    <a:pt x="-741" y="76340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0" name="Freihandform: Form 1009">
              <a:extLst>
                <a:ext uri="{FF2B5EF4-FFF2-40B4-BE49-F238E27FC236}">
                  <a16:creationId xmlns:a16="http://schemas.microsoft.com/office/drawing/2014/main" id="{8F79C300-F969-D4BF-5C53-80E948A1CDED}"/>
                </a:ext>
              </a:extLst>
            </p:cNvPr>
            <p:cNvSpPr/>
            <p:nvPr/>
          </p:nvSpPr>
          <p:spPr>
            <a:xfrm>
              <a:off x="15233606" y="4524787"/>
              <a:ext cx="53864" cy="32572"/>
            </a:xfrm>
            <a:custGeom>
              <a:avLst/>
              <a:gdLst>
                <a:gd name="csX0" fmla="*/ -741 w 53864"/>
                <a:gd name="csY0" fmla="*/ 287 h 32572"/>
                <a:gd name="csX1" fmla="*/ 53124 w 53864"/>
                <a:gd name="csY1" fmla="*/ 287 h 32572"/>
                <a:gd name="csX2" fmla="*/ 53124 w 53864"/>
                <a:gd name="csY2" fmla="*/ 32860 h 32572"/>
                <a:gd name="csX3" fmla="*/ -741 w 53864"/>
                <a:gd name="csY3" fmla="*/ 32860 h 325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32572">
                  <a:moveTo>
                    <a:pt x="-741" y="287"/>
                  </a:moveTo>
                  <a:lnTo>
                    <a:pt x="53124" y="287"/>
                  </a:lnTo>
                  <a:lnTo>
                    <a:pt x="53124" y="32860"/>
                  </a:lnTo>
                  <a:lnTo>
                    <a:pt x="-741" y="32860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1" name="Freihandform: Form 1010">
              <a:extLst>
                <a:ext uri="{FF2B5EF4-FFF2-40B4-BE49-F238E27FC236}">
                  <a16:creationId xmlns:a16="http://schemas.microsoft.com/office/drawing/2014/main" id="{D8134A02-0D88-8902-496F-D49C9B0C2406}"/>
                </a:ext>
              </a:extLst>
            </p:cNvPr>
            <p:cNvSpPr/>
            <p:nvPr/>
          </p:nvSpPr>
          <p:spPr>
            <a:xfrm>
              <a:off x="15287422" y="4546503"/>
              <a:ext cx="53864" cy="10857"/>
            </a:xfrm>
            <a:custGeom>
              <a:avLst/>
              <a:gdLst>
                <a:gd name="csX0" fmla="*/ -741 w 53864"/>
                <a:gd name="csY0" fmla="*/ 287 h 10857"/>
                <a:gd name="csX1" fmla="*/ 53123 w 53864"/>
                <a:gd name="csY1" fmla="*/ 287 h 10857"/>
                <a:gd name="csX2" fmla="*/ 53123 w 53864"/>
                <a:gd name="csY2" fmla="*/ 11145 h 10857"/>
                <a:gd name="csX3" fmla="*/ -741 w 53864"/>
                <a:gd name="csY3" fmla="*/ 11145 h 108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0857">
                  <a:moveTo>
                    <a:pt x="-741" y="287"/>
                  </a:moveTo>
                  <a:lnTo>
                    <a:pt x="53123" y="287"/>
                  </a:lnTo>
                  <a:lnTo>
                    <a:pt x="53123" y="11145"/>
                  </a:lnTo>
                  <a:lnTo>
                    <a:pt x="-741" y="11145"/>
                  </a:lnTo>
                  <a:close/>
                </a:path>
              </a:pathLst>
            </a:custGeom>
            <a:solidFill>
              <a:srgbClr val="3683C9">
                <a:alpha val="50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2" name="Freihandform: Form 1011">
              <a:extLst>
                <a:ext uri="{FF2B5EF4-FFF2-40B4-BE49-F238E27FC236}">
                  <a16:creationId xmlns:a16="http://schemas.microsoft.com/office/drawing/2014/main" id="{F23AF228-0303-8213-48FD-96988E809705}"/>
                </a:ext>
              </a:extLst>
            </p:cNvPr>
            <p:cNvSpPr/>
            <p:nvPr/>
          </p:nvSpPr>
          <p:spPr>
            <a:xfrm>
              <a:off x="13833288" y="4513880"/>
              <a:ext cx="53864" cy="43480"/>
            </a:xfrm>
            <a:custGeom>
              <a:avLst/>
              <a:gdLst>
                <a:gd name="csX0" fmla="*/ -741 w 53864"/>
                <a:gd name="csY0" fmla="*/ 287 h 43480"/>
                <a:gd name="csX1" fmla="*/ 53123 w 53864"/>
                <a:gd name="csY1" fmla="*/ 287 h 43480"/>
                <a:gd name="csX2" fmla="*/ 53123 w 53864"/>
                <a:gd name="csY2" fmla="*/ 43768 h 43480"/>
                <a:gd name="csX3" fmla="*/ -741 w 53864"/>
                <a:gd name="csY3" fmla="*/ 43768 h 434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43480">
                  <a:moveTo>
                    <a:pt x="-741" y="287"/>
                  </a:moveTo>
                  <a:lnTo>
                    <a:pt x="53123" y="287"/>
                  </a:lnTo>
                  <a:lnTo>
                    <a:pt x="53123" y="43768"/>
                  </a:lnTo>
                  <a:lnTo>
                    <a:pt x="-741" y="43768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3" name="Freihandform: Form 1012">
              <a:extLst>
                <a:ext uri="{FF2B5EF4-FFF2-40B4-BE49-F238E27FC236}">
                  <a16:creationId xmlns:a16="http://schemas.microsoft.com/office/drawing/2014/main" id="{680B4CAD-A9C0-EC70-2746-9BC38FE87F11}"/>
                </a:ext>
              </a:extLst>
            </p:cNvPr>
            <p:cNvSpPr/>
            <p:nvPr/>
          </p:nvSpPr>
          <p:spPr>
            <a:xfrm>
              <a:off x="13887152" y="4503022"/>
              <a:ext cx="53864" cy="54337"/>
            </a:xfrm>
            <a:custGeom>
              <a:avLst/>
              <a:gdLst>
                <a:gd name="csX0" fmla="*/ -741 w 53864"/>
                <a:gd name="csY0" fmla="*/ 287 h 54337"/>
                <a:gd name="csX1" fmla="*/ 53123 w 53864"/>
                <a:gd name="csY1" fmla="*/ 287 h 54337"/>
                <a:gd name="csX2" fmla="*/ 53123 w 53864"/>
                <a:gd name="csY2" fmla="*/ 54625 h 54337"/>
                <a:gd name="csX3" fmla="*/ -741 w 53864"/>
                <a:gd name="csY3" fmla="*/ 54625 h 543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54337">
                  <a:moveTo>
                    <a:pt x="-741" y="287"/>
                  </a:moveTo>
                  <a:lnTo>
                    <a:pt x="53123" y="287"/>
                  </a:lnTo>
                  <a:lnTo>
                    <a:pt x="53123" y="54625"/>
                  </a:lnTo>
                  <a:lnTo>
                    <a:pt x="-741" y="54625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4" name="Freihandform: Form 1013">
              <a:extLst>
                <a:ext uri="{FF2B5EF4-FFF2-40B4-BE49-F238E27FC236}">
                  <a16:creationId xmlns:a16="http://schemas.microsoft.com/office/drawing/2014/main" id="{F2B30DFD-8785-76D2-D1D9-92DA4BCB8BE4}"/>
                </a:ext>
              </a:extLst>
            </p:cNvPr>
            <p:cNvSpPr/>
            <p:nvPr/>
          </p:nvSpPr>
          <p:spPr>
            <a:xfrm>
              <a:off x="14318015" y="4546503"/>
              <a:ext cx="53864" cy="10857"/>
            </a:xfrm>
            <a:custGeom>
              <a:avLst/>
              <a:gdLst>
                <a:gd name="csX0" fmla="*/ -741 w 53864"/>
                <a:gd name="csY0" fmla="*/ 287 h 10857"/>
                <a:gd name="csX1" fmla="*/ 53123 w 53864"/>
                <a:gd name="csY1" fmla="*/ 287 h 10857"/>
                <a:gd name="csX2" fmla="*/ 53123 w 53864"/>
                <a:gd name="csY2" fmla="*/ 11145 h 10857"/>
                <a:gd name="csX3" fmla="*/ -741 w 53864"/>
                <a:gd name="csY3" fmla="*/ 11145 h 108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0857">
                  <a:moveTo>
                    <a:pt x="-741" y="287"/>
                  </a:moveTo>
                  <a:lnTo>
                    <a:pt x="53123" y="287"/>
                  </a:lnTo>
                  <a:lnTo>
                    <a:pt x="53123" y="11145"/>
                  </a:lnTo>
                  <a:lnTo>
                    <a:pt x="-741" y="11145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5" name="Freihandform: Form 1014">
              <a:extLst>
                <a:ext uri="{FF2B5EF4-FFF2-40B4-BE49-F238E27FC236}">
                  <a16:creationId xmlns:a16="http://schemas.microsoft.com/office/drawing/2014/main" id="{CF3C524A-1F51-A51D-5DB1-C28946B67FF0}"/>
                </a:ext>
              </a:extLst>
            </p:cNvPr>
            <p:cNvSpPr/>
            <p:nvPr/>
          </p:nvSpPr>
          <p:spPr>
            <a:xfrm>
              <a:off x="14371830" y="4503022"/>
              <a:ext cx="53864" cy="54337"/>
            </a:xfrm>
            <a:custGeom>
              <a:avLst/>
              <a:gdLst>
                <a:gd name="csX0" fmla="*/ -741 w 53864"/>
                <a:gd name="csY0" fmla="*/ 287 h 54337"/>
                <a:gd name="csX1" fmla="*/ 53123 w 53864"/>
                <a:gd name="csY1" fmla="*/ 287 h 54337"/>
                <a:gd name="csX2" fmla="*/ 53123 w 53864"/>
                <a:gd name="csY2" fmla="*/ 54625 h 54337"/>
                <a:gd name="csX3" fmla="*/ -741 w 53864"/>
                <a:gd name="csY3" fmla="*/ 54625 h 543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54337">
                  <a:moveTo>
                    <a:pt x="-741" y="287"/>
                  </a:moveTo>
                  <a:lnTo>
                    <a:pt x="53123" y="287"/>
                  </a:lnTo>
                  <a:lnTo>
                    <a:pt x="53123" y="54625"/>
                  </a:lnTo>
                  <a:lnTo>
                    <a:pt x="-741" y="54625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6" name="Freihandform: Form 1015">
              <a:extLst>
                <a:ext uri="{FF2B5EF4-FFF2-40B4-BE49-F238E27FC236}">
                  <a16:creationId xmlns:a16="http://schemas.microsoft.com/office/drawing/2014/main" id="{8D3DD3C6-D9E7-75AA-642F-36939514D539}"/>
                </a:ext>
              </a:extLst>
            </p:cNvPr>
            <p:cNvSpPr/>
            <p:nvPr/>
          </p:nvSpPr>
          <p:spPr>
            <a:xfrm>
              <a:off x="14425694" y="4220574"/>
              <a:ext cx="53864" cy="336785"/>
            </a:xfrm>
            <a:custGeom>
              <a:avLst/>
              <a:gdLst>
                <a:gd name="csX0" fmla="*/ -741 w 53864"/>
                <a:gd name="csY0" fmla="*/ 287 h 336785"/>
                <a:gd name="csX1" fmla="*/ 53124 w 53864"/>
                <a:gd name="csY1" fmla="*/ 287 h 336785"/>
                <a:gd name="csX2" fmla="*/ 53124 w 53864"/>
                <a:gd name="csY2" fmla="*/ 337073 h 336785"/>
                <a:gd name="csX3" fmla="*/ -741 w 53864"/>
                <a:gd name="csY3" fmla="*/ 337073 h 3367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336785">
                  <a:moveTo>
                    <a:pt x="-741" y="287"/>
                  </a:moveTo>
                  <a:lnTo>
                    <a:pt x="53124" y="287"/>
                  </a:lnTo>
                  <a:lnTo>
                    <a:pt x="53124" y="337073"/>
                  </a:lnTo>
                  <a:lnTo>
                    <a:pt x="-741" y="337073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7" name="Freihandform: Form 1016">
              <a:extLst>
                <a:ext uri="{FF2B5EF4-FFF2-40B4-BE49-F238E27FC236}">
                  <a16:creationId xmlns:a16="http://schemas.microsoft.com/office/drawing/2014/main" id="{84E8CD25-50E1-27C0-D735-2D073FA5715A}"/>
                </a:ext>
              </a:extLst>
            </p:cNvPr>
            <p:cNvSpPr/>
            <p:nvPr/>
          </p:nvSpPr>
          <p:spPr>
            <a:xfrm>
              <a:off x="14479559" y="3536145"/>
              <a:ext cx="53864" cy="1021215"/>
            </a:xfrm>
            <a:custGeom>
              <a:avLst/>
              <a:gdLst>
                <a:gd name="csX0" fmla="*/ -741 w 53864"/>
                <a:gd name="csY0" fmla="*/ 287 h 1021215"/>
                <a:gd name="csX1" fmla="*/ 53123 w 53864"/>
                <a:gd name="csY1" fmla="*/ 287 h 1021215"/>
                <a:gd name="csX2" fmla="*/ 53123 w 53864"/>
                <a:gd name="csY2" fmla="*/ 1021503 h 1021215"/>
                <a:gd name="csX3" fmla="*/ -741 w 53864"/>
                <a:gd name="csY3" fmla="*/ 1021503 h 1021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021215">
                  <a:moveTo>
                    <a:pt x="-741" y="287"/>
                  </a:moveTo>
                  <a:lnTo>
                    <a:pt x="53123" y="287"/>
                  </a:lnTo>
                  <a:lnTo>
                    <a:pt x="53123" y="1021503"/>
                  </a:lnTo>
                  <a:lnTo>
                    <a:pt x="-741" y="1021503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8" name="Freihandform: Form 1017">
              <a:extLst>
                <a:ext uri="{FF2B5EF4-FFF2-40B4-BE49-F238E27FC236}">
                  <a16:creationId xmlns:a16="http://schemas.microsoft.com/office/drawing/2014/main" id="{9CC6FDFF-09B3-B622-AEBA-68FBE23A1EE1}"/>
                </a:ext>
              </a:extLst>
            </p:cNvPr>
            <p:cNvSpPr/>
            <p:nvPr/>
          </p:nvSpPr>
          <p:spPr>
            <a:xfrm>
              <a:off x="14533423" y="3427519"/>
              <a:ext cx="53864" cy="1129841"/>
            </a:xfrm>
            <a:custGeom>
              <a:avLst/>
              <a:gdLst>
                <a:gd name="csX0" fmla="*/ -741 w 53864"/>
                <a:gd name="csY0" fmla="*/ 287 h 1129841"/>
                <a:gd name="csX1" fmla="*/ 53123 w 53864"/>
                <a:gd name="csY1" fmla="*/ 287 h 1129841"/>
                <a:gd name="csX2" fmla="*/ 53123 w 53864"/>
                <a:gd name="csY2" fmla="*/ 1130129 h 1129841"/>
                <a:gd name="csX3" fmla="*/ -741 w 53864"/>
                <a:gd name="csY3" fmla="*/ 1130129 h 11298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129841">
                  <a:moveTo>
                    <a:pt x="-741" y="287"/>
                  </a:moveTo>
                  <a:lnTo>
                    <a:pt x="53123" y="287"/>
                  </a:lnTo>
                  <a:lnTo>
                    <a:pt x="53123" y="1130129"/>
                  </a:lnTo>
                  <a:lnTo>
                    <a:pt x="-741" y="1130129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9" name="Freihandform: Form 1018">
              <a:extLst>
                <a:ext uri="{FF2B5EF4-FFF2-40B4-BE49-F238E27FC236}">
                  <a16:creationId xmlns:a16="http://schemas.microsoft.com/office/drawing/2014/main" id="{2CA82294-DEB9-AFCF-82DF-6BB96B2F444D}"/>
                </a:ext>
              </a:extLst>
            </p:cNvPr>
            <p:cNvSpPr/>
            <p:nvPr/>
          </p:nvSpPr>
          <p:spPr>
            <a:xfrm>
              <a:off x="14587287" y="4035895"/>
              <a:ext cx="53864" cy="521465"/>
            </a:xfrm>
            <a:custGeom>
              <a:avLst/>
              <a:gdLst>
                <a:gd name="csX0" fmla="*/ -741 w 53864"/>
                <a:gd name="csY0" fmla="*/ 287 h 521465"/>
                <a:gd name="csX1" fmla="*/ 53123 w 53864"/>
                <a:gd name="csY1" fmla="*/ 287 h 521465"/>
                <a:gd name="csX2" fmla="*/ 53123 w 53864"/>
                <a:gd name="csY2" fmla="*/ 521753 h 521465"/>
                <a:gd name="csX3" fmla="*/ -741 w 53864"/>
                <a:gd name="csY3" fmla="*/ 521753 h 521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521465">
                  <a:moveTo>
                    <a:pt x="-741" y="287"/>
                  </a:moveTo>
                  <a:lnTo>
                    <a:pt x="53123" y="287"/>
                  </a:lnTo>
                  <a:lnTo>
                    <a:pt x="53123" y="521753"/>
                  </a:lnTo>
                  <a:lnTo>
                    <a:pt x="-741" y="521753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0" name="Freihandform: Form 1019">
              <a:extLst>
                <a:ext uri="{FF2B5EF4-FFF2-40B4-BE49-F238E27FC236}">
                  <a16:creationId xmlns:a16="http://schemas.microsoft.com/office/drawing/2014/main" id="{548A553B-D0B2-5182-F51B-8DFD06BE47DA}"/>
                </a:ext>
              </a:extLst>
            </p:cNvPr>
            <p:cNvSpPr/>
            <p:nvPr/>
          </p:nvSpPr>
          <p:spPr>
            <a:xfrm>
              <a:off x="14641151" y="4340058"/>
              <a:ext cx="53864" cy="217301"/>
            </a:xfrm>
            <a:custGeom>
              <a:avLst/>
              <a:gdLst>
                <a:gd name="csX0" fmla="*/ -741 w 53864"/>
                <a:gd name="csY0" fmla="*/ 287 h 217301"/>
                <a:gd name="csX1" fmla="*/ 53123 w 53864"/>
                <a:gd name="csY1" fmla="*/ 287 h 217301"/>
                <a:gd name="csX2" fmla="*/ 53123 w 53864"/>
                <a:gd name="csY2" fmla="*/ 217589 h 217301"/>
                <a:gd name="csX3" fmla="*/ -741 w 53864"/>
                <a:gd name="csY3" fmla="*/ 217589 h 2173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217301">
                  <a:moveTo>
                    <a:pt x="-741" y="287"/>
                  </a:moveTo>
                  <a:lnTo>
                    <a:pt x="53123" y="287"/>
                  </a:lnTo>
                  <a:lnTo>
                    <a:pt x="53123" y="217589"/>
                  </a:lnTo>
                  <a:lnTo>
                    <a:pt x="-741" y="217589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1" name="Freihandform: Form 1020">
              <a:extLst>
                <a:ext uri="{FF2B5EF4-FFF2-40B4-BE49-F238E27FC236}">
                  <a16:creationId xmlns:a16="http://schemas.microsoft.com/office/drawing/2014/main" id="{035386A5-3661-AEC9-A961-A7FA58F7129B}"/>
                </a:ext>
              </a:extLst>
            </p:cNvPr>
            <p:cNvSpPr/>
            <p:nvPr/>
          </p:nvSpPr>
          <p:spPr>
            <a:xfrm>
              <a:off x="14695015" y="4372681"/>
              <a:ext cx="53864" cy="184679"/>
            </a:xfrm>
            <a:custGeom>
              <a:avLst/>
              <a:gdLst>
                <a:gd name="csX0" fmla="*/ -741 w 53864"/>
                <a:gd name="csY0" fmla="*/ 287 h 184679"/>
                <a:gd name="csX1" fmla="*/ 53123 w 53864"/>
                <a:gd name="csY1" fmla="*/ 287 h 184679"/>
                <a:gd name="csX2" fmla="*/ 53123 w 53864"/>
                <a:gd name="csY2" fmla="*/ 184967 h 184679"/>
                <a:gd name="csX3" fmla="*/ -741 w 53864"/>
                <a:gd name="csY3" fmla="*/ 184967 h 1846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84679">
                  <a:moveTo>
                    <a:pt x="-741" y="287"/>
                  </a:moveTo>
                  <a:lnTo>
                    <a:pt x="53123" y="287"/>
                  </a:lnTo>
                  <a:lnTo>
                    <a:pt x="53123" y="184967"/>
                  </a:lnTo>
                  <a:lnTo>
                    <a:pt x="-741" y="184967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2" name="Freihandform: Form 1021">
              <a:extLst>
                <a:ext uri="{FF2B5EF4-FFF2-40B4-BE49-F238E27FC236}">
                  <a16:creationId xmlns:a16="http://schemas.microsoft.com/office/drawing/2014/main" id="{91E181D4-DAC3-60D5-5AE8-539C8517BAF9}"/>
                </a:ext>
              </a:extLst>
            </p:cNvPr>
            <p:cNvSpPr/>
            <p:nvPr/>
          </p:nvSpPr>
          <p:spPr>
            <a:xfrm>
              <a:off x="14748880" y="4459592"/>
              <a:ext cx="53864" cy="97768"/>
            </a:xfrm>
            <a:custGeom>
              <a:avLst/>
              <a:gdLst>
                <a:gd name="csX0" fmla="*/ -741 w 53864"/>
                <a:gd name="csY0" fmla="*/ 287 h 97768"/>
                <a:gd name="csX1" fmla="*/ 53123 w 53864"/>
                <a:gd name="csY1" fmla="*/ 287 h 97768"/>
                <a:gd name="csX2" fmla="*/ 53123 w 53864"/>
                <a:gd name="csY2" fmla="*/ 98056 h 97768"/>
                <a:gd name="csX3" fmla="*/ -741 w 53864"/>
                <a:gd name="csY3" fmla="*/ 98056 h 977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97768">
                  <a:moveTo>
                    <a:pt x="-741" y="287"/>
                  </a:moveTo>
                  <a:lnTo>
                    <a:pt x="53123" y="287"/>
                  </a:lnTo>
                  <a:lnTo>
                    <a:pt x="53123" y="98056"/>
                  </a:lnTo>
                  <a:lnTo>
                    <a:pt x="-741" y="98056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3" name="Freihandform: Form 1022">
              <a:extLst>
                <a:ext uri="{FF2B5EF4-FFF2-40B4-BE49-F238E27FC236}">
                  <a16:creationId xmlns:a16="http://schemas.microsoft.com/office/drawing/2014/main" id="{AD7C80D5-5E98-2906-FE85-A667C9C23607}"/>
                </a:ext>
              </a:extLst>
            </p:cNvPr>
            <p:cNvSpPr/>
            <p:nvPr/>
          </p:nvSpPr>
          <p:spPr>
            <a:xfrm>
              <a:off x="14802744" y="4492165"/>
              <a:ext cx="53864" cy="65195"/>
            </a:xfrm>
            <a:custGeom>
              <a:avLst/>
              <a:gdLst>
                <a:gd name="csX0" fmla="*/ -741 w 53864"/>
                <a:gd name="csY0" fmla="*/ 287 h 65195"/>
                <a:gd name="csX1" fmla="*/ 53123 w 53864"/>
                <a:gd name="csY1" fmla="*/ 287 h 65195"/>
                <a:gd name="csX2" fmla="*/ 53123 w 53864"/>
                <a:gd name="csY2" fmla="*/ 65483 h 65195"/>
                <a:gd name="csX3" fmla="*/ -741 w 53864"/>
                <a:gd name="csY3" fmla="*/ 65483 h 65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65195">
                  <a:moveTo>
                    <a:pt x="-741" y="287"/>
                  </a:moveTo>
                  <a:lnTo>
                    <a:pt x="53123" y="287"/>
                  </a:lnTo>
                  <a:lnTo>
                    <a:pt x="53123" y="65483"/>
                  </a:lnTo>
                  <a:lnTo>
                    <a:pt x="-741" y="65483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" name="Freihandform: Form 1023">
              <a:extLst>
                <a:ext uri="{FF2B5EF4-FFF2-40B4-BE49-F238E27FC236}">
                  <a16:creationId xmlns:a16="http://schemas.microsoft.com/office/drawing/2014/main" id="{D3CE315C-B4F6-7527-C78C-778241A79F2A}"/>
                </a:ext>
              </a:extLst>
            </p:cNvPr>
            <p:cNvSpPr/>
            <p:nvPr/>
          </p:nvSpPr>
          <p:spPr>
            <a:xfrm>
              <a:off x="14856558" y="4481307"/>
              <a:ext cx="53864" cy="76053"/>
            </a:xfrm>
            <a:custGeom>
              <a:avLst/>
              <a:gdLst>
                <a:gd name="csX0" fmla="*/ -741 w 53864"/>
                <a:gd name="csY0" fmla="*/ 287 h 76053"/>
                <a:gd name="csX1" fmla="*/ 53123 w 53864"/>
                <a:gd name="csY1" fmla="*/ 287 h 76053"/>
                <a:gd name="csX2" fmla="*/ 53123 w 53864"/>
                <a:gd name="csY2" fmla="*/ 76340 h 76053"/>
                <a:gd name="csX3" fmla="*/ -741 w 53864"/>
                <a:gd name="csY3" fmla="*/ 76340 h 760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76053">
                  <a:moveTo>
                    <a:pt x="-741" y="287"/>
                  </a:moveTo>
                  <a:lnTo>
                    <a:pt x="53123" y="287"/>
                  </a:lnTo>
                  <a:lnTo>
                    <a:pt x="53123" y="76340"/>
                  </a:lnTo>
                  <a:lnTo>
                    <a:pt x="-741" y="76340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5" name="Freihandform: Form 1024">
              <a:extLst>
                <a:ext uri="{FF2B5EF4-FFF2-40B4-BE49-F238E27FC236}">
                  <a16:creationId xmlns:a16="http://schemas.microsoft.com/office/drawing/2014/main" id="{D90C3C85-6670-6C83-1E8F-9BE88D5DEB5E}"/>
                </a:ext>
              </a:extLst>
            </p:cNvPr>
            <p:cNvSpPr/>
            <p:nvPr/>
          </p:nvSpPr>
          <p:spPr>
            <a:xfrm>
              <a:off x="14910422" y="4481307"/>
              <a:ext cx="53864" cy="76053"/>
            </a:xfrm>
            <a:custGeom>
              <a:avLst/>
              <a:gdLst>
                <a:gd name="csX0" fmla="*/ -741 w 53864"/>
                <a:gd name="csY0" fmla="*/ 287 h 76053"/>
                <a:gd name="csX1" fmla="*/ 53123 w 53864"/>
                <a:gd name="csY1" fmla="*/ 287 h 76053"/>
                <a:gd name="csX2" fmla="*/ 53123 w 53864"/>
                <a:gd name="csY2" fmla="*/ 76340 h 76053"/>
                <a:gd name="csX3" fmla="*/ -741 w 53864"/>
                <a:gd name="csY3" fmla="*/ 76340 h 760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76053">
                  <a:moveTo>
                    <a:pt x="-741" y="287"/>
                  </a:moveTo>
                  <a:lnTo>
                    <a:pt x="53123" y="287"/>
                  </a:lnTo>
                  <a:lnTo>
                    <a:pt x="53123" y="76340"/>
                  </a:lnTo>
                  <a:lnTo>
                    <a:pt x="-741" y="76340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6" name="Freihandform: Form 1025">
              <a:extLst>
                <a:ext uri="{FF2B5EF4-FFF2-40B4-BE49-F238E27FC236}">
                  <a16:creationId xmlns:a16="http://schemas.microsoft.com/office/drawing/2014/main" id="{1CE2C9D3-EA40-CE7B-1BA8-896553520BED}"/>
                </a:ext>
              </a:extLst>
            </p:cNvPr>
            <p:cNvSpPr/>
            <p:nvPr/>
          </p:nvSpPr>
          <p:spPr>
            <a:xfrm>
              <a:off x="14964286" y="4503022"/>
              <a:ext cx="53864" cy="54337"/>
            </a:xfrm>
            <a:custGeom>
              <a:avLst/>
              <a:gdLst>
                <a:gd name="csX0" fmla="*/ -741 w 53864"/>
                <a:gd name="csY0" fmla="*/ 287 h 54337"/>
                <a:gd name="csX1" fmla="*/ 53123 w 53864"/>
                <a:gd name="csY1" fmla="*/ 287 h 54337"/>
                <a:gd name="csX2" fmla="*/ 53123 w 53864"/>
                <a:gd name="csY2" fmla="*/ 54625 h 54337"/>
                <a:gd name="csX3" fmla="*/ -741 w 53864"/>
                <a:gd name="csY3" fmla="*/ 54625 h 543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54337">
                  <a:moveTo>
                    <a:pt x="-741" y="287"/>
                  </a:moveTo>
                  <a:lnTo>
                    <a:pt x="53123" y="287"/>
                  </a:lnTo>
                  <a:lnTo>
                    <a:pt x="53123" y="54625"/>
                  </a:lnTo>
                  <a:lnTo>
                    <a:pt x="-741" y="54625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7" name="Freihandform: Form 1026">
              <a:extLst>
                <a:ext uri="{FF2B5EF4-FFF2-40B4-BE49-F238E27FC236}">
                  <a16:creationId xmlns:a16="http://schemas.microsoft.com/office/drawing/2014/main" id="{808168DC-1855-E7ED-29A2-4CE29E928FA9}"/>
                </a:ext>
              </a:extLst>
            </p:cNvPr>
            <p:cNvSpPr/>
            <p:nvPr/>
          </p:nvSpPr>
          <p:spPr>
            <a:xfrm>
              <a:off x="15018150" y="4546503"/>
              <a:ext cx="53864" cy="10857"/>
            </a:xfrm>
            <a:custGeom>
              <a:avLst/>
              <a:gdLst>
                <a:gd name="csX0" fmla="*/ -741 w 53864"/>
                <a:gd name="csY0" fmla="*/ 287 h 10857"/>
                <a:gd name="csX1" fmla="*/ 53123 w 53864"/>
                <a:gd name="csY1" fmla="*/ 287 h 10857"/>
                <a:gd name="csX2" fmla="*/ 53123 w 53864"/>
                <a:gd name="csY2" fmla="*/ 11145 h 10857"/>
                <a:gd name="csX3" fmla="*/ -741 w 53864"/>
                <a:gd name="csY3" fmla="*/ 11145 h 108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0857">
                  <a:moveTo>
                    <a:pt x="-741" y="287"/>
                  </a:moveTo>
                  <a:lnTo>
                    <a:pt x="53123" y="287"/>
                  </a:lnTo>
                  <a:lnTo>
                    <a:pt x="53123" y="11145"/>
                  </a:lnTo>
                  <a:lnTo>
                    <a:pt x="-741" y="11145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8" name="Freihandform: Form 1027">
              <a:extLst>
                <a:ext uri="{FF2B5EF4-FFF2-40B4-BE49-F238E27FC236}">
                  <a16:creationId xmlns:a16="http://schemas.microsoft.com/office/drawing/2014/main" id="{5B79B88E-0D9D-15E3-5EEB-29420FF39380}"/>
                </a:ext>
              </a:extLst>
            </p:cNvPr>
            <p:cNvSpPr/>
            <p:nvPr/>
          </p:nvSpPr>
          <p:spPr>
            <a:xfrm>
              <a:off x="15125878" y="4503022"/>
              <a:ext cx="53864" cy="54337"/>
            </a:xfrm>
            <a:custGeom>
              <a:avLst/>
              <a:gdLst>
                <a:gd name="csX0" fmla="*/ -741 w 53864"/>
                <a:gd name="csY0" fmla="*/ 287 h 54337"/>
                <a:gd name="csX1" fmla="*/ 53123 w 53864"/>
                <a:gd name="csY1" fmla="*/ 287 h 54337"/>
                <a:gd name="csX2" fmla="*/ 53123 w 53864"/>
                <a:gd name="csY2" fmla="*/ 54625 h 54337"/>
                <a:gd name="csX3" fmla="*/ -741 w 53864"/>
                <a:gd name="csY3" fmla="*/ 54625 h 543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54337">
                  <a:moveTo>
                    <a:pt x="-741" y="287"/>
                  </a:moveTo>
                  <a:lnTo>
                    <a:pt x="53123" y="287"/>
                  </a:lnTo>
                  <a:lnTo>
                    <a:pt x="53123" y="54625"/>
                  </a:lnTo>
                  <a:lnTo>
                    <a:pt x="-741" y="54625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" name="Freihandform: Form 1028">
              <a:extLst>
                <a:ext uri="{FF2B5EF4-FFF2-40B4-BE49-F238E27FC236}">
                  <a16:creationId xmlns:a16="http://schemas.microsoft.com/office/drawing/2014/main" id="{1716BA79-C33B-23E6-B84A-DD0A879F424B}"/>
                </a:ext>
              </a:extLst>
            </p:cNvPr>
            <p:cNvSpPr/>
            <p:nvPr/>
          </p:nvSpPr>
          <p:spPr>
            <a:xfrm>
              <a:off x="15179742" y="4546503"/>
              <a:ext cx="53864" cy="10857"/>
            </a:xfrm>
            <a:custGeom>
              <a:avLst/>
              <a:gdLst>
                <a:gd name="csX0" fmla="*/ -741 w 53864"/>
                <a:gd name="csY0" fmla="*/ 287 h 10857"/>
                <a:gd name="csX1" fmla="*/ 53123 w 53864"/>
                <a:gd name="csY1" fmla="*/ 287 h 10857"/>
                <a:gd name="csX2" fmla="*/ 53123 w 53864"/>
                <a:gd name="csY2" fmla="*/ 11145 h 10857"/>
                <a:gd name="csX3" fmla="*/ -741 w 53864"/>
                <a:gd name="csY3" fmla="*/ 11145 h 108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0857">
                  <a:moveTo>
                    <a:pt x="-741" y="287"/>
                  </a:moveTo>
                  <a:lnTo>
                    <a:pt x="53123" y="287"/>
                  </a:lnTo>
                  <a:lnTo>
                    <a:pt x="53123" y="11145"/>
                  </a:lnTo>
                  <a:lnTo>
                    <a:pt x="-741" y="11145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0" name="Freihandform: Form 1029">
              <a:extLst>
                <a:ext uri="{FF2B5EF4-FFF2-40B4-BE49-F238E27FC236}">
                  <a16:creationId xmlns:a16="http://schemas.microsoft.com/office/drawing/2014/main" id="{9716B66B-40CD-E3E4-21DF-330BFB8260D6}"/>
                </a:ext>
              </a:extLst>
            </p:cNvPr>
            <p:cNvSpPr/>
            <p:nvPr/>
          </p:nvSpPr>
          <p:spPr>
            <a:xfrm>
              <a:off x="15233606" y="4524787"/>
              <a:ext cx="53864" cy="32572"/>
            </a:xfrm>
            <a:custGeom>
              <a:avLst/>
              <a:gdLst>
                <a:gd name="csX0" fmla="*/ -741 w 53864"/>
                <a:gd name="csY0" fmla="*/ 287 h 32572"/>
                <a:gd name="csX1" fmla="*/ 53124 w 53864"/>
                <a:gd name="csY1" fmla="*/ 287 h 32572"/>
                <a:gd name="csX2" fmla="*/ 53124 w 53864"/>
                <a:gd name="csY2" fmla="*/ 32860 h 32572"/>
                <a:gd name="csX3" fmla="*/ -741 w 53864"/>
                <a:gd name="csY3" fmla="*/ 32860 h 325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32572">
                  <a:moveTo>
                    <a:pt x="-741" y="287"/>
                  </a:moveTo>
                  <a:lnTo>
                    <a:pt x="53124" y="287"/>
                  </a:lnTo>
                  <a:lnTo>
                    <a:pt x="53124" y="32860"/>
                  </a:lnTo>
                  <a:lnTo>
                    <a:pt x="-741" y="32860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1" name="Freihandform: Form 1030">
              <a:extLst>
                <a:ext uri="{FF2B5EF4-FFF2-40B4-BE49-F238E27FC236}">
                  <a16:creationId xmlns:a16="http://schemas.microsoft.com/office/drawing/2014/main" id="{C7E5BE26-01BD-2323-D968-A29D517E101B}"/>
                </a:ext>
              </a:extLst>
            </p:cNvPr>
            <p:cNvSpPr/>
            <p:nvPr/>
          </p:nvSpPr>
          <p:spPr>
            <a:xfrm>
              <a:off x="15287422" y="4546503"/>
              <a:ext cx="53864" cy="10857"/>
            </a:xfrm>
            <a:custGeom>
              <a:avLst/>
              <a:gdLst>
                <a:gd name="csX0" fmla="*/ -741 w 53864"/>
                <a:gd name="csY0" fmla="*/ 287 h 10857"/>
                <a:gd name="csX1" fmla="*/ 53123 w 53864"/>
                <a:gd name="csY1" fmla="*/ 287 h 10857"/>
                <a:gd name="csX2" fmla="*/ 53123 w 53864"/>
                <a:gd name="csY2" fmla="*/ 11145 h 10857"/>
                <a:gd name="csX3" fmla="*/ -741 w 53864"/>
                <a:gd name="csY3" fmla="*/ 11145 h 108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0857">
                  <a:moveTo>
                    <a:pt x="-741" y="287"/>
                  </a:moveTo>
                  <a:lnTo>
                    <a:pt x="53123" y="287"/>
                  </a:lnTo>
                  <a:lnTo>
                    <a:pt x="53123" y="11145"/>
                  </a:lnTo>
                  <a:lnTo>
                    <a:pt x="-741" y="11145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2" name="Freihandform: Form 1031">
              <a:extLst>
                <a:ext uri="{FF2B5EF4-FFF2-40B4-BE49-F238E27FC236}">
                  <a16:creationId xmlns:a16="http://schemas.microsoft.com/office/drawing/2014/main" id="{B847D2E5-06BD-AC13-AFD0-12D55890B5F3}"/>
                </a:ext>
              </a:extLst>
            </p:cNvPr>
            <p:cNvSpPr/>
            <p:nvPr/>
          </p:nvSpPr>
          <p:spPr>
            <a:xfrm>
              <a:off x="15341286" y="4546503"/>
              <a:ext cx="53864" cy="10857"/>
            </a:xfrm>
            <a:custGeom>
              <a:avLst/>
              <a:gdLst>
                <a:gd name="csX0" fmla="*/ -741 w 53864"/>
                <a:gd name="csY0" fmla="*/ 287 h 10857"/>
                <a:gd name="csX1" fmla="*/ 53123 w 53864"/>
                <a:gd name="csY1" fmla="*/ 287 h 10857"/>
                <a:gd name="csX2" fmla="*/ 53123 w 53864"/>
                <a:gd name="csY2" fmla="*/ 11145 h 10857"/>
                <a:gd name="csX3" fmla="*/ -741 w 53864"/>
                <a:gd name="csY3" fmla="*/ 11145 h 108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864" h="10857">
                  <a:moveTo>
                    <a:pt x="-741" y="287"/>
                  </a:moveTo>
                  <a:lnTo>
                    <a:pt x="53123" y="287"/>
                  </a:lnTo>
                  <a:lnTo>
                    <a:pt x="53123" y="11145"/>
                  </a:lnTo>
                  <a:lnTo>
                    <a:pt x="-741" y="11145"/>
                  </a:lnTo>
                  <a:close/>
                </a:path>
              </a:pathLst>
            </a:custGeom>
            <a:solidFill>
              <a:srgbClr val="75B649">
                <a:alpha val="45000"/>
              </a:srgbClr>
            </a:solidFill>
            <a:ln w="1268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806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165</Words>
  <Application>Microsoft Office PowerPoint</Application>
  <PresentationFormat>Benutzerdefiniert</PresentationFormat>
  <Paragraphs>94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Century Gothic</vt:lpstr>
      <vt:lpstr>Office 2013 – 2022-Design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replacement in microbiome count matrices</dc:title>
  <dc:subject>Zero handling schematic</dc:subject>
  <dc:creator>OpenAI</dc:creator>
  <cp:lastModifiedBy>Stefanie Peschel</cp:lastModifiedBy>
  <cp:revision>80</cp:revision>
  <dcterms:created xsi:type="dcterms:W3CDTF">2026-05-10T08:14:00Z</dcterms:created>
  <dcterms:modified xsi:type="dcterms:W3CDTF">2026-07-05T18:22:02Z</dcterms:modified>
</cp:coreProperties>
</file>