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2" r:id="rId1"/>
  </p:sldMasterIdLst>
  <p:notesMasterIdLst>
    <p:notesMasterId r:id="rId3"/>
  </p:notesMasterIdLst>
  <p:sldIdLst>
    <p:sldId id="258" r:id="rId2"/>
  </p:sldIdLst>
  <p:sldSz cx="14508163" cy="6551613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CC"/>
    <a:srgbClr val="BBDEFD"/>
    <a:srgbClr val="E2F1FE"/>
    <a:srgbClr val="F2FAF2"/>
    <a:srgbClr val="D8EBCD"/>
    <a:srgbClr val="E2F0D9"/>
    <a:srgbClr val="FCFEFC"/>
    <a:srgbClr val="F0F7FE"/>
    <a:srgbClr val="C00000"/>
    <a:srgbClr val="D6E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618" y="11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1pPr>
    <a:lvl2pPr marL="418489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2pPr>
    <a:lvl3pPr marL="836978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3pPr>
    <a:lvl4pPr marL="1255467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4pPr>
    <a:lvl5pPr marL="1673956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5pPr>
    <a:lvl6pPr marL="2092445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6pPr>
    <a:lvl7pPr marL="2510934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7pPr>
    <a:lvl8pPr marL="2929423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8pPr>
    <a:lvl9pPr marL="3347913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521" y="1072220"/>
            <a:ext cx="10881122" cy="2280932"/>
          </a:xfrm>
        </p:spPr>
        <p:txBody>
          <a:bodyPr anchor="b"/>
          <a:lstStyle>
            <a:lvl1pPr algn="ctr">
              <a:defRPr sz="573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521" y="3441114"/>
            <a:ext cx="10881122" cy="1581789"/>
          </a:xfrm>
        </p:spPr>
        <p:txBody>
          <a:bodyPr/>
          <a:lstStyle>
            <a:lvl1pPr marL="0" indent="0" algn="ctr">
              <a:buNone/>
              <a:defRPr sz="2293"/>
            </a:lvl1pPr>
            <a:lvl2pPr marL="436763" indent="0" algn="ctr">
              <a:buNone/>
              <a:defRPr sz="1911"/>
            </a:lvl2pPr>
            <a:lvl3pPr marL="873526" indent="0" algn="ctr">
              <a:buNone/>
              <a:defRPr sz="1720"/>
            </a:lvl3pPr>
            <a:lvl4pPr marL="1310289" indent="0" algn="ctr">
              <a:buNone/>
              <a:defRPr sz="1528"/>
            </a:lvl4pPr>
            <a:lvl5pPr marL="1747053" indent="0" algn="ctr">
              <a:buNone/>
              <a:defRPr sz="1528"/>
            </a:lvl5pPr>
            <a:lvl6pPr marL="2183816" indent="0" algn="ctr">
              <a:buNone/>
              <a:defRPr sz="1528"/>
            </a:lvl6pPr>
            <a:lvl7pPr marL="2620579" indent="0" algn="ctr">
              <a:buNone/>
              <a:defRPr sz="1528"/>
            </a:lvl7pPr>
            <a:lvl8pPr marL="3057342" indent="0" algn="ctr">
              <a:buNone/>
              <a:defRPr sz="1528"/>
            </a:lvl8pPr>
            <a:lvl9pPr marL="3494105" indent="0" algn="ctr">
              <a:buNone/>
              <a:defRPr sz="152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4801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2016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880" y="1633354"/>
            <a:ext cx="12513291" cy="2725289"/>
          </a:xfrm>
        </p:spPr>
        <p:txBody>
          <a:bodyPr anchor="b"/>
          <a:lstStyle>
            <a:lvl1pPr>
              <a:defRPr sz="573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880" y="4384425"/>
            <a:ext cx="12513291" cy="1433165"/>
          </a:xfrm>
        </p:spPr>
        <p:txBody>
          <a:bodyPr/>
          <a:lstStyle>
            <a:lvl1pPr marL="0" indent="0">
              <a:buNone/>
              <a:defRPr sz="2293">
                <a:solidFill>
                  <a:schemeClr val="tx1">
                    <a:tint val="75000"/>
                  </a:schemeClr>
                </a:solidFill>
              </a:defRPr>
            </a:lvl1pPr>
            <a:lvl2pPr marL="436763" indent="0">
              <a:buNone/>
              <a:defRPr sz="1911">
                <a:solidFill>
                  <a:schemeClr val="tx1">
                    <a:tint val="75000"/>
                  </a:schemeClr>
                </a:solidFill>
              </a:defRPr>
            </a:lvl2pPr>
            <a:lvl3pPr marL="873526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3pPr>
            <a:lvl4pPr marL="1310289" indent="0">
              <a:buNone/>
              <a:defRPr sz="1528">
                <a:solidFill>
                  <a:schemeClr val="tx1">
                    <a:tint val="75000"/>
                  </a:schemeClr>
                </a:solidFill>
              </a:defRPr>
            </a:lvl4pPr>
            <a:lvl5pPr marL="1747053" indent="0">
              <a:buNone/>
              <a:defRPr sz="1528">
                <a:solidFill>
                  <a:schemeClr val="tx1">
                    <a:tint val="75000"/>
                  </a:schemeClr>
                </a:solidFill>
              </a:defRPr>
            </a:lvl5pPr>
            <a:lvl6pPr marL="2183816" indent="0">
              <a:buNone/>
              <a:defRPr sz="1528">
                <a:solidFill>
                  <a:schemeClr val="tx1">
                    <a:tint val="75000"/>
                  </a:schemeClr>
                </a:solidFill>
              </a:defRPr>
            </a:lvl6pPr>
            <a:lvl7pPr marL="2620579" indent="0">
              <a:buNone/>
              <a:defRPr sz="1528">
                <a:solidFill>
                  <a:schemeClr val="tx1">
                    <a:tint val="75000"/>
                  </a:schemeClr>
                </a:solidFill>
              </a:defRPr>
            </a:lvl7pPr>
            <a:lvl8pPr marL="3057342" indent="0">
              <a:buNone/>
              <a:defRPr sz="1528">
                <a:solidFill>
                  <a:schemeClr val="tx1">
                    <a:tint val="75000"/>
                  </a:schemeClr>
                </a:solidFill>
              </a:defRPr>
            </a:lvl8pPr>
            <a:lvl9pPr marL="3494105" indent="0">
              <a:buNone/>
              <a:defRPr sz="15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1860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7436" y="1744064"/>
            <a:ext cx="6165969" cy="41569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44758" y="1744064"/>
            <a:ext cx="6165969" cy="41569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2326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26" y="348813"/>
            <a:ext cx="12513291" cy="126634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9327" y="1606056"/>
            <a:ext cx="6137632" cy="787103"/>
          </a:xfrm>
        </p:spPr>
        <p:txBody>
          <a:bodyPr anchor="b"/>
          <a:lstStyle>
            <a:lvl1pPr marL="0" indent="0">
              <a:buNone/>
              <a:defRPr sz="2293" b="1"/>
            </a:lvl1pPr>
            <a:lvl2pPr marL="436763" indent="0">
              <a:buNone/>
              <a:defRPr sz="1911" b="1"/>
            </a:lvl2pPr>
            <a:lvl3pPr marL="873526" indent="0">
              <a:buNone/>
              <a:defRPr sz="1720" b="1"/>
            </a:lvl3pPr>
            <a:lvl4pPr marL="1310289" indent="0">
              <a:buNone/>
              <a:defRPr sz="1528" b="1"/>
            </a:lvl4pPr>
            <a:lvl5pPr marL="1747053" indent="0">
              <a:buNone/>
              <a:defRPr sz="1528" b="1"/>
            </a:lvl5pPr>
            <a:lvl6pPr marL="2183816" indent="0">
              <a:buNone/>
              <a:defRPr sz="1528" b="1"/>
            </a:lvl6pPr>
            <a:lvl7pPr marL="2620579" indent="0">
              <a:buNone/>
              <a:defRPr sz="1528" b="1"/>
            </a:lvl7pPr>
            <a:lvl8pPr marL="3057342" indent="0">
              <a:buNone/>
              <a:defRPr sz="1528" b="1"/>
            </a:lvl8pPr>
            <a:lvl9pPr marL="3494105" indent="0">
              <a:buNone/>
              <a:defRPr sz="152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9327" y="2393159"/>
            <a:ext cx="6137632" cy="35199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44757" y="1606056"/>
            <a:ext cx="6167859" cy="787103"/>
          </a:xfrm>
        </p:spPr>
        <p:txBody>
          <a:bodyPr anchor="b"/>
          <a:lstStyle>
            <a:lvl1pPr marL="0" indent="0">
              <a:buNone/>
              <a:defRPr sz="2293" b="1"/>
            </a:lvl1pPr>
            <a:lvl2pPr marL="436763" indent="0">
              <a:buNone/>
              <a:defRPr sz="1911" b="1"/>
            </a:lvl2pPr>
            <a:lvl3pPr marL="873526" indent="0">
              <a:buNone/>
              <a:defRPr sz="1720" b="1"/>
            </a:lvl3pPr>
            <a:lvl4pPr marL="1310289" indent="0">
              <a:buNone/>
              <a:defRPr sz="1528" b="1"/>
            </a:lvl4pPr>
            <a:lvl5pPr marL="1747053" indent="0">
              <a:buNone/>
              <a:defRPr sz="1528" b="1"/>
            </a:lvl5pPr>
            <a:lvl6pPr marL="2183816" indent="0">
              <a:buNone/>
              <a:defRPr sz="1528" b="1"/>
            </a:lvl6pPr>
            <a:lvl7pPr marL="2620579" indent="0">
              <a:buNone/>
              <a:defRPr sz="1528" b="1"/>
            </a:lvl7pPr>
            <a:lvl8pPr marL="3057342" indent="0">
              <a:buNone/>
              <a:defRPr sz="1528" b="1"/>
            </a:lvl8pPr>
            <a:lvl9pPr marL="3494105" indent="0">
              <a:buNone/>
              <a:defRPr sz="152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44757" y="2393159"/>
            <a:ext cx="6167859" cy="35199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0075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1985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773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26" y="436774"/>
            <a:ext cx="4679260" cy="1528710"/>
          </a:xfrm>
        </p:spPr>
        <p:txBody>
          <a:bodyPr anchor="b"/>
          <a:lstStyle>
            <a:lvl1pPr>
              <a:defRPr sz="305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7859" y="943311"/>
            <a:ext cx="7344758" cy="4655892"/>
          </a:xfrm>
        </p:spPr>
        <p:txBody>
          <a:bodyPr/>
          <a:lstStyle>
            <a:lvl1pPr>
              <a:defRPr sz="3057"/>
            </a:lvl1pPr>
            <a:lvl2pPr>
              <a:defRPr sz="2675"/>
            </a:lvl2pPr>
            <a:lvl3pPr>
              <a:defRPr sz="2293"/>
            </a:lvl3pPr>
            <a:lvl4pPr>
              <a:defRPr sz="1911"/>
            </a:lvl4pPr>
            <a:lvl5pPr>
              <a:defRPr sz="1911"/>
            </a:lvl5pPr>
            <a:lvl6pPr>
              <a:defRPr sz="1911"/>
            </a:lvl6pPr>
            <a:lvl7pPr>
              <a:defRPr sz="1911"/>
            </a:lvl7pPr>
            <a:lvl8pPr>
              <a:defRPr sz="1911"/>
            </a:lvl8pPr>
            <a:lvl9pPr>
              <a:defRPr sz="1911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9326" y="1965484"/>
            <a:ext cx="4679260" cy="3641302"/>
          </a:xfrm>
        </p:spPr>
        <p:txBody>
          <a:bodyPr/>
          <a:lstStyle>
            <a:lvl1pPr marL="0" indent="0">
              <a:buNone/>
              <a:defRPr sz="1528"/>
            </a:lvl1pPr>
            <a:lvl2pPr marL="436763" indent="0">
              <a:buNone/>
              <a:defRPr sz="1337"/>
            </a:lvl2pPr>
            <a:lvl3pPr marL="873526" indent="0">
              <a:buNone/>
              <a:defRPr sz="1146"/>
            </a:lvl3pPr>
            <a:lvl4pPr marL="1310289" indent="0">
              <a:buNone/>
              <a:defRPr sz="955"/>
            </a:lvl4pPr>
            <a:lvl5pPr marL="1747053" indent="0">
              <a:buNone/>
              <a:defRPr sz="955"/>
            </a:lvl5pPr>
            <a:lvl6pPr marL="2183816" indent="0">
              <a:buNone/>
              <a:defRPr sz="955"/>
            </a:lvl6pPr>
            <a:lvl7pPr marL="2620579" indent="0">
              <a:buNone/>
              <a:defRPr sz="955"/>
            </a:lvl7pPr>
            <a:lvl8pPr marL="3057342" indent="0">
              <a:buNone/>
              <a:defRPr sz="955"/>
            </a:lvl8pPr>
            <a:lvl9pPr marL="3494105" indent="0">
              <a:buNone/>
              <a:defRPr sz="95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2625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26" y="436774"/>
            <a:ext cx="4679260" cy="1528710"/>
          </a:xfrm>
        </p:spPr>
        <p:txBody>
          <a:bodyPr anchor="b"/>
          <a:lstStyle>
            <a:lvl1pPr>
              <a:defRPr sz="305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67859" y="943311"/>
            <a:ext cx="7344758" cy="4655892"/>
          </a:xfrm>
        </p:spPr>
        <p:txBody>
          <a:bodyPr anchor="t"/>
          <a:lstStyle>
            <a:lvl1pPr marL="0" indent="0">
              <a:buNone/>
              <a:defRPr sz="3057"/>
            </a:lvl1pPr>
            <a:lvl2pPr marL="436763" indent="0">
              <a:buNone/>
              <a:defRPr sz="2675"/>
            </a:lvl2pPr>
            <a:lvl3pPr marL="873526" indent="0">
              <a:buNone/>
              <a:defRPr sz="2293"/>
            </a:lvl3pPr>
            <a:lvl4pPr marL="1310289" indent="0">
              <a:buNone/>
              <a:defRPr sz="1911"/>
            </a:lvl4pPr>
            <a:lvl5pPr marL="1747053" indent="0">
              <a:buNone/>
              <a:defRPr sz="1911"/>
            </a:lvl5pPr>
            <a:lvl6pPr marL="2183816" indent="0">
              <a:buNone/>
              <a:defRPr sz="1911"/>
            </a:lvl6pPr>
            <a:lvl7pPr marL="2620579" indent="0">
              <a:buNone/>
              <a:defRPr sz="1911"/>
            </a:lvl7pPr>
            <a:lvl8pPr marL="3057342" indent="0">
              <a:buNone/>
              <a:defRPr sz="1911"/>
            </a:lvl8pPr>
            <a:lvl9pPr marL="3494105" indent="0">
              <a:buNone/>
              <a:defRPr sz="1911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9326" y="1965484"/>
            <a:ext cx="4679260" cy="3641302"/>
          </a:xfrm>
        </p:spPr>
        <p:txBody>
          <a:bodyPr/>
          <a:lstStyle>
            <a:lvl1pPr marL="0" indent="0">
              <a:buNone/>
              <a:defRPr sz="1528"/>
            </a:lvl1pPr>
            <a:lvl2pPr marL="436763" indent="0">
              <a:buNone/>
              <a:defRPr sz="1337"/>
            </a:lvl2pPr>
            <a:lvl3pPr marL="873526" indent="0">
              <a:buNone/>
              <a:defRPr sz="1146"/>
            </a:lvl3pPr>
            <a:lvl4pPr marL="1310289" indent="0">
              <a:buNone/>
              <a:defRPr sz="955"/>
            </a:lvl4pPr>
            <a:lvl5pPr marL="1747053" indent="0">
              <a:buNone/>
              <a:defRPr sz="955"/>
            </a:lvl5pPr>
            <a:lvl6pPr marL="2183816" indent="0">
              <a:buNone/>
              <a:defRPr sz="955"/>
            </a:lvl6pPr>
            <a:lvl7pPr marL="2620579" indent="0">
              <a:buNone/>
              <a:defRPr sz="955"/>
            </a:lvl7pPr>
            <a:lvl8pPr marL="3057342" indent="0">
              <a:buNone/>
              <a:defRPr sz="955"/>
            </a:lvl8pPr>
            <a:lvl9pPr marL="3494105" indent="0">
              <a:buNone/>
              <a:defRPr sz="95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2505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5796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82404" y="348813"/>
            <a:ext cx="3128323" cy="555218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7436" y="348813"/>
            <a:ext cx="9203616" cy="55521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4575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569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7436" y="348813"/>
            <a:ext cx="12513291" cy="12663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7436" y="1744064"/>
            <a:ext cx="12513291" cy="4156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7436" y="6072375"/>
            <a:ext cx="3264337" cy="348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05829" y="6072375"/>
            <a:ext cx="4896505" cy="348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46390" y="6072375"/>
            <a:ext cx="3264337" cy="348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24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</p:sldLayoutIdLst>
  <p:hf sldNum="0" hdr="0" ftr="0" dt="0"/>
  <p:txStyles>
    <p:titleStyle>
      <a:lvl1pPr algn="l" defTabSz="873526" rtl="0" eaLnBrk="1" latinLnBrk="0" hangingPunct="1">
        <a:lnSpc>
          <a:spcPct val="90000"/>
        </a:lnSpc>
        <a:spcBef>
          <a:spcPct val="0"/>
        </a:spcBef>
        <a:buNone/>
        <a:defRPr sz="42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8382" indent="-218382" algn="l" defTabSz="873526" rtl="0" eaLnBrk="1" latinLnBrk="0" hangingPunct="1">
        <a:lnSpc>
          <a:spcPct val="90000"/>
        </a:lnSpc>
        <a:spcBef>
          <a:spcPts val="955"/>
        </a:spcBef>
        <a:buFont typeface="Arial" panose="020B0604020202020204" pitchFamily="34" charset="0"/>
        <a:buChar char="•"/>
        <a:defRPr sz="2675" kern="1200">
          <a:solidFill>
            <a:schemeClr val="tx1"/>
          </a:solidFill>
          <a:latin typeface="+mn-lt"/>
          <a:ea typeface="+mn-ea"/>
          <a:cs typeface="+mn-cs"/>
        </a:defRPr>
      </a:lvl1pPr>
      <a:lvl2pPr marL="655145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2293" kern="1200">
          <a:solidFill>
            <a:schemeClr val="tx1"/>
          </a:solidFill>
          <a:latin typeface="+mn-lt"/>
          <a:ea typeface="+mn-ea"/>
          <a:cs typeface="+mn-cs"/>
        </a:defRPr>
      </a:lvl2pPr>
      <a:lvl3pPr marL="1091908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3pPr>
      <a:lvl4pPr marL="1528671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4pPr>
      <a:lvl5pPr marL="1965434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5pPr>
      <a:lvl6pPr marL="2402197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6pPr>
      <a:lvl7pPr marL="2838961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7pPr>
      <a:lvl8pPr marL="3275724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8pPr>
      <a:lvl9pPr marL="3712487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1pPr>
      <a:lvl2pPr marL="436763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2pPr>
      <a:lvl3pPr marL="873526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3pPr>
      <a:lvl4pPr marL="1310289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4pPr>
      <a:lvl5pPr marL="1747053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5pPr>
      <a:lvl6pPr marL="2183816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6pPr>
      <a:lvl7pPr marL="2620579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7pPr>
      <a:lvl8pPr marL="3057342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8pPr>
      <a:lvl9pPr marL="3494105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4" name="Tabelle 103">
                <a:extLst>
                  <a:ext uri="{FF2B5EF4-FFF2-40B4-BE49-F238E27FC236}">
                    <a16:creationId xmlns:a16="http://schemas.microsoft.com/office/drawing/2014/main" id="{05C2890C-371D-7223-392A-E0F176EED4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2062440"/>
                  </p:ext>
                </p:extLst>
              </p:nvPr>
            </p:nvGraphicFramePr>
            <p:xfrm>
              <a:off x="953750" y="674079"/>
              <a:ext cx="45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3323924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66044334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de-DE" sz="2000" b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730224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4" name="Tabelle 103">
                <a:extLst>
                  <a:ext uri="{FF2B5EF4-FFF2-40B4-BE49-F238E27FC236}">
                    <a16:creationId xmlns:a16="http://schemas.microsoft.com/office/drawing/2014/main" id="{05C2890C-371D-7223-392A-E0F176EED4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2062440"/>
                  </p:ext>
                </p:extLst>
              </p:nvPr>
            </p:nvGraphicFramePr>
            <p:xfrm>
              <a:off x="953750" y="674079"/>
              <a:ext cx="45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3323924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66044334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00" t="-4412" r="-545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010" t="-4412" r="-439604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3000" t="-4412" r="-273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68317" t="-4412" r="-170297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37624" t="-4412" r="-990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4412" r="-63861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4412" r="-638614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204412" r="-545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010" t="-204412" r="-439604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3000" t="-204412" r="-273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8317" t="-204412" r="-170297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37624" t="-204412" r="-990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4412" r="-638614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04412" r="-638614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730224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4412" r="-63861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504412" r="-545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010" t="-504412" r="-43960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3000" t="-504412" r="-273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8317" t="-504412" r="-170297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37624" t="-504412" r="-990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604412" r="-638614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5" name="Tabelle 104">
                <a:extLst>
                  <a:ext uri="{FF2B5EF4-FFF2-40B4-BE49-F238E27FC236}">
                    <a16:creationId xmlns:a16="http://schemas.microsoft.com/office/drawing/2014/main" id="{56312326-7148-BE8C-2732-AF9BD3D97E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4496195"/>
                  </p:ext>
                </p:extLst>
              </p:nvPr>
            </p:nvGraphicFramePr>
            <p:xfrm>
              <a:off x="952575" y="3816035"/>
              <a:ext cx="45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5034157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42320105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690494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5" name="Tabelle 104">
                <a:extLst>
                  <a:ext uri="{FF2B5EF4-FFF2-40B4-BE49-F238E27FC236}">
                    <a16:creationId xmlns:a16="http://schemas.microsoft.com/office/drawing/2014/main" id="{56312326-7148-BE8C-2732-AF9BD3D97E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4496195"/>
                  </p:ext>
                </p:extLst>
              </p:nvPr>
            </p:nvGraphicFramePr>
            <p:xfrm>
              <a:off x="952575" y="3816035"/>
              <a:ext cx="45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5034157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42320105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692" r="-638614" b="-5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7692" r="-638614" b="-4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690494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95652" r="-63861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00" t="-195652" r="-545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10" t="-195652" r="-4396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000" t="-195652" r="-273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8317" t="-195652" r="-170297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7624" t="-195652" r="-990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0000" r="-638614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00000" r="-63861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00" t="-400000" r="-545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10" t="-400000" r="-4396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000" t="-400000" r="-273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8317" t="-400000" r="-170297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7624" t="-400000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500000" r="-638614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6" name="Textfeld 105">
            <a:extLst>
              <a:ext uri="{FF2B5EF4-FFF2-40B4-BE49-F238E27FC236}">
                <a16:creationId xmlns:a16="http://schemas.microsoft.com/office/drawing/2014/main" id="{88637761-15A6-E3BC-600A-A48F8D491E7A}"/>
              </a:ext>
            </a:extLst>
          </p:cNvPr>
          <p:cNvSpPr txBox="1"/>
          <p:nvPr/>
        </p:nvSpPr>
        <p:spPr>
          <a:xfrm rot="16200000">
            <a:off x="-303146" y="2114896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Group 1</a:t>
            </a: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4E0D6BDB-7AF9-E6D4-EFA5-5453318B5D65}"/>
              </a:ext>
            </a:extLst>
          </p:cNvPr>
          <p:cNvSpPr txBox="1"/>
          <p:nvPr/>
        </p:nvSpPr>
        <p:spPr>
          <a:xfrm rot="16200000">
            <a:off x="-303147" y="4625375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Group 2</a:t>
            </a:r>
          </a:p>
        </p:txBody>
      </p:sp>
      <p:sp>
        <p:nvSpPr>
          <p:cNvPr id="108" name="Geschweifte Klammer links 107">
            <a:extLst>
              <a:ext uri="{FF2B5EF4-FFF2-40B4-BE49-F238E27FC236}">
                <a16:creationId xmlns:a16="http://schemas.microsoft.com/office/drawing/2014/main" id="{9BA00417-A420-7F71-004F-A93965163415}"/>
              </a:ext>
            </a:extLst>
          </p:cNvPr>
          <p:cNvSpPr/>
          <p:nvPr/>
        </p:nvSpPr>
        <p:spPr>
          <a:xfrm>
            <a:off x="422967" y="1088075"/>
            <a:ext cx="118872" cy="2484004"/>
          </a:xfrm>
          <a:prstGeom prst="leftBrace">
            <a:avLst>
              <a:gd name="adj1" fmla="val 38058"/>
              <a:gd name="adj2" fmla="val 50000"/>
            </a:avLst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Geschweifte Klammer links 108">
            <a:extLst>
              <a:ext uri="{FF2B5EF4-FFF2-40B4-BE49-F238E27FC236}">
                <a16:creationId xmlns:a16="http://schemas.microsoft.com/office/drawing/2014/main" id="{C566DD4A-457F-C90A-2698-0DE654EC95C1}"/>
              </a:ext>
            </a:extLst>
          </p:cNvPr>
          <p:cNvSpPr/>
          <p:nvPr/>
        </p:nvSpPr>
        <p:spPr>
          <a:xfrm>
            <a:off x="422967" y="3817248"/>
            <a:ext cx="118872" cy="2051027"/>
          </a:xfrm>
          <a:prstGeom prst="leftBrace">
            <a:avLst>
              <a:gd name="adj1" fmla="val 38058"/>
              <a:gd name="adj2" fmla="val 50000"/>
            </a:avLst>
          </a:prstGeom>
          <a:ln w="158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E85D8C81-A2AE-6214-30E2-93B043C7450F}"/>
              </a:ext>
            </a:extLst>
          </p:cNvPr>
          <p:cNvSpPr txBox="1"/>
          <p:nvPr/>
        </p:nvSpPr>
        <p:spPr>
          <a:xfrm>
            <a:off x="1557664" y="8280"/>
            <a:ext cx="3926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Aggregated count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feld 110">
                <a:extLst>
                  <a:ext uri="{FF2B5EF4-FFF2-40B4-BE49-F238E27FC236}">
                    <a16:creationId xmlns:a16="http://schemas.microsoft.com/office/drawing/2014/main" id="{9E6D13E7-6952-DB18-2E9C-1908D2AD8FCE}"/>
                  </a:ext>
                </a:extLst>
              </p:cNvPr>
              <p:cNvSpPr txBox="1"/>
              <p:nvPr/>
            </p:nvSpPr>
            <p:spPr>
              <a:xfrm>
                <a:off x="6601255" y="702389"/>
                <a:ext cx="4626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11" name="Textfeld 110">
                <a:extLst>
                  <a:ext uri="{FF2B5EF4-FFF2-40B4-BE49-F238E27FC236}">
                    <a16:creationId xmlns:a16="http://schemas.microsoft.com/office/drawing/2014/main" id="{9E6D13E7-6952-DB18-2E9C-1908D2AD8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255" y="702389"/>
                <a:ext cx="46268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feld 111">
            <a:extLst>
              <a:ext uri="{FF2B5EF4-FFF2-40B4-BE49-F238E27FC236}">
                <a16:creationId xmlns:a16="http://schemas.microsoft.com/office/drawing/2014/main" id="{9995F235-B985-30AC-8EDB-57990D3C8B27}"/>
              </a:ext>
            </a:extLst>
          </p:cNvPr>
          <p:cNvSpPr txBox="1"/>
          <p:nvPr/>
        </p:nvSpPr>
        <p:spPr>
          <a:xfrm rot="16200000">
            <a:off x="-559541" y="2134188"/>
            <a:ext cx="2475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D078FC73-B0D6-C76A-048B-FB2D4C1DD8D0}"/>
              </a:ext>
            </a:extLst>
          </p:cNvPr>
          <p:cNvSpPr txBox="1"/>
          <p:nvPr/>
        </p:nvSpPr>
        <p:spPr>
          <a:xfrm rot="16200000">
            <a:off x="-538766" y="4841100"/>
            <a:ext cx="244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4" name="Tabelle 113">
                <a:extLst>
                  <a:ext uri="{FF2B5EF4-FFF2-40B4-BE49-F238E27FC236}">
                    <a16:creationId xmlns:a16="http://schemas.microsoft.com/office/drawing/2014/main" id="{3D1B50AA-9DD9-8BE5-60AF-4C776C0CE2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2545576"/>
                  </p:ext>
                </p:extLst>
              </p:nvPr>
            </p:nvGraphicFramePr>
            <p:xfrm>
              <a:off x="6526565" y="1096407"/>
              <a:ext cx="648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3559879621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850733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91127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41428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760052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73666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80283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4" name="Tabelle 113">
                <a:extLst>
                  <a:ext uri="{FF2B5EF4-FFF2-40B4-BE49-F238E27FC236}">
                    <a16:creationId xmlns:a16="http://schemas.microsoft.com/office/drawing/2014/main" id="{3D1B50AA-9DD9-8BE5-60AF-4C776C0CE2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2545576"/>
                  </p:ext>
                </p:extLst>
              </p:nvPr>
            </p:nvGraphicFramePr>
            <p:xfrm>
              <a:off x="6526565" y="1096407"/>
              <a:ext cx="648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3559879621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850733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4412" r="-935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91127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41428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760052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405882" r="-935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73666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8028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5" name="Tabelle 114">
                <a:extLst>
                  <a:ext uri="{FF2B5EF4-FFF2-40B4-BE49-F238E27FC236}">
                    <a16:creationId xmlns:a16="http://schemas.microsoft.com/office/drawing/2014/main" id="{B40A1D4A-5010-208E-F1E2-52906193D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7967151"/>
                  </p:ext>
                </p:extLst>
              </p:nvPr>
            </p:nvGraphicFramePr>
            <p:xfrm>
              <a:off x="6526565" y="3816035"/>
              <a:ext cx="648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981746092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1.72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391326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4487085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262049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597579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4429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160636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5" name="Tabelle 114">
                <a:extLst>
                  <a:ext uri="{FF2B5EF4-FFF2-40B4-BE49-F238E27FC236}">
                    <a16:creationId xmlns:a16="http://schemas.microsoft.com/office/drawing/2014/main" id="{B40A1D4A-5010-208E-F1E2-52906193D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7967151"/>
                  </p:ext>
                </p:extLst>
              </p:nvPr>
            </p:nvGraphicFramePr>
            <p:xfrm>
              <a:off x="6526565" y="3816035"/>
              <a:ext cx="648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98174609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1.72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39132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4487085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195652" r="-935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262049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597579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400000" r="-935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4429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16063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6" name="Textfeld 115">
            <a:extLst>
              <a:ext uri="{FF2B5EF4-FFF2-40B4-BE49-F238E27FC236}">
                <a16:creationId xmlns:a16="http://schemas.microsoft.com/office/drawing/2014/main" id="{8F270011-6B9C-2E75-99A0-F4329578C013}"/>
              </a:ext>
            </a:extLst>
          </p:cNvPr>
          <p:cNvSpPr txBox="1"/>
          <p:nvPr/>
        </p:nvSpPr>
        <p:spPr>
          <a:xfrm>
            <a:off x="5877440" y="133"/>
            <a:ext cx="1946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Within-sample</a:t>
            </a:r>
          </a:p>
          <a:p>
            <a:pPr algn="ctr"/>
            <a:r>
              <a:rPr lang="en-US" sz="2200" b="1" dirty="0"/>
              <a:t>diversity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11D7605A-CD6B-2431-0462-3F4D5E99904F}"/>
              </a:ext>
            </a:extLst>
          </p:cNvPr>
          <p:cNvSpPr txBox="1"/>
          <p:nvPr/>
        </p:nvSpPr>
        <p:spPr>
          <a:xfrm>
            <a:off x="1714134" y="402365"/>
            <a:ext cx="3922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EE42BB77-0E68-FC5E-701C-A3EF063C22FD}"/>
              </a:ext>
            </a:extLst>
          </p:cNvPr>
          <p:cNvSpPr txBox="1"/>
          <p:nvPr/>
        </p:nvSpPr>
        <p:spPr>
          <a:xfrm>
            <a:off x="8975901" y="0"/>
            <a:ext cx="32386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Compare within-sample diversity between groups</a:t>
            </a:r>
          </a:p>
        </p:txBody>
      </p:sp>
      <p:sp>
        <p:nvSpPr>
          <p:cNvPr id="119" name="Rechteck 118">
            <a:extLst>
              <a:ext uri="{FF2B5EF4-FFF2-40B4-BE49-F238E27FC236}">
                <a16:creationId xmlns:a16="http://schemas.microsoft.com/office/drawing/2014/main" id="{9B444C6D-7926-7137-0E21-8FA50D744E30}"/>
              </a:ext>
            </a:extLst>
          </p:cNvPr>
          <p:cNvSpPr/>
          <p:nvPr/>
        </p:nvSpPr>
        <p:spPr>
          <a:xfrm>
            <a:off x="1567118" y="5022149"/>
            <a:ext cx="3917386" cy="41400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1E614715-81E8-79B8-5027-135C2BD22130}"/>
              </a:ext>
            </a:extLst>
          </p:cNvPr>
          <p:cNvSpPr/>
          <p:nvPr/>
        </p:nvSpPr>
        <p:spPr>
          <a:xfrm>
            <a:off x="1567118" y="1916079"/>
            <a:ext cx="3922632" cy="4140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0F5BACBE-B331-A9F3-D874-0B6F21A530A7}"/>
              </a:ext>
            </a:extLst>
          </p:cNvPr>
          <p:cNvSpPr/>
          <p:nvPr/>
        </p:nvSpPr>
        <p:spPr>
          <a:xfrm>
            <a:off x="6526565" y="1919327"/>
            <a:ext cx="648000" cy="4140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4EF7D803-7200-F2D0-8A5A-E08324592797}"/>
              </a:ext>
            </a:extLst>
          </p:cNvPr>
          <p:cNvSpPr/>
          <p:nvPr/>
        </p:nvSpPr>
        <p:spPr>
          <a:xfrm>
            <a:off x="6526564" y="5015098"/>
            <a:ext cx="648001" cy="41400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" name="Gerade Verbindung mit Pfeil 122">
            <a:extLst>
              <a:ext uri="{FF2B5EF4-FFF2-40B4-BE49-F238E27FC236}">
                <a16:creationId xmlns:a16="http://schemas.microsoft.com/office/drawing/2014/main" id="{550FBAC1-569C-D2C9-DC16-353D1533A07B}"/>
              </a:ext>
            </a:extLst>
          </p:cNvPr>
          <p:cNvCxnSpPr>
            <a:cxnSpLocks/>
          </p:cNvCxnSpPr>
          <p:nvPr/>
        </p:nvCxnSpPr>
        <p:spPr>
          <a:xfrm>
            <a:off x="5636903" y="2135370"/>
            <a:ext cx="70712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 Verbindung mit Pfeil 123">
            <a:extLst>
              <a:ext uri="{FF2B5EF4-FFF2-40B4-BE49-F238E27FC236}">
                <a16:creationId xmlns:a16="http://schemas.microsoft.com/office/drawing/2014/main" id="{93EB769A-9952-249B-4B42-16E904E1D80B}"/>
              </a:ext>
            </a:extLst>
          </p:cNvPr>
          <p:cNvCxnSpPr>
            <a:cxnSpLocks/>
          </p:cNvCxnSpPr>
          <p:nvPr/>
        </p:nvCxnSpPr>
        <p:spPr>
          <a:xfrm>
            <a:off x="5636903" y="5229090"/>
            <a:ext cx="70712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uppieren 124">
            <a:extLst>
              <a:ext uri="{FF2B5EF4-FFF2-40B4-BE49-F238E27FC236}">
                <a16:creationId xmlns:a16="http://schemas.microsoft.com/office/drawing/2014/main" id="{49774428-0E2A-B7DA-B0C6-B3219D06983C}"/>
              </a:ext>
            </a:extLst>
          </p:cNvPr>
          <p:cNvGrpSpPr/>
          <p:nvPr/>
        </p:nvGrpSpPr>
        <p:grpSpPr>
          <a:xfrm>
            <a:off x="8665129" y="1006028"/>
            <a:ext cx="3860199" cy="4430121"/>
            <a:chOff x="8361805" y="1432559"/>
            <a:chExt cx="3860199" cy="4430121"/>
          </a:xfrm>
        </p:grpSpPr>
        <p:pic>
          <p:nvPicPr>
            <p:cNvPr id="126" name="Grafik 125">
              <a:extLst>
                <a:ext uri="{FF2B5EF4-FFF2-40B4-BE49-F238E27FC236}">
                  <a16:creationId xmlns:a16="http://schemas.microsoft.com/office/drawing/2014/main" id="{D7998016-F17A-D53E-4B5F-498B156F70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704617" y="1432559"/>
              <a:ext cx="3517387" cy="429902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" name="Textfeld 126">
                  <a:extLst>
                    <a:ext uri="{FF2B5EF4-FFF2-40B4-BE49-F238E27FC236}">
                      <a16:creationId xmlns:a16="http://schemas.microsoft.com/office/drawing/2014/main" id="{F8F01770-A70B-3140-F50B-25C6556B81AB}"/>
                    </a:ext>
                  </a:extLst>
                </p:cNvPr>
                <p:cNvSpPr txBox="1"/>
                <p:nvPr/>
              </p:nvSpPr>
              <p:spPr>
                <a:xfrm>
                  <a:off x="8715531" y="4131000"/>
                  <a:ext cx="58060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1.0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27" name="Textfeld 126">
                  <a:extLst>
                    <a:ext uri="{FF2B5EF4-FFF2-40B4-BE49-F238E27FC236}">
                      <a16:creationId xmlns:a16="http://schemas.microsoft.com/office/drawing/2014/main" id="{F8F01770-A70B-3140-F50B-25C6556B81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5531" y="4131000"/>
                  <a:ext cx="58060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" name="Textfeld 127">
                  <a:extLst>
                    <a:ext uri="{FF2B5EF4-FFF2-40B4-BE49-F238E27FC236}">
                      <a16:creationId xmlns:a16="http://schemas.microsoft.com/office/drawing/2014/main" id="{08C0193D-7A86-150B-FC2C-CB8C47DBE37A}"/>
                    </a:ext>
                  </a:extLst>
                </p:cNvPr>
                <p:cNvSpPr txBox="1"/>
                <p:nvPr/>
              </p:nvSpPr>
              <p:spPr>
                <a:xfrm>
                  <a:off x="8715531" y="2619825"/>
                  <a:ext cx="58060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1.5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28" name="Textfeld 127">
                  <a:extLst>
                    <a:ext uri="{FF2B5EF4-FFF2-40B4-BE49-F238E27FC236}">
                      <a16:creationId xmlns:a16="http://schemas.microsoft.com/office/drawing/2014/main" id="{08C0193D-7A86-150B-FC2C-CB8C47DBE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5531" y="2619825"/>
                  <a:ext cx="58060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6C38C620-46B9-9AAA-6202-5A01DD28B1D7}"/>
                </a:ext>
              </a:extLst>
            </p:cNvPr>
            <p:cNvSpPr txBox="1"/>
            <p:nvPr/>
          </p:nvSpPr>
          <p:spPr>
            <a:xfrm>
              <a:off x="9552105" y="5431793"/>
              <a:ext cx="112216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accent1">
                      <a:lumMod val="75000"/>
                    </a:schemeClr>
                  </a:solidFill>
                </a:rPr>
                <a:t>Group 1</a:t>
              </a:r>
            </a:p>
          </p:txBody>
        </p:sp>
        <p:sp>
          <p:nvSpPr>
            <p:cNvPr id="130" name="Textfeld 129">
              <a:extLst>
                <a:ext uri="{FF2B5EF4-FFF2-40B4-BE49-F238E27FC236}">
                  <a16:creationId xmlns:a16="http://schemas.microsoft.com/office/drawing/2014/main" id="{D72660BA-3345-FA5A-3F16-4FD0F0669F41}"/>
                </a:ext>
              </a:extLst>
            </p:cNvPr>
            <p:cNvSpPr txBox="1"/>
            <p:nvPr/>
          </p:nvSpPr>
          <p:spPr>
            <a:xfrm>
              <a:off x="10820892" y="5431793"/>
              <a:ext cx="112216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accent6">
                      <a:lumMod val="75000"/>
                    </a:schemeClr>
                  </a:solidFill>
                </a:rPr>
                <a:t>Group 2</a:t>
              </a:r>
            </a:p>
          </p:txBody>
        </p:sp>
        <p:sp>
          <p:nvSpPr>
            <p:cNvPr id="131" name="Textfeld 130">
              <a:extLst>
                <a:ext uri="{FF2B5EF4-FFF2-40B4-BE49-F238E27FC236}">
                  <a16:creationId xmlns:a16="http://schemas.microsoft.com/office/drawing/2014/main" id="{820ECD54-FE7C-8C65-F7B7-E7F4225670D0}"/>
                </a:ext>
              </a:extLst>
            </p:cNvPr>
            <p:cNvSpPr txBox="1"/>
            <p:nvPr/>
          </p:nvSpPr>
          <p:spPr>
            <a:xfrm rot="16200000">
              <a:off x="7049905" y="3168169"/>
              <a:ext cx="305468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/>
                <a:t>Within-sample diversity</a:t>
              </a:r>
            </a:p>
          </p:txBody>
        </p:sp>
      </p:grpSp>
      <p:sp>
        <p:nvSpPr>
          <p:cNvPr id="132" name="Pfeil: nach rechts 131">
            <a:extLst>
              <a:ext uri="{FF2B5EF4-FFF2-40B4-BE49-F238E27FC236}">
                <a16:creationId xmlns:a16="http://schemas.microsoft.com/office/drawing/2014/main" id="{FB20881C-474D-4485-0C7E-727A492B668C}"/>
              </a:ext>
            </a:extLst>
          </p:cNvPr>
          <p:cNvSpPr/>
          <p:nvPr/>
        </p:nvSpPr>
        <p:spPr>
          <a:xfrm>
            <a:off x="7799589" y="3469788"/>
            <a:ext cx="648000" cy="432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Textfeld 132">
                <a:extLst>
                  <a:ext uri="{FF2B5EF4-FFF2-40B4-BE49-F238E27FC236}">
                    <a16:creationId xmlns:a16="http://schemas.microsoft.com/office/drawing/2014/main" id="{A88EE001-E813-83EE-0818-242D37A6FAF3}"/>
                  </a:ext>
                </a:extLst>
              </p:cNvPr>
              <p:cNvSpPr txBox="1"/>
              <p:nvPr/>
            </p:nvSpPr>
            <p:spPr>
              <a:xfrm>
                <a:off x="8212555" y="5429098"/>
                <a:ext cx="6231785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200" dirty="0"/>
                  <a:t>The distributions of within-sample diversity are</a:t>
                </a:r>
              </a:p>
              <a:p>
                <a:r>
                  <a:rPr lang="en-US" sz="2200" dirty="0"/>
                  <a:t>    </a:t>
                </a:r>
                <a:r>
                  <a:rPr lang="en-US" sz="1000" dirty="0"/>
                  <a:t> </a:t>
                </a:r>
                <a:r>
                  <a:rPr lang="en-US" sz="2200" dirty="0"/>
                  <a:t>   identical in the two groups.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200" dirty="0"/>
                  <a:t>The distributions differ between the two groups.</a:t>
                </a:r>
              </a:p>
            </p:txBody>
          </p:sp>
        </mc:Choice>
        <mc:Fallback>
          <p:sp>
            <p:nvSpPr>
              <p:cNvPr id="133" name="Textfeld 132">
                <a:extLst>
                  <a:ext uri="{FF2B5EF4-FFF2-40B4-BE49-F238E27FC236}">
                    <a16:creationId xmlns:a16="http://schemas.microsoft.com/office/drawing/2014/main" id="{A88EE001-E813-83EE-0818-242D37A6F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2555" y="5429098"/>
                <a:ext cx="6231785" cy="1107996"/>
              </a:xfrm>
              <a:prstGeom prst="rect">
                <a:avLst/>
              </a:prstGeom>
              <a:blipFill>
                <a:blip r:embed="rId10"/>
                <a:stretch>
                  <a:fillRect l="-98" t="-3867" b="-10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170</Words>
  <Application>Microsoft Office PowerPoint</Application>
  <PresentationFormat>Benutzerdefiniert</PresentationFormat>
  <Paragraphs>133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60</cp:revision>
  <dcterms:created xsi:type="dcterms:W3CDTF">2026-05-10T08:14:00Z</dcterms:created>
  <dcterms:modified xsi:type="dcterms:W3CDTF">2026-07-04T20:10:16Z</dcterms:modified>
</cp:coreProperties>
</file>