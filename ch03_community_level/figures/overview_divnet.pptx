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2" r:id="rId1"/>
  </p:sldMasterIdLst>
  <p:notesMasterIdLst>
    <p:notesMasterId r:id="rId3"/>
  </p:notesMasterIdLst>
  <p:sldIdLst>
    <p:sldId id="258" r:id="rId2"/>
  </p:sldIdLst>
  <p:sldSz cx="14508163" cy="6551613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AF2"/>
    <a:srgbClr val="E2F1FE"/>
    <a:srgbClr val="CCECCC"/>
    <a:srgbClr val="BBDEFD"/>
    <a:srgbClr val="D8EBCD"/>
    <a:srgbClr val="E2F0D9"/>
    <a:srgbClr val="FCFEFC"/>
    <a:srgbClr val="F0F7FE"/>
    <a:srgbClr val="C00000"/>
    <a:srgbClr val="D6E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10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1pPr>
    <a:lvl2pPr marL="418489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2pPr>
    <a:lvl3pPr marL="836978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3pPr>
    <a:lvl4pPr marL="1255467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4pPr>
    <a:lvl5pPr marL="1673956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5pPr>
    <a:lvl6pPr marL="2092445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6pPr>
    <a:lvl7pPr marL="2510934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7pPr>
    <a:lvl8pPr marL="292942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8pPr>
    <a:lvl9pPr marL="334791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521" y="1072220"/>
            <a:ext cx="10881122" cy="2280932"/>
          </a:xfrm>
        </p:spPr>
        <p:txBody>
          <a:bodyPr anchor="b"/>
          <a:lstStyle>
            <a:lvl1pPr algn="ctr">
              <a:defRPr sz="573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521" y="3441114"/>
            <a:ext cx="10881122" cy="1581789"/>
          </a:xfrm>
        </p:spPr>
        <p:txBody>
          <a:bodyPr/>
          <a:lstStyle>
            <a:lvl1pPr marL="0" indent="0" algn="ctr">
              <a:buNone/>
              <a:defRPr sz="2293"/>
            </a:lvl1pPr>
            <a:lvl2pPr marL="436763" indent="0" algn="ctr">
              <a:buNone/>
              <a:defRPr sz="1911"/>
            </a:lvl2pPr>
            <a:lvl3pPr marL="873526" indent="0" algn="ctr">
              <a:buNone/>
              <a:defRPr sz="1720"/>
            </a:lvl3pPr>
            <a:lvl4pPr marL="1310289" indent="0" algn="ctr">
              <a:buNone/>
              <a:defRPr sz="1528"/>
            </a:lvl4pPr>
            <a:lvl5pPr marL="1747053" indent="0" algn="ctr">
              <a:buNone/>
              <a:defRPr sz="1528"/>
            </a:lvl5pPr>
            <a:lvl6pPr marL="2183816" indent="0" algn="ctr">
              <a:buNone/>
              <a:defRPr sz="1528"/>
            </a:lvl6pPr>
            <a:lvl7pPr marL="2620579" indent="0" algn="ctr">
              <a:buNone/>
              <a:defRPr sz="1528"/>
            </a:lvl7pPr>
            <a:lvl8pPr marL="3057342" indent="0" algn="ctr">
              <a:buNone/>
              <a:defRPr sz="1528"/>
            </a:lvl8pPr>
            <a:lvl9pPr marL="3494105" indent="0" algn="ctr">
              <a:buNone/>
              <a:defRPr sz="152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44801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2016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880" y="1633354"/>
            <a:ext cx="12513291" cy="2725289"/>
          </a:xfrm>
        </p:spPr>
        <p:txBody>
          <a:bodyPr anchor="b"/>
          <a:lstStyle>
            <a:lvl1pPr>
              <a:defRPr sz="5732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880" y="4384425"/>
            <a:ext cx="12513291" cy="1433165"/>
          </a:xfrm>
        </p:spPr>
        <p:txBody>
          <a:bodyPr/>
          <a:lstStyle>
            <a:lvl1pPr marL="0" indent="0">
              <a:buNone/>
              <a:defRPr sz="2293">
                <a:solidFill>
                  <a:schemeClr val="tx1">
                    <a:tint val="75000"/>
                  </a:schemeClr>
                </a:solidFill>
              </a:defRPr>
            </a:lvl1pPr>
            <a:lvl2pPr marL="436763" indent="0">
              <a:buNone/>
              <a:defRPr sz="1911">
                <a:solidFill>
                  <a:schemeClr val="tx1">
                    <a:tint val="75000"/>
                  </a:schemeClr>
                </a:solidFill>
              </a:defRPr>
            </a:lvl2pPr>
            <a:lvl3pPr marL="873526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3pPr>
            <a:lvl4pPr marL="1310289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4pPr>
            <a:lvl5pPr marL="1747053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5pPr>
            <a:lvl6pPr marL="2183816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6pPr>
            <a:lvl7pPr marL="2620579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7pPr>
            <a:lvl8pPr marL="3057342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8pPr>
            <a:lvl9pPr marL="3494105" indent="0">
              <a:buNone/>
              <a:defRPr sz="15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1860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7436" y="1744064"/>
            <a:ext cx="6165969" cy="41569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44758" y="1744064"/>
            <a:ext cx="6165969" cy="41569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2326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348813"/>
            <a:ext cx="12513291" cy="126634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9327" y="1606056"/>
            <a:ext cx="6137632" cy="787103"/>
          </a:xfrm>
        </p:spPr>
        <p:txBody>
          <a:bodyPr anchor="b"/>
          <a:lstStyle>
            <a:lvl1pPr marL="0" indent="0">
              <a:buNone/>
              <a:defRPr sz="2293" b="1"/>
            </a:lvl1pPr>
            <a:lvl2pPr marL="436763" indent="0">
              <a:buNone/>
              <a:defRPr sz="1911" b="1"/>
            </a:lvl2pPr>
            <a:lvl3pPr marL="873526" indent="0">
              <a:buNone/>
              <a:defRPr sz="1720" b="1"/>
            </a:lvl3pPr>
            <a:lvl4pPr marL="1310289" indent="0">
              <a:buNone/>
              <a:defRPr sz="1528" b="1"/>
            </a:lvl4pPr>
            <a:lvl5pPr marL="1747053" indent="0">
              <a:buNone/>
              <a:defRPr sz="1528" b="1"/>
            </a:lvl5pPr>
            <a:lvl6pPr marL="2183816" indent="0">
              <a:buNone/>
              <a:defRPr sz="1528" b="1"/>
            </a:lvl6pPr>
            <a:lvl7pPr marL="2620579" indent="0">
              <a:buNone/>
              <a:defRPr sz="1528" b="1"/>
            </a:lvl7pPr>
            <a:lvl8pPr marL="3057342" indent="0">
              <a:buNone/>
              <a:defRPr sz="1528" b="1"/>
            </a:lvl8pPr>
            <a:lvl9pPr marL="3494105" indent="0">
              <a:buNone/>
              <a:defRPr sz="152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9327" y="2393159"/>
            <a:ext cx="6137632" cy="35199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44757" y="1606056"/>
            <a:ext cx="6167859" cy="787103"/>
          </a:xfrm>
        </p:spPr>
        <p:txBody>
          <a:bodyPr anchor="b"/>
          <a:lstStyle>
            <a:lvl1pPr marL="0" indent="0">
              <a:buNone/>
              <a:defRPr sz="2293" b="1"/>
            </a:lvl1pPr>
            <a:lvl2pPr marL="436763" indent="0">
              <a:buNone/>
              <a:defRPr sz="1911" b="1"/>
            </a:lvl2pPr>
            <a:lvl3pPr marL="873526" indent="0">
              <a:buNone/>
              <a:defRPr sz="1720" b="1"/>
            </a:lvl3pPr>
            <a:lvl4pPr marL="1310289" indent="0">
              <a:buNone/>
              <a:defRPr sz="1528" b="1"/>
            </a:lvl4pPr>
            <a:lvl5pPr marL="1747053" indent="0">
              <a:buNone/>
              <a:defRPr sz="1528" b="1"/>
            </a:lvl5pPr>
            <a:lvl6pPr marL="2183816" indent="0">
              <a:buNone/>
              <a:defRPr sz="1528" b="1"/>
            </a:lvl6pPr>
            <a:lvl7pPr marL="2620579" indent="0">
              <a:buNone/>
              <a:defRPr sz="1528" b="1"/>
            </a:lvl7pPr>
            <a:lvl8pPr marL="3057342" indent="0">
              <a:buNone/>
              <a:defRPr sz="1528" b="1"/>
            </a:lvl8pPr>
            <a:lvl9pPr marL="3494105" indent="0">
              <a:buNone/>
              <a:defRPr sz="152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44757" y="2393159"/>
            <a:ext cx="6167859" cy="351997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0075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1985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77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436774"/>
            <a:ext cx="4679260" cy="1528710"/>
          </a:xfrm>
        </p:spPr>
        <p:txBody>
          <a:bodyPr anchor="b"/>
          <a:lstStyle>
            <a:lvl1pPr>
              <a:defRPr sz="305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7859" y="943311"/>
            <a:ext cx="7344758" cy="4655892"/>
          </a:xfrm>
        </p:spPr>
        <p:txBody>
          <a:bodyPr/>
          <a:lstStyle>
            <a:lvl1pPr>
              <a:defRPr sz="3057"/>
            </a:lvl1pPr>
            <a:lvl2pPr>
              <a:defRPr sz="2675"/>
            </a:lvl2pPr>
            <a:lvl3pPr>
              <a:defRPr sz="2293"/>
            </a:lvl3pPr>
            <a:lvl4pPr>
              <a:defRPr sz="1911"/>
            </a:lvl4pPr>
            <a:lvl5pPr>
              <a:defRPr sz="1911"/>
            </a:lvl5pPr>
            <a:lvl6pPr>
              <a:defRPr sz="1911"/>
            </a:lvl6pPr>
            <a:lvl7pPr>
              <a:defRPr sz="1911"/>
            </a:lvl7pPr>
            <a:lvl8pPr>
              <a:defRPr sz="1911"/>
            </a:lvl8pPr>
            <a:lvl9pPr>
              <a:defRPr sz="1911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9326" y="1965484"/>
            <a:ext cx="4679260" cy="3641302"/>
          </a:xfrm>
        </p:spPr>
        <p:txBody>
          <a:bodyPr/>
          <a:lstStyle>
            <a:lvl1pPr marL="0" indent="0">
              <a:buNone/>
              <a:defRPr sz="1528"/>
            </a:lvl1pPr>
            <a:lvl2pPr marL="436763" indent="0">
              <a:buNone/>
              <a:defRPr sz="1337"/>
            </a:lvl2pPr>
            <a:lvl3pPr marL="873526" indent="0">
              <a:buNone/>
              <a:defRPr sz="1146"/>
            </a:lvl3pPr>
            <a:lvl4pPr marL="1310289" indent="0">
              <a:buNone/>
              <a:defRPr sz="955"/>
            </a:lvl4pPr>
            <a:lvl5pPr marL="1747053" indent="0">
              <a:buNone/>
              <a:defRPr sz="955"/>
            </a:lvl5pPr>
            <a:lvl6pPr marL="2183816" indent="0">
              <a:buNone/>
              <a:defRPr sz="955"/>
            </a:lvl6pPr>
            <a:lvl7pPr marL="2620579" indent="0">
              <a:buNone/>
              <a:defRPr sz="955"/>
            </a:lvl7pPr>
            <a:lvl8pPr marL="3057342" indent="0">
              <a:buNone/>
              <a:defRPr sz="955"/>
            </a:lvl8pPr>
            <a:lvl9pPr marL="3494105" indent="0">
              <a:buNone/>
              <a:defRPr sz="95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26252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436774"/>
            <a:ext cx="4679260" cy="1528710"/>
          </a:xfrm>
        </p:spPr>
        <p:txBody>
          <a:bodyPr anchor="b"/>
          <a:lstStyle>
            <a:lvl1pPr>
              <a:defRPr sz="305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67859" y="943311"/>
            <a:ext cx="7344758" cy="4655892"/>
          </a:xfrm>
        </p:spPr>
        <p:txBody>
          <a:bodyPr anchor="t"/>
          <a:lstStyle>
            <a:lvl1pPr marL="0" indent="0">
              <a:buNone/>
              <a:defRPr sz="3057"/>
            </a:lvl1pPr>
            <a:lvl2pPr marL="436763" indent="0">
              <a:buNone/>
              <a:defRPr sz="2675"/>
            </a:lvl2pPr>
            <a:lvl3pPr marL="873526" indent="0">
              <a:buNone/>
              <a:defRPr sz="2293"/>
            </a:lvl3pPr>
            <a:lvl4pPr marL="1310289" indent="0">
              <a:buNone/>
              <a:defRPr sz="1911"/>
            </a:lvl4pPr>
            <a:lvl5pPr marL="1747053" indent="0">
              <a:buNone/>
              <a:defRPr sz="1911"/>
            </a:lvl5pPr>
            <a:lvl6pPr marL="2183816" indent="0">
              <a:buNone/>
              <a:defRPr sz="1911"/>
            </a:lvl6pPr>
            <a:lvl7pPr marL="2620579" indent="0">
              <a:buNone/>
              <a:defRPr sz="1911"/>
            </a:lvl7pPr>
            <a:lvl8pPr marL="3057342" indent="0">
              <a:buNone/>
              <a:defRPr sz="1911"/>
            </a:lvl8pPr>
            <a:lvl9pPr marL="3494105" indent="0">
              <a:buNone/>
              <a:defRPr sz="1911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9326" y="1965484"/>
            <a:ext cx="4679260" cy="3641302"/>
          </a:xfrm>
        </p:spPr>
        <p:txBody>
          <a:bodyPr/>
          <a:lstStyle>
            <a:lvl1pPr marL="0" indent="0">
              <a:buNone/>
              <a:defRPr sz="1528"/>
            </a:lvl1pPr>
            <a:lvl2pPr marL="436763" indent="0">
              <a:buNone/>
              <a:defRPr sz="1337"/>
            </a:lvl2pPr>
            <a:lvl3pPr marL="873526" indent="0">
              <a:buNone/>
              <a:defRPr sz="1146"/>
            </a:lvl3pPr>
            <a:lvl4pPr marL="1310289" indent="0">
              <a:buNone/>
              <a:defRPr sz="955"/>
            </a:lvl4pPr>
            <a:lvl5pPr marL="1747053" indent="0">
              <a:buNone/>
              <a:defRPr sz="955"/>
            </a:lvl5pPr>
            <a:lvl6pPr marL="2183816" indent="0">
              <a:buNone/>
              <a:defRPr sz="955"/>
            </a:lvl6pPr>
            <a:lvl7pPr marL="2620579" indent="0">
              <a:buNone/>
              <a:defRPr sz="955"/>
            </a:lvl7pPr>
            <a:lvl8pPr marL="3057342" indent="0">
              <a:buNone/>
              <a:defRPr sz="955"/>
            </a:lvl8pPr>
            <a:lvl9pPr marL="3494105" indent="0">
              <a:buNone/>
              <a:defRPr sz="95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25054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5796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82404" y="348813"/>
            <a:ext cx="3128323" cy="555218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7436" y="348813"/>
            <a:ext cx="9203616" cy="55521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4575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3569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7436" y="348813"/>
            <a:ext cx="12513291" cy="1266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7436" y="1744064"/>
            <a:ext cx="12513291" cy="41569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7436" y="6072375"/>
            <a:ext cx="3264337" cy="348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05829" y="6072375"/>
            <a:ext cx="4896505" cy="348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46390" y="6072375"/>
            <a:ext cx="3264337" cy="348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24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</p:sldLayoutIdLst>
  <p:hf sldNum="0" hdr="0" ftr="0" dt="0"/>
  <p:txStyles>
    <p:titleStyle>
      <a:lvl1pPr algn="l" defTabSz="873526" rtl="0" eaLnBrk="1" latinLnBrk="0" hangingPunct="1">
        <a:lnSpc>
          <a:spcPct val="90000"/>
        </a:lnSpc>
        <a:spcBef>
          <a:spcPct val="0"/>
        </a:spcBef>
        <a:buNone/>
        <a:defRPr sz="42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8382" indent="-218382" algn="l" defTabSz="873526" rtl="0" eaLnBrk="1" latinLnBrk="0" hangingPunct="1">
        <a:lnSpc>
          <a:spcPct val="90000"/>
        </a:lnSpc>
        <a:spcBef>
          <a:spcPts val="955"/>
        </a:spcBef>
        <a:buFont typeface="Arial" panose="020B0604020202020204" pitchFamily="34" charset="0"/>
        <a:buChar char="•"/>
        <a:defRPr sz="2675" kern="1200">
          <a:solidFill>
            <a:schemeClr val="tx1"/>
          </a:solidFill>
          <a:latin typeface="+mn-lt"/>
          <a:ea typeface="+mn-ea"/>
          <a:cs typeface="+mn-cs"/>
        </a:defRPr>
      </a:lvl1pPr>
      <a:lvl2pPr marL="655145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2293" kern="1200">
          <a:solidFill>
            <a:schemeClr val="tx1"/>
          </a:solidFill>
          <a:latin typeface="+mn-lt"/>
          <a:ea typeface="+mn-ea"/>
          <a:cs typeface="+mn-cs"/>
        </a:defRPr>
      </a:lvl2pPr>
      <a:lvl3pPr marL="1091908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911" kern="1200">
          <a:solidFill>
            <a:schemeClr val="tx1"/>
          </a:solidFill>
          <a:latin typeface="+mn-lt"/>
          <a:ea typeface="+mn-ea"/>
          <a:cs typeface="+mn-cs"/>
        </a:defRPr>
      </a:lvl3pPr>
      <a:lvl4pPr marL="1528671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4pPr>
      <a:lvl5pPr marL="1965434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5pPr>
      <a:lvl6pPr marL="2402197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6pPr>
      <a:lvl7pPr marL="2838961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7pPr>
      <a:lvl8pPr marL="3275724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8pPr>
      <a:lvl9pPr marL="3712487" indent="-218382" algn="l" defTabSz="873526" rtl="0" eaLnBrk="1" latinLnBrk="0" hangingPunct="1">
        <a:lnSpc>
          <a:spcPct val="90000"/>
        </a:lnSpc>
        <a:spcBef>
          <a:spcPts val="478"/>
        </a:spcBef>
        <a:buFont typeface="Arial" panose="020B0604020202020204" pitchFamily="34" charset="0"/>
        <a:buChar char="•"/>
        <a:defRPr sz="1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1pPr>
      <a:lvl2pPr marL="436763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2pPr>
      <a:lvl3pPr marL="873526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3pPr>
      <a:lvl4pPr marL="1310289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4pPr>
      <a:lvl5pPr marL="1747053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5pPr>
      <a:lvl6pPr marL="2183816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6pPr>
      <a:lvl7pPr marL="2620579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7pPr>
      <a:lvl8pPr marL="3057342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8pPr>
      <a:lvl9pPr marL="3494105" algn="l" defTabSz="873526" rtl="0" eaLnBrk="1" latinLnBrk="0" hangingPunct="1">
        <a:defRPr sz="1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4" name="Tabelle 103">
                <a:extLst>
                  <a:ext uri="{FF2B5EF4-FFF2-40B4-BE49-F238E27FC236}">
                    <a16:creationId xmlns:a16="http://schemas.microsoft.com/office/drawing/2014/main" id="{05C2890C-371D-7223-392A-E0F176EED4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1119377"/>
                  </p:ext>
                </p:extLst>
              </p:nvPr>
            </p:nvGraphicFramePr>
            <p:xfrm>
              <a:off x="953750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de-DE" sz="2000" b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4" name="Tabelle 103">
                <a:extLst>
                  <a:ext uri="{FF2B5EF4-FFF2-40B4-BE49-F238E27FC236}">
                    <a16:creationId xmlns:a16="http://schemas.microsoft.com/office/drawing/2014/main" id="{05C2890C-371D-7223-392A-E0F176EED4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1119377"/>
                  </p:ext>
                </p:extLst>
              </p:nvPr>
            </p:nvGraphicFramePr>
            <p:xfrm>
              <a:off x="953750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00" t="-4412" r="-545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010" t="-4412" r="-439604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00" t="-4412" r="-273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68317" t="-4412" r="-170297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37624" t="-4412" r="-990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63861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4412" r="-63861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204412" r="-545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204412" r="-43960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204412" r="-273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204412" r="-170297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204412" r="-990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4412" r="-63861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4412" r="-638614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4412" r="-63861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504412" r="-545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504412" r="-43960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504412" r="-273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504412" r="-170297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504412" r="-99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04412" r="-63861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5" name="Tabelle 104">
                <a:extLst>
                  <a:ext uri="{FF2B5EF4-FFF2-40B4-BE49-F238E27FC236}">
                    <a16:creationId xmlns:a16="http://schemas.microsoft.com/office/drawing/2014/main" id="{56312326-7148-BE8C-2732-AF9BD3D97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3255738"/>
                  </p:ext>
                </p:extLst>
              </p:nvPr>
            </p:nvGraphicFramePr>
            <p:xfrm>
              <a:off x="952575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5" name="Tabelle 104">
                <a:extLst>
                  <a:ext uri="{FF2B5EF4-FFF2-40B4-BE49-F238E27FC236}">
                    <a16:creationId xmlns:a16="http://schemas.microsoft.com/office/drawing/2014/main" id="{56312326-7148-BE8C-2732-AF9BD3D97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53255738"/>
                  </p:ext>
                </p:extLst>
              </p:nvPr>
            </p:nvGraphicFramePr>
            <p:xfrm>
              <a:off x="952575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692" r="-638614" b="-5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7692" r="-638614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95652" r="-63861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195652" r="-545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195652" r="-4396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195652" r="-273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195652" r="-170297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195652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0000" r="-638614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0000" r="-63861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400000" r="-545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400000" r="-4396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400000" r="-2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400000" r="-17029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400000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00000" r="-638614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6" name="Textfeld 105">
            <a:extLst>
              <a:ext uri="{FF2B5EF4-FFF2-40B4-BE49-F238E27FC236}">
                <a16:creationId xmlns:a16="http://schemas.microsoft.com/office/drawing/2014/main" id="{88637761-15A6-E3BC-600A-A48F8D491E7A}"/>
              </a:ext>
            </a:extLst>
          </p:cNvPr>
          <p:cNvSpPr txBox="1"/>
          <p:nvPr/>
        </p:nvSpPr>
        <p:spPr>
          <a:xfrm rot="16200000">
            <a:off x="-303146" y="211489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Group 1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4E0D6BDB-7AF9-E6D4-EFA5-5453318B5D65}"/>
              </a:ext>
            </a:extLst>
          </p:cNvPr>
          <p:cNvSpPr txBox="1"/>
          <p:nvPr/>
        </p:nvSpPr>
        <p:spPr>
          <a:xfrm rot="16200000">
            <a:off x="-303147" y="462537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108" name="Geschweifte Klammer links 107">
            <a:extLst>
              <a:ext uri="{FF2B5EF4-FFF2-40B4-BE49-F238E27FC236}">
                <a16:creationId xmlns:a16="http://schemas.microsoft.com/office/drawing/2014/main" id="{9BA00417-A420-7F71-004F-A93965163415}"/>
              </a:ext>
            </a:extLst>
          </p:cNvPr>
          <p:cNvSpPr/>
          <p:nvPr/>
        </p:nvSpPr>
        <p:spPr>
          <a:xfrm>
            <a:off x="422967" y="1088075"/>
            <a:ext cx="118872" cy="2484004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Geschweifte Klammer links 108">
            <a:extLst>
              <a:ext uri="{FF2B5EF4-FFF2-40B4-BE49-F238E27FC236}">
                <a16:creationId xmlns:a16="http://schemas.microsoft.com/office/drawing/2014/main" id="{C566DD4A-457F-C90A-2698-0DE654EC95C1}"/>
              </a:ext>
            </a:extLst>
          </p:cNvPr>
          <p:cNvSpPr/>
          <p:nvPr/>
        </p:nvSpPr>
        <p:spPr>
          <a:xfrm>
            <a:off x="422967" y="3817248"/>
            <a:ext cx="118872" cy="2051027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E85D8C81-A2AE-6214-30E2-93B043C7450F}"/>
              </a:ext>
            </a:extLst>
          </p:cNvPr>
          <p:cNvSpPr txBox="1"/>
          <p:nvPr/>
        </p:nvSpPr>
        <p:spPr>
          <a:xfrm>
            <a:off x="1557664" y="8280"/>
            <a:ext cx="3926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Aggregated count matrix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9995F235-B985-30AC-8EDB-57990D3C8B27}"/>
              </a:ext>
            </a:extLst>
          </p:cNvPr>
          <p:cNvSpPr txBox="1"/>
          <p:nvPr/>
        </p:nvSpPr>
        <p:spPr>
          <a:xfrm rot="16200000">
            <a:off x="-559541" y="2134188"/>
            <a:ext cx="2475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D078FC73-B0D6-C76A-048B-FB2D4C1DD8D0}"/>
              </a:ext>
            </a:extLst>
          </p:cNvPr>
          <p:cNvSpPr txBox="1"/>
          <p:nvPr/>
        </p:nvSpPr>
        <p:spPr>
          <a:xfrm rot="16200000">
            <a:off x="-538766" y="4841100"/>
            <a:ext cx="244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4" name="Tabelle 113">
                <a:extLst>
                  <a:ext uri="{FF2B5EF4-FFF2-40B4-BE49-F238E27FC236}">
                    <a16:creationId xmlns:a16="http://schemas.microsoft.com/office/drawing/2014/main" id="{3D1B50AA-9DD9-8BE5-60AF-4C776C0CE2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4579670"/>
                  </p:ext>
                </p:extLst>
              </p:nvPr>
            </p:nvGraphicFramePr>
            <p:xfrm>
              <a:off x="6526565" y="668145"/>
              <a:ext cx="18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3559879621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409761558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052845429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3606858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850733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91127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142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60052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73666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8028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4" name="Tabelle 113">
                <a:extLst>
                  <a:ext uri="{FF2B5EF4-FFF2-40B4-BE49-F238E27FC236}">
                    <a16:creationId xmlns:a16="http://schemas.microsoft.com/office/drawing/2014/main" id="{3D1B50AA-9DD9-8BE5-60AF-4C776C0CE2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4579670"/>
                  </p:ext>
                </p:extLst>
              </p:nvPr>
            </p:nvGraphicFramePr>
            <p:xfrm>
              <a:off x="6526565" y="668145"/>
              <a:ext cx="18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3559879621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409761558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052845429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200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1000" r="-102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010" r="-990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606858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850733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0000" r="-200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000" t="-200000" r="-102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9010" t="-200000" r="-990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91127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142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60052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500000" r="-200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000" t="-500000" r="-102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9010" t="-500000" r="-99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73666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8028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5" name="Tabelle 114">
                <a:extLst>
                  <a:ext uri="{FF2B5EF4-FFF2-40B4-BE49-F238E27FC236}">
                    <a16:creationId xmlns:a16="http://schemas.microsoft.com/office/drawing/2014/main" id="{B40A1D4A-5010-208E-F1E2-52906193D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948302"/>
                  </p:ext>
                </p:extLst>
              </p:nvPr>
            </p:nvGraphicFramePr>
            <p:xfrm>
              <a:off x="6526565" y="3816035"/>
              <a:ext cx="18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98174609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63241454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927760763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39132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487085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262049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597579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4429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60636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5" name="Tabelle 114">
                <a:extLst>
                  <a:ext uri="{FF2B5EF4-FFF2-40B4-BE49-F238E27FC236}">
                    <a16:creationId xmlns:a16="http://schemas.microsoft.com/office/drawing/2014/main" id="{B40A1D4A-5010-208E-F1E2-52906193D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59948302"/>
                  </p:ext>
                </p:extLst>
              </p:nvPr>
            </p:nvGraphicFramePr>
            <p:xfrm>
              <a:off x="6526565" y="3816035"/>
              <a:ext cx="18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98174609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63241454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9277607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39132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487085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95652" r="-200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00" t="-195652" r="-102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010" t="-195652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262049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597579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00000" r="-200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00" t="-400000" r="-102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010" t="-400000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4429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6063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6" name="Textfeld 115">
            <a:extLst>
              <a:ext uri="{FF2B5EF4-FFF2-40B4-BE49-F238E27FC236}">
                <a16:creationId xmlns:a16="http://schemas.microsoft.com/office/drawing/2014/main" id="{8F270011-6B9C-2E75-99A0-F4329578C013}"/>
              </a:ext>
            </a:extLst>
          </p:cNvPr>
          <p:cNvSpPr txBox="1"/>
          <p:nvPr/>
        </p:nvSpPr>
        <p:spPr>
          <a:xfrm>
            <a:off x="6526564" y="133"/>
            <a:ext cx="183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Covariates</a:t>
            </a:r>
          </a:p>
        </p:txBody>
      </p:sp>
      <p:sp>
        <p:nvSpPr>
          <p:cNvPr id="117" name="Textfeld 116">
            <a:extLst>
              <a:ext uri="{FF2B5EF4-FFF2-40B4-BE49-F238E27FC236}">
                <a16:creationId xmlns:a16="http://schemas.microsoft.com/office/drawing/2014/main" id="{11D7605A-CD6B-2431-0462-3F4D5E99904F}"/>
              </a:ext>
            </a:extLst>
          </p:cNvPr>
          <p:cNvSpPr txBox="1"/>
          <p:nvPr/>
        </p:nvSpPr>
        <p:spPr>
          <a:xfrm>
            <a:off x="1714134" y="402365"/>
            <a:ext cx="3922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118" name="Textfeld 117">
            <a:extLst>
              <a:ext uri="{FF2B5EF4-FFF2-40B4-BE49-F238E27FC236}">
                <a16:creationId xmlns:a16="http://schemas.microsoft.com/office/drawing/2014/main" id="{EE42BB77-0E68-FC5E-701C-A3EF063C22FD}"/>
              </a:ext>
            </a:extLst>
          </p:cNvPr>
          <p:cNvSpPr txBox="1"/>
          <p:nvPr/>
        </p:nvSpPr>
        <p:spPr>
          <a:xfrm>
            <a:off x="11295155" y="0"/>
            <a:ext cx="29345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Model coefficients </a:t>
            </a:r>
          </a:p>
          <a:p>
            <a:pPr algn="ctr"/>
            <a:r>
              <a:rPr lang="en-US" sz="2200" b="1" dirty="0"/>
              <a:t>(with 95% CI)</a:t>
            </a:r>
          </a:p>
        </p:txBody>
      </p:sp>
      <p:sp>
        <p:nvSpPr>
          <p:cNvPr id="186" name="Textfeld 185">
            <a:extLst>
              <a:ext uri="{FF2B5EF4-FFF2-40B4-BE49-F238E27FC236}">
                <a16:creationId xmlns:a16="http://schemas.microsoft.com/office/drawing/2014/main" id="{9EC8128E-9FD7-E72D-F6F6-E4024E768C87}"/>
              </a:ext>
            </a:extLst>
          </p:cNvPr>
          <p:cNvSpPr txBox="1"/>
          <p:nvPr/>
        </p:nvSpPr>
        <p:spPr>
          <a:xfrm>
            <a:off x="5775407" y="3349613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187" name="Textfeld 186">
            <a:extLst>
              <a:ext uri="{FF2B5EF4-FFF2-40B4-BE49-F238E27FC236}">
                <a16:creationId xmlns:a16="http://schemas.microsoft.com/office/drawing/2014/main" id="{A05D3A15-886D-861D-3DAE-1B059C2E7941}"/>
              </a:ext>
            </a:extLst>
          </p:cNvPr>
          <p:cNvSpPr txBox="1"/>
          <p:nvPr/>
        </p:nvSpPr>
        <p:spPr>
          <a:xfrm>
            <a:off x="8534836" y="3226566"/>
            <a:ext cx="2436373" cy="953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200" dirty="0"/>
              <a:t>Model-based</a:t>
            </a:r>
          </a:p>
          <a:p>
            <a:pPr algn="ctr">
              <a:lnSpc>
                <a:spcPct val="150000"/>
              </a:lnSpc>
            </a:pPr>
            <a:r>
              <a:rPr lang="en-US" sz="2200" dirty="0"/>
              <a:t>diversity estimation</a:t>
            </a:r>
          </a:p>
        </p:txBody>
      </p:sp>
      <p:cxnSp>
        <p:nvCxnSpPr>
          <p:cNvPr id="188" name="Gerade Verbindung mit Pfeil 187">
            <a:extLst>
              <a:ext uri="{FF2B5EF4-FFF2-40B4-BE49-F238E27FC236}">
                <a16:creationId xmlns:a16="http://schemas.microsoft.com/office/drawing/2014/main" id="{E6875EF1-1AED-1FB4-DB22-13F6D2E834FC}"/>
              </a:ext>
            </a:extLst>
          </p:cNvPr>
          <p:cNvCxnSpPr>
            <a:cxnSpLocks/>
            <a:stCxn id="187" idx="1"/>
            <a:endCxn id="187" idx="3"/>
          </p:cNvCxnSpPr>
          <p:nvPr/>
        </p:nvCxnSpPr>
        <p:spPr>
          <a:xfrm>
            <a:off x="8534836" y="3703556"/>
            <a:ext cx="243637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Gerader Verbinder 137">
            <a:extLst>
              <a:ext uri="{FF2B5EF4-FFF2-40B4-BE49-F238E27FC236}">
                <a16:creationId xmlns:a16="http://schemas.microsoft.com/office/drawing/2014/main" id="{22EC6627-53A2-2B85-64D5-E7630E86541E}"/>
              </a:ext>
            </a:extLst>
          </p:cNvPr>
          <p:cNvCxnSpPr/>
          <p:nvPr/>
        </p:nvCxnSpPr>
        <p:spPr>
          <a:xfrm>
            <a:off x="12412628" y="1060948"/>
            <a:ext cx="0" cy="2393499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Gerader Verbinder 139">
            <a:extLst>
              <a:ext uri="{FF2B5EF4-FFF2-40B4-BE49-F238E27FC236}">
                <a16:creationId xmlns:a16="http://schemas.microsoft.com/office/drawing/2014/main" id="{29ED47CA-589B-34E0-B6AA-D3BB2A905D4F}"/>
              </a:ext>
            </a:extLst>
          </p:cNvPr>
          <p:cNvCxnSpPr>
            <a:cxnSpLocks/>
          </p:cNvCxnSpPr>
          <p:nvPr/>
        </p:nvCxnSpPr>
        <p:spPr>
          <a:xfrm>
            <a:off x="11769900" y="3377269"/>
            <a:ext cx="191632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Gerader Verbinder 141">
            <a:extLst>
              <a:ext uri="{FF2B5EF4-FFF2-40B4-BE49-F238E27FC236}">
                <a16:creationId xmlns:a16="http://schemas.microsoft.com/office/drawing/2014/main" id="{8D322C75-408A-F286-D464-1C681E327F5C}"/>
              </a:ext>
            </a:extLst>
          </p:cNvPr>
          <p:cNvCxnSpPr>
            <a:cxnSpLocks/>
          </p:cNvCxnSpPr>
          <p:nvPr/>
        </p:nvCxnSpPr>
        <p:spPr>
          <a:xfrm>
            <a:off x="11862749" y="3377269"/>
            <a:ext cx="0" cy="1007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Gerader Verbinder 142">
            <a:extLst>
              <a:ext uri="{FF2B5EF4-FFF2-40B4-BE49-F238E27FC236}">
                <a16:creationId xmlns:a16="http://schemas.microsoft.com/office/drawing/2014/main" id="{AED6C9B5-E7FD-4BC0-B2B1-86DA6F5BFB6C}"/>
              </a:ext>
            </a:extLst>
          </p:cNvPr>
          <p:cNvCxnSpPr/>
          <p:nvPr/>
        </p:nvCxnSpPr>
        <p:spPr>
          <a:xfrm>
            <a:off x="12412628" y="3377269"/>
            <a:ext cx="0" cy="1007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Gerader Verbinder 143">
            <a:extLst>
              <a:ext uri="{FF2B5EF4-FFF2-40B4-BE49-F238E27FC236}">
                <a16:creationId xmlns:a16="http://schemas.microsoft.com/office/drawing/2014/main" id="{C5621B52-7E89-E2E4-DD36-DF0EA7F4DE4B}"/>
              </a:ext>
            </a:extLst>
          </p:cNvPr>
          <p:cNvCxnSpPr/>
          <p:nvPr/>
        </p:nvCxnSpPr>
        <p:spPr>
          <a:xfrm>
            <a:off x="12972698" y="3377269"/>
            <a:ext cx="0" cy="1007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Gerader Verbinder 144">
            <a:extLst>
              <a:ext uri="{FF2B5EF4-FFF2-40B4-BE49-F238E27FC236}">
                <a16:creationId xmlns:a16="http://schemas.microsoft.com/office/drawing/2014/main" id="{428592DF-C37A-A89C-D33C-BA438B550FEE}"/>
              </a:ext>
            </a:extLst>
          </p:cNvPr>
          <p:cNvCxnSpPr/>
          <p:nvPr/>
        </p:nvCxnSpPr>
        <p:spPr>
          <a:xfrm>
            <a:off x="13532768" y="3377269"/>
            <a:ext cx="0" cy="1007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feld 145">
            <a:extLst>
              <a:ext uri="{FF2B5EF4-FFF2-40B4-BE49-F238E27FC236}">
                <a16:creationId xmlns:a16="http://schemas.microsoft.com/office/drawing/2014/main" id="{45F96C64-9178-77DA-EFE6-73C60CA123CC}"/>
              </a:ext>
            </a:extLst>
          </p:cNvPr>
          <p:cNvSpPr txBox="1"/>
          <p:nvPr/>
        </p:nvSpPr>
        <p:spPr>
          <a:xfrm>
            <a:off x="11642283" y="3456454"/>
            <a:ext cx="41389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-1</a:t>
            </a:r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7D0EB7DB-2FBF-65EC-5CCE-4D8CC922B66D}"/>
              </a:ext>
            </a:extLst>
          </p:cNvPr>
          <p:cNvSpPr txBox="1"/>
          <p:nvPr/>
        </p:nvSpPr>
        <p:spPr>
          <a:xfrm>
            <a:off x="12247195" y="3456454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0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5F2D7893-7EE1-E6BB-27BF-982448787F5E}"/>
              </a:ext>
            </a:extLst>
          </p:cNvPr>
          <p:cNvSpPr txBox="1"/>
          <p:nvPr/>
        </p:nvSpPr>
        <p:spPr>
          <a:xfrm>
            <a:off x="12809515" y="343755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1</a:t>
            </a:r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99B60D59-9D3A-642C-BEEE-39C0D5EA4BCA}"/>
              </a:ext>
            </a:extLst>
          </p:cNvPr>
          <p:cNvSpPr txBox="1"/>
          <p:nvPr/>
        </p:nvSpPr>
        <p:spPr>
          <a:xfrm>
            <a:off x="13374374" y="3437550"/>
            <a:ext cx="32733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/>
              <a:t>2</a:t>
            </a:r>
          </a:p>
        </p:txBody>
      </p:sp>
      <p:grpSp>
        <p:nvGrpSpPr>
          <p:cNvPr id="181" name="Gruppieren 180">
            <a:extLst>
              <a:ext uri="{FF2B5EF4-FFF2-40B4-BE49-F238E27FC236}">
                <a16:creationId xmlns:a16="http://schemas.microsoft.com/office/drawing/2014/main" id="{58BCB985-40E3-D582-A8F1-659338EF34F3}"/>
              </a:ext>
            </a:extLst>
          </p:cNvPr>
          <p:cNvGrpSpPr/>
          <p:nvPr/>
        </p:nvGrpSpPr>
        <p:grpSpPr>
          <a:xfrm>
            <a:off x="12142019" y="1476095"/>
            <a:ext cx="1457860" cy="144000"/>
            <a:chOff x="10678894" y="3153436"/>
            <a:chExt cx="1457860" cy="144000"/>
          </a:xfrm>
        </p:grpSpPr>
        <p:grpSp>
          <p:nvGrpSpPr>
            <p:cNvPr id="179" name="Gruppieren 178">
              <a:extLst>
                <a:ext uri="{FF2B5EF4-FFF2-40B4-BE49-F238E27FC236}">
                  <a16:creationId xmlns:a16="http://schemas.microsoft.com/office/drawing/2014/main" id="{8BF09BEE-8AB2-8DF0-DC19-895217BC1EB6}"/>
                </a:ext>
              </a:extLst>
            </p:cNvPr>
            <p:cNvGrpSpPr/>
            <p:nvPr/>
          </p:nvGrpSpPr>
          <p:grpSpPr>
            <a:xfrm>
              <a:off x="10678894" y="3171529"/>
              <a:ext cx="1457860" cy="100739"/>
              <a:chOff x="10790345" y="3175067"/>
              <a:chExt cx="1229904" cy="100739"/>
            </a:xfrm>
          </p:grpSpPr>
          <p:cxnSp>
            <p:nvCxnSpPr>
              <p:cNvPr id="163" name="Gerader Verbinder 162">
                <a:extLst>
                  <a:ext uri="{FF2B5EF4-FFF2-40B4-BE49-F238E27FC236}">
                    <a16:creationId xmlns:a16="http://schemas.microsoft.com/office/drawing/2014/main" id="{24719486-B49E-43C8-A964-77C83D5777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92872" y="3225437"/>
                <a:ext cx="1227377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57655327-1266-B36B-CAD4-C129B6E8D8B0}"/>
                  </a:ext>
                </a:extLst>
              </p:cNvPr>
              <p:cNvCxnSpPr/>
              <p:nvPr/>
            </p:nvCxnSpPr>
            <p:spPr>
              <a:xfrm>
                <a:off x="10790345" y="3175067"/>
                <a:ext cx="0" cy="100739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Gerader Verbinder 164">
                <a:extLst>
                  <a:ext uri="{FF2B5EF4-FFF2-40B4-BE49-F238E27FC236}">
                    <a16:creationId xmlns:a16="http://schemas.microsoft.com/office/drawing/2014/main" id="{C53F632B-2429-8CE9-64DE-38891EF19BC4}"/>
                  </a:ext>
                </a:extLst>
              </p:cNvPr>
              <p:cNvCxnSpPr/>
              <p:nvPr/>
            </p:nvCxnSpPr>
            <p:spPr>
              <a:xfrm>
                <a:off x="12020249" y="3175067"/>
                <a:ext cx="0" cy="100739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6" name="Ellipse 165">
              <a:extLst>
                <a:ext uri="{FF2B5EF4-FFF2-40B4-BE49-F238E27FC236}">
                  <a16:creationId xmlns:a16="http://schemas.microsoft.com/office/drawing/2014/main" id="{43602ED4-9067-318B-9329-D00CA78215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334946" y="3153436"/>
              <a:ext cx="143228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0" name="Gruppieren 179">
            <a:extLst>
              <a:ext uri="{FF2B5EF4-FFF2-40B4-BE49-F238E27FC236}">
                <a16:creationId xmlns:a16="http://schemas.microsoft.com/office/drawing/2014/main" id="{D3CA1D7E-A0BA-6C96-A365-7929B91E61FD}"/>
              </a:ext>
            </a:extLst>
          </p:cNvPr>
          <p:cNvGrpSpPr/>
          <p:nvPr/>
        </p:nvGrpSpPr>
        <p:grpSpPr>
          <a:xfrm>
            <a:off x="12836678" y="2244464"/>
            <a:ext cx="679606" cy="144000"/>
            <a:chOff x="11137108" y="2719483"/>
            <a:chExt cx="679606" cy="144000"/>
          </a:xfrm>
        </p:grpSpPr>
        <p:grpSp>
          <p:nvGrpSpPr>
            <p:cNvPr id="173" name="Gruppieren 172">
              <a:extLst>
                <a:ext uri="{FF2B5EF4-FFF2-40B4-BE49-F238E27FC236}">
                  <a16:creationId xmlns:a16="http://schemas.microsoft.com/office/drawing/2014/main" id="{C32EBEEF-E35C-17A2-A86D-2223810CCF35}"/>
                </a:ext>
              </a:extLst>
            </p:cNvPr>
            <p:cNvGrpSpPr/>
            <p:nvPr/>
          </p:nvGrpSpPr>
          <p:grpSpPr>
            <a:xfrm>
              <a:off x="11137108" y="2747423"/>
              <a:ext cx="679606" cy="100739"/>
              <a:chOff x="10861959" y="2769054"/>
              <a:chExt cx="1229904" cy="100739"/>
            </a:xfrm>
          </p:grpSpPr>
          <p:cxnSp>
            <p:nvCxnSpPr>
              <p:cNvPr id="169" name="Gerader Verbinder 168">
                <a:extLst>
                  <a:ext uri="{FF2B5EF4-FFF2-40B4-BE49-F238E27FC236}">
                    <a16:creationId xmlns:a16="http://schemas.microsoft.com/office/drawing/2014/main" id="{A6213C49-8757-C7E8-12AC-C655DE224E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64486" y="2819424"/>
                <a:ext cx="1227377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Gerader Verbinder 169">
                <a:extLst>
                  <a:ext uri="{FF2B5EF4-FFF2-40B4-BE49-F238E27FC236}">
                    <a16:creationId xmlns:a16="http://schemas.microsoft.com/office/drawing/2014/main" id="{53ABCBEB-52EF-57CE-B2B5-CF78D1532BBA}"/>
                  </a:ext>
                </a:extLst>
              </p:cNvPr>
              <p:cNvCxnSpPr/>
              <p:nvPr/>
            </p:nvCxnSpPr>
            <p:spPr>
              <a:xfrm>
                <a:off x="10861959" y="2769054"/>
                <a:ext cx="0" cy="100739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Gerader Verbinder 170">
                <a:extLst>
                  <a:ext uri="{FF2B5EF4-FFF2-40B4-BE49-F238E27FC236}">
                    <a16:creationId xmlns:a16="http://schemas.microsoft.com/office/drawing/2014/main" id="{A5C6850E-F164-2FBF-1B00-91B0DEE0438C}"/>
                  </a:ext>
                </a:extLst>
              </p:cNvPr>
              <p:cNvCxnSpPr/>
              <p:nvPr/>
            </p:nvCxnSpPr>
            <p:spPr>
              <a:xfrm>
                <a:off x="12091863" y="2769054"/>
                <a:ext cx="0" cy="100739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DDF638B9-2F3C-78E5-BDDB-4CE7CCF822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406560" y="2719483"/>
              <a:ext cx="143228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2" name="Gruppieren 181">
            <a:extLst>
              <a:ext uri="{FF2B5EF4-FFF2-40B4-BE49-F238E27FC236}">
                <a16:creationId xmlns:a16="http://schemas.microsoft.com/office/drawing/2014/main" id="{79D21A8F-7E4F-184A-2F95-98757DCCE879}"/>
              </a:ext>
            </a:extLst>
          </p:cNvPr>
          <p:cNvGrpSpPr/>
          <p:nvPr/>
        </p:nvGrpSpPr>
        <p:grpSpPr>
          <a:xfrm>
            <a:off x="12497132" y="2986427"/>
            <a:ext cx="930750" cy="144000"/>
            <a:chOff x="11206004" y="3841346"/>
            <a:chExt cx="930750" cy="144000"/>
          </a:xfrm>
        </p:grpSpPr>
        <p:grpSp>
          <p:nvGrpSpPr>
            <p:cNvPr id="174" name="Gruppieren 173">
              <a:extLst>
                <a:ext uri="{FF2B5EF4-FFF2-40B4-BE49-F238E27FC236}">
                  <a16:creationId xmlns:a16="http://schemas.microsoft.com/office/drawing/2014/main" id="{E09007A7-06E5-B84F-7FB5-D1FC089A50BE}"/>
                </a:ext>
              </a:extLst>
            </p:cNvPr>
            <p:cNvGrpSpPr/>
            <p:nvPr/>
          </p:nvGrpSpPr>
          <p:grpSpPr>
            <a:xfrm>
              <a:off x="11206004" y="3869286"/>
              <a:ext cx="930750" cy="100739"/>
              <a:chOff x="10861959" y="2769054"/>
              <a:chExt cx="1229904" cy="100739"/>
            </a:xfrm>
          </p:grpSpPr>
          <p:cxnSp>
            <p:nvCxnSpPr>
              <p:cNvPr id="175" name="Gerader Verbinder 174">
                <a:extLst>
                  <a:ext uri="{FF2B5EF4-FFF2-40B4-BE49-F238E27FC236}">
                    <a16:creationId xmlns:a16="http://schemas.microsoft.com/office/drawing/2014/main" id="{343192D8-B6E3-C3A0-0B03-09504A7F4D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64486" y="2819424"/>
                <a:ext cx="1227377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Gerader Verbinder 175">
                <a:extLst>
                  <a:ext uri="{FF2B5EF4-FFF2-40B4-BE49-F238E27FC236}">
                    <a16:creationId xmlns:a16="http://schemas.microsoft.com/office/drawing/2014/main" id="{E27827A1-6532-09CE-C6E1-14A23520C39B}"/>
                  </a:ext>
                </a:extLst>
              </p:cNvPr>
              <p:cNvCxnSpPr/>
              <p:nvPr/>
            </p:nvCxnSpPr>
            <p:spPr>
              <a:xfrm>
                <a:off x="10861959" y="2769054"/>
                <a:ext cx="0" cy="100739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2C6F3BA9-2D1F-B3FA-471D-F1EA07FF76A3}"/>
                  </a:ext>
                </a:extLst>
              </p:cNvPr>
              <p:cNvCxnSpPr/>
              <p:nvPr/>
            </p:nvCxnSpPr>
            <p:spPr>
              <a:xfrm>
                <a:off x="12091863" y="2769054"/>
                <a:ext cx="0" cy="100739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8" name="Ellipse 177">
              <a:extLst>
                <a:ext uri="{FF2B5EF4-FFF2-40B4-BE49-F238E27FC236}">
                  <a16:creationId xmlns:a16="http://schemas.microsoft.com/office/drawing/2014/main" id="{0BE3A713-41A3-67CE-95A7-A5DBA0F7890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601028" y="3841346"/>
              <a:ext cx="143228" cy="144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AF7BE3C3-DE73-1844-C868-A05C931C8973}"/>
                  </a:ext>
                </a:extLst>
              </p:cNvPr>
              <p:cNvSpPr txBox="1"/>
              <p:nvPr/>
            </p:nvSpPr>
            <p:spPr>
              <a:xfrm>
                <a:off x="11396746" y="1308446"/>
                <a:ext cx="52052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3" name="Textfeld 182">
                <a:extLst>
                  <a:ext uri="{FF2B5EF4-FFF2-40B4-BE49-F238E27FC236}">
                    <a16:creationId xmlns:a16="http://schemas.microsoft.com/office/drawing/2014/main" id="{AF7BE3C3-DE73-1844-C868-A05C931C8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6746" y="1308446"/>
                <a:ext cx="520527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9A650995-9BDD-027F-1307-CEC548D6ECFB}"/>
                  </a:ext>
                </a:extLst>
              </p:cNvPr>
              <p:cNvSpPr txBox="1"/>
              <p:nvPr/>
            </p:nvSpPr>
            <p:spPr>
              <a:xfrm>
                <a:off x="11393476" y="2048294"/>
                <a:ext cx="52706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4" name="Textfeld 183">
                <a:extLst>
                  <a:ext uri="{FF2B5EF4-FFF2-40B4-BE49-F238E27FC236}">
                    <a16:creationId xmlns:a16="http://schemas.microsoft.com/office/drawing/2014/main" id="{9A650995-9BDD-027F-1307-CEC548D6E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3476" y="2048294"/>
                <a:ext cx="527067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369405A8-DA9B-4E8E-88DC-42DF14724F9E}"/>
                  </a:ext>
                </a:extLst>
              </p:cNvPr>
              <p:cNvSpPr txBox="1"/>
              <p:nvPr/>
            </p:nvSpPr>
            <p:spPr>
              <a:xfrm>
                <a:off x="11393476" y="2819383"/>
                <a:ext cx="52706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de-DE" sz="2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85" name="Textfeld 184">
                <a:extLst>
                  <a:ext uri="{FF2B5EF4-FFF2-40B4-BE49-F238E27FC236}">
                    <a16:creationId xmlns:a16="http://schemas.microsoft.com/office/drawing/2014/main" id="{369405A8-DA9B-4E8E-88DC-42DF14724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93476" y="2819383"/>
                <a:ext cx="52706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2" name="Textfeld 191">
            <a:extLst>
              <a:ext uri="{FF2B5EF4-FFF2-40B4-BE49-F238E27FC236}">
                <a16:creationId xmlns:a16="http://schemas.microsoft.com/office/drawing/2014/main" id="{EF068201-85AA-6219-4A95-BC86C92CDCAF}"/>
              </a:ext>
            </a:extLst>
          </p:cNvPr>
          <p:cNvSpPr txBox="1"/>
          <p:nvPr/>
        </p:nvSpPr>
        <p:spPr>
          <a:xfrm>
            <a:off x="11393476" y="3781681"/>
            <a:ext cx="27379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Effect on alpha diversity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525BED08-3E01-543F-378D-96AA2719D00B}"/>
                  </a:ext>
                </a:extLst>
              </p:cNvPr>
              <p:cNvSpPr txBox="1"/>
              <p:nvPr/>
            </p:nvSpPr>
            <p:spPr>
              <a:xfrm>
                <a:off x="11950463" y="5320946"/>
                <a:ext cx="169168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94" name="Textfeld 193">
                <a:extLst>
                  <a:ext uri="{FF2B5EF4-FFF2-40B4-BE49-F238E27FC236}">
                    <a16:creationId xmlns:a16="http://schemas.microsoft.com/office/drawing/2014/main" id="{525BED08-3E01-543F-378D-96AA2719D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50463" y="5320946"/>
                <a:ext cx="1691682" cy="830997"/>
              </a:xfrm>
              <a:prstGeom prst="rect">
                <a:avLst/>
              </a:prstGeom>
              <a:blipFill>
                <a:blip r:embed="rId9"/>
                <a:stretch>
                  <a:fillRect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Rechteck: abgerundete Ecken 194">
            <a:extLst>
              <a:ext uri="{FF2B5EF4-FFF2-40B4-BE49-F238E27FC236}">
                <a16:creationId xmlns:a16="http://schemas.microsoft.com/office/drawing/2014/main" id="{71E61FE5-024B-F2D2-BC1B-E124B3B1C213}"/>
              </a:ext>
            </a:extLst>
          </p:cNvPr>
          <p:cNvSpPr/>
          <p:nvPr/>
        </p:nvSpPr>
        <p:spPr>
          <a:xfrm>
            <a:off x="11295155" y="802475"/>
            <a:ext cx="2934586" cy="3637789"/>
          </a:xfrm>
          <a:prstGeom prst="roundRect">
            <a:avLst>
              <a:gd name="adj" fmla="val 5312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Textfeld 195">
            <a:extLst>
              <a:ext uri="{FF2B5EF4-FFF2-40B4-BE49-F238E27FC236}">
                <a16:creationId xmlns:a16="http://schemas.microsoft.com/office/drawing/2014/main" id="{2DCBA81D-D198-AF1D-0F5C-8F6174C5E1B4}"/>
              </a:ext>
            </a:extLst>
          </p:cNvPr>
          <p:cNvSpPr txBox="1"/>
          <p:nvPr/>
        </p:nvSpPr>
        <p:spPr>
          <a:xfrm>
            <a:off x="11295155" y="4799762"/>
            <a:ext cx="29345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Hypothesis testing</a:t>
            </a:r>
          </a:p>
        </p:txBody>
      </p:sp>
      <p:sp>
        <p:nvSpPr>
          <p:cNvPr id="197" name="Rechteck: abgerundete Ecken 196">
            <a:extLst>
              <a:ext uri="{FF2B5EF4-FFF2-40B4-BE49-F238E27FC236}">
                <a16:creationId xmlns:a16="http://schemas.microsoft.com/office/drawing/2014/main" id="{6FC2CFD6-E759-FBB2-0358-0F5988E70D53}"/>
              </a:ext>
            </a:extLst>
          </p:cNvPr>
          <p:cNvSpPr/>
          <p:nvPr/>
        </p:nvSpPr>
        <p:spPr>
          <a:xfrm>
            <a:off x="11295155" y="5251529"/>
            <a:ext cx="2934585" cy="1007629"/>
          </a:xfrm>
          <a:prstGeom prst="roundRect">
            <a:avLst>
              <a:gd name="adj" fmla="val 1223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193</Words>
  <Application>Microsoft Office PowerPoint</Application>
  <PresentationFormat>Benutzerdefiniert</PresentationFormat>
  <Paragraphs>165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66</cp:revision>
  <dcterms:created xsi:type="dcterms:W3CDTF">2026-05-10T08:14:00Z</dcterms:created>
  <dcterms:modified xsi:type="dcterms:W3CDTF">2026-07-04T21:42:15Z</dcterms:modified>
</cp:coreProperties>
</file>