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4" r:id="rId1"/>
  </p:sldMasterIdLst>
  <p:notesMasterIdLst>
    <p:notesMasterId r:id="rId3"/>
  </p:notesMasterIdLst>
  <p:sldIdLst>
    <p:sldId id="258" r:id="rId2"/>
  </p:sldIdLst>
  <p:sldSz cx="12599988" cy="439261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528B3F"/>
    <a:srgbClr val="3967DD"/>
    <a:srgbClr val="F3F3F3"/>
    <a:srgbClr val="E2F1FE"/>
    <a:srgbClr val="ABB2B9"/>
    <a:srgbClr val="2F5597"/>
    <a:srgbClr val="BBDEFD"/>
    <a:srgbClr val="D6EBFE"/>
    <a:srgbClr val="CAE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2419" y="14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1pPr>
    <a:lvl2pPr marL="36073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2pPr>
    <a:lvl3pPr marL="72147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3pPr>
    <a:lvl4pPr marL="108221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4pPr>
    <a:lvl5pPr marL="144295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5pPr>
    <a:lvl6pPr marL="180368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6pPr>
    <a:lvl7pPr marL="216442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7pPr>
    <a:lvl8pPr marL="252516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8pPr>
    <a:lvl9pPr marL="2885901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718884"/>
            <a:ext cx="9449991" cy="1529280"/>
          </a:xfrm>
        </p:spPr>
        <p:txBody>
          <a:bodyPr anchor="b"/>
          <a:lstStyle>
            <a:lvl1pPr algn="ctr">
              <a:defRPr sz="384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2307139"/>
            <a:ext cx="9449991" cy="1060531"/>
          </a:xfrm>
        </p:spPr>
        <p:txBody>
          <a:bodyPr/>
          <a:lstStyle>
            <a:lvl1pPr marL="0" indent="0" algn="ctr">
              <a:buNone/>
              <a:defRPr sz="1537"/>
            </a:lvl1pPr>
            <a:lvl2pPr marL="292837" indent="0" algn="ctr">
              <a:buNone/>
              <a:defRPr sz="1281"/>
            </a:lvl2pPr>
            <a:lvl3pPr marL="585673" indent="0" algn="ctr">
              <a:buNone/>
              <a:defRPr sz="1153"/>
            </a:lvl3pPr>
            <a:lvl4pPr marL="878510" indent="0" algn="ctr">
              <a:buNone/>
              <a:defRPr sz="1025"/>
            </a:lvl4pPr>
            <a:lvl5pPr marL="1171346" indent="0" algn="ctr">
              <a:buNone/>
              <a:defRPr sz="1025"/>
            </a:lvl5pPr>
            <a:lvl6pPr marL="1464183" indent="0" algn="ctr">
              <a:buNone/>
              <a:defRPr sz="1025"/>
            </a:lvl6pPr>
            <a:lvl7pPr marL="1757020" indent="0" algn="ctr">
              <a:buNone/>
              <a:defRPr sz="1025"/>
            </a:lvl7pPr>
            <a:lvl8pPr marL="2049856" indent="0" algn="ctr">
              <a:buNone/>
              <a:defRPr sz="1025"/>
            </a:lvl8pPr>
            <a:lvl9pPr marL="2342693" indent="0" algn="ctr">
              <a:buNone/>
              <a:defRPr sz="1025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052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8915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095103"/>
            <a:ext cx="10867490" cy="1827205"/>
          </a:xfrm>
        </p:spPr>
        <p:txBody>
          <a:bodyPr anchor="b"/>
          <a:lstStyle>
            <a:lvl1pPr>
              <a:defRPr sz="384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2939594"/>
            <a:ext cx="10867490" cy="960884"/>
          </a:xfrm>
        </p:spPr>
        <p:txBody>
          <a:bodyPr/>
          <a:lstStyle>
            <a:lvl1pPr marL="0" indent="0">
              <a:buNone/>
              <a:defRPr sz="1537">
                <a:solidFill>
                  <a:schemeClr val="tx1">
                    <a:tint val="75000"/>
                  </a:schemeClr>
                </a:solidFill>
              </a:defRPr>
            </a:lvl1pPr>
            <a:lvl2pPr marL="292837" indent="0">
              <a:buNone/>
              <a:defRPr sz="1281">
                <a:solidFill>
                  <a:schemeClr val="tx1">
                    <a:tint val="75000"/>
                  </a:schemeClr>
                </a:solidFill>
              </a:defRPr>
            </a:lvl2pPr>
            <a:lvl3pPr marL="585673" indent="0">
              <a:buNone/>
              <a:defRPr sz="1153">
                <a:solidFill>
                  <a:schemeClr val="tx1">
                    <a:tint val="75000"/>
                  </a:schemeClr>
                </a:solidFill>
              </a:defRPr>
            </a:lvl3pPr>
            <a:lvl4pPr marL="878510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4pPr>
            <a:lvl5pPr marL="1171346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5pPr>
            <a:lvl6pPr marL="1464183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6pPr>
            <a:lvl7pPr marL="1757020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7pPr>
            <a:lvl8pPr marL="2049856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8pPr>
            <a:lvl9pPr marL="2342693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83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169330"/>
            <a:ext cx="5354995" cy="27870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169330"/>
            <a:ext cx="5354995" cy="27870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7401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233867"/>
            <a:ext cx="10867490" cy="84903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076801"/>
            <a:ext cx="5330385" cy="527723"/>
          </a:xfrm>
        </p:spPr>
        <p:txBody>
          <a:bodyPr anchor="b"/>
          <a:lstStyle>
            <a:lvl1pPr marL="0" indent="0">
              <a:buNone/>
              <a:defRPr sz="1537" b="1"/>
            </a:lvl1pPr>
            <a:lvl2pPr marL="292837" indent="0">
              <a:buNone/>
              <a:defRPr sz="1281" b="1"/>
            </a:lvl2pPr>
            <a:lvl3pPr marL="585673" indent="0">
              <a:buNone/>
              <a:defRPr sz="1153" b="1"/>
            </a:lvl3pPr>
            <a:lvl4pPr marL="878510" indent="0">
              <a:buNone/>
              <a:defRPr sz="1025" b="1"/>
            </a:lvl4pPr>
            <a:lvl5pPr marL="1171346" indent="0">
              <a:buNone/>
              <a:defRPr sz="1025" b="1"/>
            </a:lvl5pPr>
            <a:lvl6pPr marL="1464183" indent="0">
              <a:buNone/>
              <a:defRPr sz="1025" b="1"/>
            </a:lvl6pPr>
            <a:lvl7pPr marL="1757020" indent="0">
              <a:buNone/>
              <a:defRPr sz="1025" b="1"/>
            </a:lvl7pPr>
            <a:lvl8pPr marL="2049856" indent="0">
              <a:buNone/>
              <a:defRPr sz="1025" b="1"/>
            </a:lvl8pPr>
            <a:lvl9pPr marL="2342693" indent="0">
              <a:buNone/>
              <a:defRPr sz="102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1604524"/>
            <a:ext cx="5330385" cy="23600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076801"/>
            <a:ext cx="5356636" cy="527723"/>
          </a:xfrm>
        </p:spPr>
        <p:txBody>
          <a:bodyPr anchor="b"/>
          <a:lstStyle>
            <a:lvl1pPr marL="0" indent="0">
              <a:buNone/>
              <a:defRPr sz="1537" b="1"/>
            </a:lvl1pPr>
            <a:lvl2pPr marL="292837" indent="0">
              <a:buNone/>
              <a:defRPr sz="1281" b="1"/>
            </a:lvl2pPr>
            <a:lvl3pPr marL="585673" indent="0">
              <a:buNone/>
              <a:defRPr sz="1153" b="1"/>
            </a:lvl3pPr>
            <a:lvl4pPr marL="878510" indent="0">
              <a:buNone/>
              <a:defRPr sz="1025" b="1"/>
            </a:lvl4pPr>
            <a:lvl5pPr marL="1171346" indent="0">
              <a:buNone/>
              <a:defRPr sz="1025" b="1"/>
            </a:lvl5pPr>
            <a:lvl6pPr marL="1464183" indent="0">
              <a:buNone/>
              <a:defRPr sz="1025" b="1"/>
            </a:lvl6pPr>
            <a:lvl7pPr marL="1757020" indent="0">
              <a:buNone/>
              <a:defRPr sz="1025" b="1"/>
            </a:lvl7pPr>
            <a:lvl8pPr marL="2049856" indent="0">
              <a:buNone/>
              <a:defRPr sz="1025" b="1"/>
            </a:lvl8pPr>
            <a:lvl9pPr marL="2342693" indent="0">
              <a:buNone/>
              <a:defRPr sz="102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1604524"/>
            <a:ext cx="5356636" cy="23600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6405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8919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0010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292841"/>
            <a:ext cx="4063824" cy="1024943"/>
          </a:xfrm>
        </p:spPr>
        <p:txBody>
          <a:bodyPr anchor="b"/>
          <a:lstStyle>
            <a:lvl1pPr>
              <a:defRPr sz="2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632455"/>
            <a:ext cx="6378744" cy="3121602"/>
          </a:xfrm>
        </p:spPr>
        <p:txBody>
          <a:bodyPr/>
          <a:lstStyle>
            <a:lvl1pPr>
              <a:defRPr sz="2050"/>
            </a:lvl1pPr>
            <a:lvl2pPr>
              <a:defRPr sz="1793"/>
            </a:lvl2pPr>
            <a:lvl3pPr>
              <a:defRPr sz="1537"/>
            </a:lvl3pPr>
            <a:lvl4pPr>
              <a:defRPr sz="1281"/>
            </a:lvl4pPr>
            <a:lvl5pPr>
              <a:defRPr sz="1281"/>
            </a:lvl5pPr>
            <a:lvl6pPr>
              <a:defRPr sz="1281"/>
            </a:lvl6pPr>
            <a:lvl7pPr>
              <a:defRPr sz="1281"/>
            </a:lvl7pPr>
            <a:lvl8pPr>
              <a:defRPr sz="1281"/>
            </a:lvl8pPr>
            <a:lvl9pPr>
              <a:defRPr sz="128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317784"/>
            <a:ext cx="4063824" cy="2441358"/>
          </a:xfrm>
        </p:spPr>
        <p:txBody>
          <a:bodyPr/>
          <a:lstStyle>
            <a:lvl1pPr marL="0" indent="0">
              <a:buNone/>
              <a:defRPr sz="1025"/>
            </a:lvl1pPr>
            <a:lvl2pPr marL="292837" indent="0">
              <a:buNone/>
              <a:defRPr sz="897"/>
            </a:lvl2pPr>
            <a:lvl3pPr marL="585673" indent="0">
              <a:buNone/>
              <a:defRPr sz="769"/>
            </a:lvl3pPr>
            <a:lvl4pPr marL="878510" indent="0">
              <a:buNone/>
              <a:defRPr sz="641"/>
            </a:lvl4pPr>
            <a:lvl5pPr marL="1171346" indent="0">
              <a:buNone/>
              <a:defRPr sz="641"/>
            </a:lvl5pPr>
            <a:lvl6pPr marL="1464183" indent="0">
              <a:buNone/>
              <a:defRPr sz="641"/>
            </a:lvl6pPr>
            <a:lvl7pPr marL="1757020" indent="0">
              <a:buNone/>
              <a:defRPr sz="641"/>
            </a:lvl7pPr>
            <a:lvl8pPr marL="2049856" indent="0">
              <a:buNone/>
              <a:defRPr sz="641"/>
            </a:lvl8pPr>
            <a:lvl9pPr marL="2342693" indent="0">
              <a:buNone/>
              <a:defRPr sz="64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229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292841"/>
            <a:ext cx="4063824" cy="1024943"/>
          </a:xfrm>
        </p:spPr>
        <p:txBody>
          <a:bodyPr anchor="b"/>
          <a:lstStyle>
            <a:lvl1pPr>
              <a:defRPr sz="2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632455"/>
            <a:ext cx="6378744" cy="3121602"/>
          </a:xfrm>
        </p:spPr>
        <p:txBody>
          <a:bodyPr anchor="t"/>
          <a:lstStyle>
            <a:lvl1pPr marL="0" indent="0">
              <a:buNone/>
              <a:defRPr sz="2050"/>
            </a:lvl1pPr>
            <a:lvl2pPr marL="292837" indent="0">
              <a:buNone/>
              <a:defRPr sz="1793"/>
            </a:lvl2pPr>
            <a:lvl3pPr marL="585673" indent="0">
              <a:buNone/>
              <a:defRPr sz="1537"/>
            </a:lvl3pPr>
            <a:lvl4pPr marL="878510" indent="0">
              <a:buNone/>
              <a:defRPr sz="1281"/>
            </a:lvl4pPr>
            <a:lvl5pPr marL="1171346" indent="0">
              <a:buNone/>
              <a:defRPr sz="1281"/>
            </a:lvl5pPr>
            <a:lvl6pPr marL="1464183" indent="0">
              <a:buNone/>
              <a:defRPr sz="1281"/>
            </a:lvl6pPr>
            <a:lvl7pPr marL="1757020" indent="0">
              <a:buNone/>
              <a:defRPr sz="1281"/>
            </a:lvl7pPr>
            <a:lvl8pPr marL="2049856" indent="0">
              <a:buNone/>
              <a:defRPr sz="1281"/>
            </a:lvl8pPr>
            <a:lvl9pPr marL="2342693" indent="0">
              <a:buNone/>
              <a:defRPr sz="128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317784"/>
            <a:ext cx="4063824" cy="2441358"/>
          </a:xfrm>
        </p:spPr>
        <p:txBody>
          <a:bodyPr/>
          <a:lstStyle>
            <a:lvl1pPr marL="0" indent="0">
              <a:buNone/>
              <a:defRPr sz="1025"/>
            </a:lvl1pPr>
            <a:lvl2pPr marL="292837" indent="0">
              <a:buNone/>
              <a:defRPr sz="897"/>
            </a:lvl2pPr>
            <a:lvl3pPr marL="585673" indent="0">
              <a:buNone/>
              <a:defRPr sz="769"/>
            </a:lvl3pPr>
            <a:lvl4pPr marL="878510" indent="0">
              <a:buNone/>
              <a:defRPr sz="641"/>
            </a:lvl4pPr>
            <a:lvl5pPr marL="1171346" indent="0">
              <a:buNone/>
              <a:defRPr sz="641"/>
            </a:lvl5pPr>
            <a:lvl6pPr marL="1464183" indent="0">
              <a:buNone/>
              <a:defRPr sz="641"/>
            </a:lvl6pPr>
            <a:lvl7pPr marL="1757020" indent="0">
              <a:buNone/>
              <a:defRPr sz="641"/>
            </a:lvl7pPr>
            <a:lvl8pPr marL="2049856" indent="0">
              <a:buNone/>
              <a:defRPr sz="641"/>
            </a:lvl8pPr>
            <a:lvl9pPr marL="2342693" indent="0">
              <a:buNone/>
              <a:defRPr sz="64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618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7800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233866"/>
            <a:ext cx="2716872" cy="372253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233866"/>
            <a:ext cx="7993117" cy="372253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422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83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233867"/>
            <a:ext cx="10867490" cy="84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169330"/>
            <a:ext cx="10867490" cy="2787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4071302"/>
            <a:ext cx="2834997" cy="233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4071302"/>
            <a:ext cx="4252496" cy="233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4071302"/>
            <a:ext cx="2834997" cy="2338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70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</p:sldLayoutIdLst>
  <p:hf sldNum="0" hdr="0" ftr="0" dt="0"/>
  <p:txStyles>
    <p:titleStyle>
      <a:lvl1pPr algn="l" defTabSz="585673" rtl="0" eaLnBrk="1" latinLnBrk="0" hangingPunct="1">
        <a:lnSpc>
          <a:spcPct val="90000"/>
        </a:lnSpc>
        <a:spcBef>
          <a:spcPct val="0"/>
        </a:spcBef>
        <a:buNone/>
        <a:defRPr sz="28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6418" indent="-146418" algn="l" defTabSz="585673" rtl="0" eaLnBrk="1" latinLnBrk="0" hangingPunct="1">
        <a:lnSpc>
          <a:spcPct val="90000"/>
        </a:lnSpc>
        <a:spcBef>
          <a:spcPts val="641"/>
        </a:spcBef>
        <a:buFont typeface="Arial" panose="020B0604020202020204" pitchFamily="34" charset="0"/>
        <a:buChar char="•"/>
        <a:defRPr sz="1793" kern="1200">
          <a:solidFill>
            <a:schemeClr val="tx1"/>
          </a:solidFill>
          <a:latin typeface="+mn-lt"/>
          <a:ea typeface="+mn-ea"/>
          <a:cs typeface="+mn-cs"/>
        </a:defRPr>
      </a:lvl1pPr>
      <a:lvl2pPr marL="439255" indent="-146418" algn="l" defTabSz="585673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537" kern="1200">
          <a:solidFill>
            <a:schemeClr val="tx1"/>
          </a:solidFill>
          <a:latin typeface="+mn-lt"/>
          <a:ea typeface="+mn-ea"/>
          <a:cs typeface="+mn-cs"/>
        </a:defRPr>
      </a:lvl2pPr>
      <a:lvl3pPr marL="732092" indent="-146418" algn="l" defTabSz="585673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281" kern="1200">
          <a:solidFill>
            <a:schemeClr val="tx1"/>
          </a:solidFill>
          <a:latin typeface="+mn-lt"/>
          <a:ea typeface="+mn-ea"/>
          <a:cs typeface="+mn-cs"/>
        </a:defRPr>
      </a:lvl3pPr>
      <a:lvl4pPr marL="1024928" indent="-146418" algn="l" defTabSz="585673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3" kern="1200">
          <a:solidFill>
            <a:schemeClr val="tx1"/>
          </a:solidFill>
          <a:latin typeface="+mn-lt"/>
          <a:ea typeface="+mn-ea"/>
          <a:cs typeface="+mn-cs"/>
        </a:defRPr>
      </a:lvl4pPr>
      <a:lvl5pPr marL="1317765" indent="-146418" algn="l" defTabSz="585673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3" kern="1200">
          <a:solidFill>
            <a:schemeClr val="tx1"/>
          </a:solidFill>
          <a:latin typeface="+mn-lt"/>
          <a:ea typeface="+mn-ea"/>
          <a:cs typeface="+mn-cs"/>
        </a:defRPr>
      </a:lvl5pPr>
      <a:lvl6pPr marL="1610601" indent="-146418" algn="l" defTabSz="585673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3" kern="1200">
          <a:solidFill>
            <a:schemeClr val="tx1"/>
          </a:solidFill>
          <a:latin typeface="+mn-lt"/>
          <a:ea typeface="+mn-ea"/>
          <a:cs typeface="+mn-cs"/>
        </a:defRPr>
      </a:lvl6pPr>
      <a:lvl7pPr marL="1903438" indent="-146418" algn="l" defTabSz="585673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3" kern="1200">
          <a:solidFill>
            <a:schemeClr val="tx1"/>
          </a:solidFill>
          <a:latin typeface="+mn-lt"/>
          <a:ea typeface="+mn-ea"/>
          <a:cs typeface="+mn-cs"/>
        </a:defRPr>
      </a:lvl7pPr>
      <a:lvl8pPr marL="2196275" indent="-146418" algn="l" defTabSz="585673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3" kern="1200">
          <a:solidFill>
            <a:schemeClr val="tx1"/>
          </a:solidFill>
          <a:latin typeface="+mn-lt"/>
          <a:ea typeface="+mn-ea"/>
          <a:cs typeface="+mn-cs"/>
        </a:defRPr>
      </a:lvl8pPr>
      <a:lvl9pPr marL="2489111" indent="-146418" algn="l" defTabSz="585673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5673" rtl="0" eaLnBrk="1" latinLnBrk="0" hangingPunct="1">
        <a:defRPr sz="1153" kern="1200">
          <a:solidFill>
            <a:schemeClr val="tx1"/>
          </a:solidFill>
          <a:latin typeface="+mn-lt"/>
          <a:ea typeface="+mn-ea"/>
          <a:cs typeface="+mn-cs"/>
        </a:defRPr>
      </a:lvl1pPr>
      <a:lvl2pPr marL="292837" algn="l" defTabSz="585673" rtl="0" eaLnBrk="1" latinLnBrk="0" hangingPunct="1">
        <a:defRPr sz="1153" kern="1200">
          <a:solidFill>
            <a:schemeClr val="tx1"/>
          </a:solidFill>
          <a:latin typeface="+mn-lt"/>
          <a:ea typeface="+mn-ea"/>
          <a:cs typeface="+mn-cs"/>
        </a:defRPr>
      </a:lvl2pPr>
      <a:lvl3pPr marL="585673" algn="l" defTabSz="585673" rtl="0" eaLnBrk="1" latinLnBrk="0" hangingPunct="1">
        <a:defRPr sz="1153" kern="1200">
          <a:solidFill>
            <a:schemeClr val="tx1"/>
          </a:solidFill>
          <a:latin typeface="+mn-lt"/>
          <a:ea typeface="+mn-ea"/>
          <a:cs typeface="+mn-cs"/>
        </a:defRPr>
      </a:lvl3pPr>
      <a:lvl4pPr marL="878510" algn="l" defTabSz="585673" rtl="0" eaLnBrk="1" latinLnBrk="0" hangingPunct="1">
        <a:defRPr sz="1153" kern="1200">
          <a:solidFill>
            <a:schemeClr val="tx1"/>
          </a:solidFill>
          <a:latin typeface="+mn-lt"/>
          <a:ea typeface="+mn-ea"/>
          <a:cs typeface="+mn-cs"/>
        </a:defRPr>
      </a:lvl4pPr>
      <a:lvl5pPr marL="1171346" algn="l" defTabSz="585673" rtl="0" eaLnBrk="1" latinLnBrk="0" hangingPunct="1">
        <a:defRPr sz="1153" kern="1200">
          <a:solidFill>
            <a:schemeClr val="tx1"/>
          </a:solidFill>
          <a:latin typeface="+mn-lt"/>
          <a:ea typeface="+mn-ea"/>
          <a:cs typeface="+mn-cs"/>
        </a:defRPr>
      </a:lvl5pPr>
      <a:lvl6pPr marL="1464183" algn="l" defTabSz="585673" rtl="0" eaLnBrk="1" latinLnBrk="0" hangingPunct="1">
        <a:defRPr sz="1153" kern="1200">
          <a:solidFill>
            <a:schemeClr val="tx1"/>
          </a:solidFill>
          <a:latin typeface="+mn-lt"/>
          <a:ea typeface="+mn-ea"/>
          <a:cs typeface="+mn-cs"/>
        </a:defRPr>
      </a:lvl6pPr>
      <a:lvl7pPr marL="1757020" algn="l" defTabSz="585673" rtl="0" eaLnBrk="1" latinLnBrk="0" hangingPunct="1">
        <a:defRPr sz="1153" kern="1200">
          <a:solidFill>
            <a:schemeClr val="tx1"/>
          </a:solidFill>
          <a:latin typeface="+mn-lt"/>
          <a:ea typeface="+mn-ea"/>
          <a:cs typeface="+mn-cs"/>
        </a:defRPr>
      </a:lvl7pPr>
      <a:lvl8pPr marL="2049856" algn="l" defTabSz="585673" rtl="0" eaLnBrk="1" latinLnBrk="0" hangingPunct="1">
        <a:defRPr sz="1153" kern="1200">
          <a:solidFill>
            <a:schemeClr val="tx1"/>
          </a:solidFill>
          <a:latin typeface="+mn-lt"/>
          <a:ea typeface="+mn-ea"/>
          <a:cs typeface="+mn-cs"/>
        </a:defRPr>
      </a:lvl8pPr>
      <a:lvl9pPr marL="2342693" algn="l" defTabSz="585673" rtl="0" eaLnBrk="1" latinLnBrk="0" hangingPunct="1">
        <a:defRPr sz="11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Freihandform: Form 1348">
            <a:extLst>
              <a:ext uri="{FF2B5EF4-FFF2-40B4-BE49-F238E27FC236}">
                <a16:creationId xmlns:a16="http://schemas.microsoft.com/office/drawing/2014/main" id="{06550D1A-9D63-AAA3-9B6B-88DEE980E060}"/>
              </a:ext>
            </a:extLst>
          </p:cNvPr>
          <p:cNvSpPr/>
          <p:nvPr/>
        </p:nvSpPr>
        <p:spPr>
          <a:xfrm>
            <a:off x="799907" y="770379"/>
            <a:ext cx="2856126" cy="2852880"/>
          </a:xfrm>
          <a:custGeom>
            <a:avLst/>
            <a:gdLst>
              <a:gd name="csX0" fmla="*/ -64 w 2588567"/>
              <a:gd name="csY0" fmla="*/ -24 h 2585626"/>
              <a:gd name="csX1" fmla="*/ 2588504 w 2588567"/>
              <a:gd name="csY1" fmla="*/ -24 h 2585626"/>
              <a:gd name="csX2" fmla="*/ 2588504 w 2588567"/>
              <a:gd name="csY2" fmla="*/ 2585602 h 2585626"/>
              <a:gd name="csX3" fmla="*/ -64 w 2588567"/>
              <a:gd name="csY3" fmla="*/ 2585602 h 2585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88567" h="2585626">
                <a:moveTo>
                  <a:pt x="-64" y="-24"/>
                </a:moveTo>
                <a:lnTo>
                  <a:pt x="2588504" y="-24"/>
                </a:lnTo>
                <a:lnTo>
                  <a:pt x="2588504" y="2585602"/>
                </a:lnTo>
                <a:lnTo>
                  <a:pt x="-64" y="258560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0" name="Freihandform: Form 1349">
            <a:extLst>
              <a:ext uri="{FF2B5EF4-FFF2-40B4-BE49-F238E27FC236}">
                <a16:creationId xmlns:a16="http://schemas.microsoft.com/office/drawing/2014/main" id="{9F3A9D8F-8745-630A-07A0-A62C20682C37}"/>
              </a:ext>
            </a:extLst>
          </p:cNvPr>
          <p:cNvSpPr/>
          <p:nvPr/>
        </p:nvSpPr>
        <p:spPr>
          <a:xfrm>
            <a:off x="854808" y="825272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FFFFFF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1" name="Freihandform: Form 1350">
            <a:extLst>
              <a:ext uri="{FF2B5EF4-FFF2-40B4-BE49-F238E27FC236}">
                <a16:creationId xmlns:a16="http://schemas.microsoft.com/office/drawing/2014/main" id="{A7F43E81-484E-8D9C-BB83-8BAE09C58617}"/>
              </a:ext>
            </a:extLst>
          </p:cNvPr>
          <p:cNvSpPr/>
          <p:nvPr/>
        </p:nvSpPr>
        <p:spPr>
          <a:xfrm>
            <a:off x="1404094" y="825272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F5BAAC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2" name="Freihandform: Form 1351">
            <a:extLst>
              <a:ext uri="{FF2B5EF4-FFF2-40B4-BE49-F238E27FC236}">
                <a16:creationId xmlns:a16="http://schemas.microsoft.com/office/drawing/2014/main" id="{C56650D3-28AE-E83C-8B22-1217F37FBA01}"/>
              </a:ext>
            </a:extLst>
          </p:cNvPr>
          <p:cNvSpPr/>
          <p:nvPr/>
        </p:nvSpPr>
        <p:spPr>
          <a:xfrm>
            <a:off x="1953327" y="825272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EDA08E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3" name="Freihandform: Form 1352">
            <a:extLst>
              <a:ext uri="{FF2B5EF4-FFF2-40B4-BE49-F238E27FC236}">
                <a16:creationId xmlns:a16="http://schemas.microsoft.com/office/drawing/2014/main" id="{2154283E-3D66-F3FC-CA06-D2C423E3A40C}"/>
              </a:ext>
            </a:extLst>
          </p:cNvPr>
          <p:cNvSpPr/>
          <p:nvPr/>
        </p:nvSpPr>
        <p:spPr>
          <a:xfrm>
            <a:off x="2502614" y="825272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D96B54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4" name="Freihandform: Form 1353">
            <a:extLst>
              <a:ext uri="{FF2B5EF4-FFF2-40B4-BE49-F238E27FC236}">
                <a16:creationId xmlns:a16="http://schemas.microsoft.com/office/drawing/2014/main" id="{1BE50CF6-C6A7-283F-824D-F62ADF80A7F9}"/>
              </a:ext>
            </a:extLst>
          </p:cNvPr>
          <p:cNvSpPr/>
          <p:nvPr/>
        </p:nvSpPr>
        <p:spPr>
          <a:xfrm>
            <a:off x="3051845" y="825272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DE755F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5" name="Freihandform: Form 1354">
            <a:extLst>
              <a:ext uri="{FF2B5EF4-FFF2-40B4-BE49-F238E27FC236}">
                <a16:creationId xmlns:a16="http://schemas.microsoft.com/office/drawing/2014/main" id="{882E6E45-D900-36BF-37F2-500F4025ECD0}"/>
              </a:ext>
            </a:extLst>
          </p:cNvPr>
          <p:cNvSpPr/>
          <p:nvPr/>
        </p:nvSpPr>
        <p:spPr>
          <a:xfrm>
            <a:off x="854808" y="1373935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F5BAAC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6" name="Freihandform: Form 1355">
            <a:extLst>
              <a:ext uri="{FF2B5EF4-FFF2-40B4-BE49-F238E27FC236}">
                <a16:creationId xmlns:a16="http://schemas.microsoft.com/office/drawing/2014/main" id="{3400A2E4-D581-2C73-EB90-D9E9DDF679F4}"/>
              </a:ext>
            </a:extLst>
          </p:cNvPr>
          <p:cNvSpPr/>
          <p:nvPr/>
        </p:nvSpPr>
        <p:spPr>
          <a:xfrm>
            <a:off x="1404094" y="1373935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FFFFFF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7" name="Freihandform: Form 1356">
            <a:extLst>
              <a:ext uri="{FF2B5EF4-FFF2-40B4-BE49-F238E27FC236}">
                <a16:creationId xmlns:a16="http://schemas.microsoft.com/office/drawing/2014/main" id="{140EAFF8-3F4E-C776-18CC-DB489798277A}"/>
              </a:ext>
            </a:extLst>
          </p:cNvPr>
          <p:cNvSpPr/>
          <p:nvPr/>
        </p:nvSpPr>
        <p:spPr>
          <a:xfrm>
            <a:off x="1953327" y="1373935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F1AC9C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8" name="Freihandform: Form 1357">
            <a:extLst>
              <a:ext uri="{FF2B5EF4-FFF2-40B4-BE49-F238E27FC236}">
                <a16:creationId xmlns:a16="http://schemas.microsoft.com/office/drawing/2014/main" id="{588E5140-782F-5B2F-F946-0FF981EF8105}"/>
              </a:ext>
            </a:extLst>
          </p:cNvPr>
          <p:cNvSpPr/>
          <p:nvPr/>
        </p:nvSpPr>
        <p:spPr>
          <a:xfrm>
            <a:off x="2502614" y="1373935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CD4F39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9" name="Freihandform: Form 1358">
            <a:extLst>
              <a:ext uri="{FF2B5EF4-FFF2-40B4-BE49-F238E27FC236}">
                <a16:creationId xmlns:a16="http://schemas.microsoft.com/office/drawing/2014/main" id="{E69189A0-9B9A-207D-8ACE-FC8749C62FCB}"/>
              </a:ext>
            </a:extLst>
          </p:cNvPr>
          <p:cNvSpPr/>
          <p:nvPr/>
        </p:nvSpPr>
        <p:spPr>
          <a:xfrm>
            <a:off x="3051845" y="1373935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D6634C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0" name="Freihandform: Form 1359">
            <a:extLst>
              <a:ext uri="{FF2B5EF4-FFF2-40B4-BE49-F238E27FC236}">
                <a16:creationId xmlns:a16="http://schemas.microsoft.com/office/drawing/2014/main" id="{AFD3B45A-2CB0-C2A5-B514-C0FF908C4B07}"/>
              </a:ext>
            </a:extLst>
          </p:cNvPr>
          <p:cNvSpPr/>
          <p:nvPr/>
        </p:nvSpPr>
        <p:spPr>
          <a:xfrm>
            <a:off x="854808" y="1922542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EDA08E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1" name="Freihandform: Form 1360">
            <a:extLst>
              <a:ext uri="{FF2B5EF4-FFF2-40B4-BE49-F238E27FC236}">
                <a16:creationId xmlns:a16="http://schemas.microsoft.com/office/drawing/2014/main" id="{6D139F06-B69C-9D3B-BBB7-B7B225A720D7}"/>
              </a:ext>
            </a:extLst>
          </p:cNvPr>
          <p:cNvSpPr/>
          <p:nvPr/>
        </p:nvSpPr>
        <p:spPr>
          <a:xfrm>
            <a:off x="1404094" y="1922542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F1AC9C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2" name="Freihandform: Form 1361">
            <a:extLst>
              <a:ext uri="{FF2B5EF4-FFF2-40B4-BE49-F238E27FC236}">
                <a16:creationId xmlns:a16="http://schemas.microsoft.com/office/drawing/2014/main" id="{F884CEB5-9D27-4303-C21D-8DF1EE6FF034}"/>
              </a:ext>
            </a:extLst>
          </p:cNvPr>
          <p:cNvSpPr/>
          <p:nvPr/>
        </p:nvSpPr>
        <p:spPr>
          <a:xfrm>
            <a:off x="1953327" y="1922542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FFFFFF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3" name="Freihandform: Form 1362">
            <a:extLst>
              <a:ext uri="{FF2B5EF4-FFF2-40B4-BE49-F238E27FC236}">
                <a16:creationId xmlns:a16="http://schemas.microsoft.com/office/drawing/2014/main" id="{196C473C-0292-624C-7988-BFAD5FA694DD}"/>
              </a:ext>
            </a:extLst>
          </p:cNvPr>
          <p:cNvSpPr/>
          <p:nvPr/>
        </p:nvSpPr>
        <p:spPr>
          <a:xfrm>
            <a:off x="2502614" y="1922542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DD735D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4" name="Freihandform: Form 1363">
            <a:extLst>
              <a:ext uri="{FF2B5EF4-FFF2-40B4-BE49-F238E27FC236}">
                <a16:creationId xmlns:a16="http://schemas.microsoft.com/office/drawing/2014/main" id="{ADACCE28-CA26-F4B0-F6A8-079C48E1A242}"/>
              </a:ext>
            </a:extLst>
          </p:cNvPr>
          <p:cNvSpPr/>
          <p:nvPr/>
        </p:nvSpPr>
        <p:spPr>
          <a:xfrm>
            <a:off x="3051845" y="1922542"/>
            <a:ext cx="549232" cy="548607"/>
          </a:xfrm>
          <a:custGeom>
            <a:avLst/>
            <a:gdLst>
              <a:gd name="csX0" fmla="*/ 273 w 497780"/>
              <a:gd name="csY0" fmla="*/ -370 h 497214"/>
              <a:gd name="csX1" fmla="*/ 498053 w 497780"/>
              <a:gd name="csY1" fmla="*/ -370 h 497214"/>
              <a:gd name="csX2" fmla="*/ 498053 w 497780"/>
              <a:gd name="csY2" fmla="*/ 496845 h 497214"/>
              <a:gd name="csX3" fmla="*/ 273 w 497780"/>
              <a:gd name="csY3" fmla="*/ 496845 h 497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4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D86952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5" name="Freihandform: Form 1364">
            <a:extLst>
              <a:ext uri="{FF2B5EF4-FFF2-40B4-BE49-F238E27FC236}">
                <a16:creationId xmlns:a16="http://schemas.microsoft.com/office/drawing/2014/main" id="{B92803F7-F1D2-9C96-EFFA-12A12EBEA3F6}"/>
              </a:ext>
            </a:extLst>
          </p:cNvPr>
          <p:cNvSpPr/>
          <p:nvPr/>
        </p:nvSpPr>
        <p:spPr>
          <a:xfrm>
            <a:off x="854808" y="2471150"/>
            <a:ext cx="549232" cy="548608"/>
          </a:xfrm>
          <a:custGeom>
            <a:avLst/>
            <a:gdLst>
              <a:gd name="csX0" fmla="*/ 273 w 497780"/>
              <a:gd name="csY0" fmla="*/ -370 h 497215"/>
              <a:gd name="csX1" fmla="*/ 498053 w 497780"/>
              <a:gd name="csY1" fmla="*/ -370 h 497215"/>
              <a:gd name="csX2" fmla="*/ 498053 w 497780"/>
              <a:gd name="csY2" fmla="*/ 496845 h 497215"/>
              <a:gd name="csX3" fmla="*/ 273 w 497780"/>
              <a:gd name="csY3" fmla="*/ 496845 h 497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5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D96B54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6" name="Freihandform: Form 1365">
            <a:extLst>
              <a:ext uri="{FF2B5EF4-FFF2-40B4-BE49-F238E27FC236}">
                <a16:creationId xmlns:a16="http://schemas.microsoft.com/office/drawing/2014/main" id="{9AF6E31C-25F5-824F-61DB-F954B0C7659F}"/>
              </a:ext>
            </a:extLst>
          </p:cNvPr>
          <p:cNvSpPr/>
          <p:nvPr/>
        </p:nvSpPr>
        <p:spPr>
          <a:xfrm>
            <a:off x="1404094" y="2471150"/>
            <a:ext cx="549232" cy="548608"/>
          </a:xfrm>
          <a:custGeom>
            <a:avLst/>
            <a:gdLst>
              <a:gd name="csX0" fmla="*/ 273 w 497780"/>
              <a:gd name="csY0" fmla="*/ -370 h 497215"/>
              <a:gd name="csX1" fmla="*/ 498053 w 497780"/>
              <a:gd name="csY1" fmla="*/ -370 h 497215"/>
              <a:gd name="csX2" fmla="*/ 498053 w 497780"/>
              <a:gd name="csY2" fmla="*/ 496845 h 497215"/>
              <a:gd name="csX3" fmla="*/ 273 w 497780"/>
              <a:gd name="csY3" fmla="*/ 496845 h 497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5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CD4F39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7" name="Freihandform: Form 1366">
            <a:extLst>
              <a:ext uri="{FF2B5EF4-FFF2-40B4-BE49-F238E27FC236}">
                <a16:creationId xmlns:a16="http://schemas.microsoft.com/office/drawing/2014/main" id="{B7C0F00A-15A1-5574-2CFD-717AE281E1C1}"/>
              </a:ext>
            </a:extLst>
          </p:cNvPr>
          <p:cNvSpPr/>
          <p:nvPr/>
        </p:nvSpPr>
        <p:spPr>
          <a:xfrm>
            <a:off x="1953327" y="2471150"/>
            <a:ext cx="549232" cy="548608"/>
          </a:xfrm>
          <a:custGeom>
            <a:avLst/>
            <a:gdLst>
              <a:gd name="csX0" fmla="*/ 273 w 497780"/>
              <a:gd name="csY0" fmla="*/ -370 h 497215"/>
              <a:gd name="csX1" fmla="*/ 498053 w 497780"/>
              <a:gd name="csY1" fmla="*/ -370 h 497215"/>
              <a:gd name="csX2" fmla="*/ 498053 w 497780"/>
              <a:gd name="csY2" fmla="*/ 496845 h 497215"/>
              <a:gd name="csX3" fmla="*/ 273 w 497780"/>
              <a:gd name="csY3" fmla="*/ 496845 h 497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5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DD735D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8" name="Freihandform: Form 1367">
            <a:extLst>
              <a:ext uri="{FF2B5EF4-FFF2-40B4-BE49-F238E27FC236}">
                <a16:creationId xmlns:a16="http://schemas.microsoft.com/office/drawing/2014/main" id="{B715E721-66A9-10BC-FFC8-76C5545DA60A}"/>
              </a:ext>
            </a:extLst>
          </p:cNvPr>
          <p:cNvSpPr/>
          <p:nvPr/>
        </p:nvSpPr>
        <p:spPr>
          <a:xfrm>
            <a:off x="2502614" y="2471150"/>
            <a:ext cx="549232" cy="548608"/>
          </a:xfrm>
          <a:custGeom>
            <a:avLst/>
            <a:gdLst>
              <a:gd name="csX0" fmla="*/ 273 w 497780"/>
              <a:gd name="csY0" fmla="*/ -370 h 497215"/>
              <a:gd name="csX1" fmla="*/ 498053 w 497780"/>
              <a:gd name="csY1" fmla="*/ -370 h 497215"/>
              <a:gd name="csX2" fmla="*/ 498053 w 497780"/>
              <a:gd name="csY2" fmla="*/ 496845 h 497215"/>
              <a:gd name="csX3" fmla="*/ 273 w 497780"/>
              <a:gd name="csY3" fmla="*/ 496845 h 497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5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FFFFFF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9" name="Freihandform: Form 1368">
            <a:extLst>
              <a:ext uri="{FF2B5EF4-FFF2-40B4-BE49-F238E27FC236}">
                <a16:creationId xmlns:a16="http://schemas.microsoft.com/office/drawing/2014/main" id="{1E88BD8B-4577-27C4-79CC-D85A42485991}"/>
              </a:ext>
            </a:extLst>
          </p:cNvPr>
          <p:cNvSpPr/>
          <p:nvPr/>
        </p:nvSpPr>
        <p:spPr>
          <a:xfrm>
            <a:off x="3051845" y="2471150"/>
            <a:ext cx="549232" cy="548608"/>
          </a:xfrm>
          <a:custGeom>
            <a:avLst/>
            <a:gdLst>
              <a:gd name="csX0" fmla="*/ 273 w 497780"/>
              <a:gd name="csY0" fmla="*/ -370 h 497215"/>
              <a:gd name="csX1" fmla="*/ 498053 w 497780"/>
              <a:gd name="csY1" fmla="*/ -370 h 497215"/>
              <a:gd name="csX2" fmla="*/ 498053 w 497780"/>
              <a:gd name="csY2" fmla="*/ 496845 h 497215"/>
              <a:gd name="csX3" fmla="*/ 273 w 497780"/>
              <a:gd name="csY3" fmla="*/ 496845 h 497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5">
                <a:moveTo>
                  <a:pt x="273" y="-370"/>
                </a:moveTo>
                <a:lnTo>
                  <a:pt x="498053" y="-370"/>
                </a:lnTo>
                <a:lnTo>
                  <a:pt x="498053" y="496845"/>
                </a:lnTo>
                <a:lnTo>
                  <a:pt x="273" y="496845"/>
                </a:lnTo>
                <a:close/>
              </a:path>
            </a:pathLst>
          </a:custGeom>
          <a:solidFill>
            <a:srgbClr val="F4B6A7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70" name="Freihandform: Form 1369">
            <a:extLst>
              <a:ext uri="{FF2B5EF4-FFF2-40B4-BE49-F238E27FC236}">
                <a16:creationId xmlns:a16="http://schemas.microsoft.com/office/drawing/2014/main" id="{19732012-C459-0E3B-ABE0-09D78DBAEEFE}"/>
              </a:ext>
            </a:extLst>
          </p:cNvPr>
          <p:cNvSpPr/>
          <p:nvPr/>
        </p:nvSpPr>
        <p:spPr>
          <a:xfrm>
            <a:off x="854808" y="3019812"/>
            <a:ext cx="549232" cy="548608"/>
          </a:xfrm>
          <a:custGeom>
            <a:avLst/>
            <a:gdLst>
              <a:gd name="csX0" fmla="*/ 273 w 497780"/>
              <a:gd name="csY0" fmla="*/ -370 h 497215"/>
              <a:gd name="csX1" fmla="*/ 498053 w 497780"/>
              <a:gd name="csY1" fmla="*/ -370 h 497215"/>
              <a:gd name="csX2" fmla="*/ 498053 w 497780"/>
              <a:gd name="csY2" fmla="*/ 496846 h 497215"/>
              <a:gd name="csX3" fmla="*/ 273 w 497780"/>
              <a:gd name="csY3" fmla="*/ 496846 h 497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5">
                <a:moveTo>
                  <a:pt x="273" y="-370"/>
                </a:moveTo>
                <a:lnTo>
                  <a:pt x="498053" y="-370"/>
                </a:lnTo>
                <a:lnTo>
                  <a:pt x="498053" y="496846"/>
                </a:lnTo>
                <a:lnTo>
                  <a:pt x="273" y="496846"/>
                </a:lnTo>
                <a:close/>
              </a:path>
            </a:pathLst>
          </a:custGeom>
          <a:solidFill>
            <a:srgbClr val="DE755F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71" name="Freihandform: Form 1370">
            <a:extLst>
              <a:ext uri="{FF2B5EF4-FFF2-40B4-BE49-F238E27FC236}">
                <a16:creationId xmlns:a16="http://schemas.microsoft.com/office/drawing/2014/main" id="{1A58E768-7F93-A0DA-E9F4-E26462381AC0}"/>
              </a:ext>
            </a:extLst>
          </p:cNvPr>
          <p:cNvSpPr/>
          <p:nvPr/>
        </p:nvSpPr>
        <p:spPr>
          <a:xfrm>
            <a:off x="1404094" y="3019812"/>
            <a:ext cx="549232" cy="548608"/>
          </a:xfrm>
          <a:custGeom>
            <a:avLst/>
            <a:gdLst>
              <a:gd name="csX0" fmla="*/ 273 w 497780"/>
              <a:gd name="csY0" fmla="*/ -370 h 497215"/>
              <a:gd name="csX1" fmla="*/ 498053 w 497780"/>
              <a:gd name="csY1" fmla="*/ -370 h 497215"/>
              <a:gd name="csX2" fmla="*/ 498053 w 497780"/>
              <a:gd name="csY2" fmla="*/ 496846 h 497215"/>
              <a:gd name="csX3" fmla="*/ 273 w 497780"/>
              <a:gd name="csY3" fmla="*/ 496846 h 497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5">
                <a:moveTo>
                  <a:pt x="273" y="-370"/>
                </a:moveTo>
                <a:lnTo>
                  <a:pt x="498053" y="-370"/>
                </a:lnTo>
                <a:lnTo>
                  <a:pt x="498053" y="496846"/>
                </a:lnTo>
                <a:lnTo>
                  <a:pt x="273" y="496846"/>
                </a:lnTo>
                <a:close/>
              </a:path>
            </a:pathLst>
          </a:custGeom>
          <a:solidFill>
            <a:srgbClr val="D6634C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72" name="Freihandform: Form 1371">
            <a:extLst>
              <a:ext uri="{FF2B5EF4-FFF2-40B4-BE49-F238E27FC236}">
                <a16:creationId xmlns:a16="http://schemas.microsoft.com/office/drawing/2014/main" id="{324E0770-BFED-7074-350F-365D6D686B28}"/>
              </a:ext>
            </a:extLst>
          </p:cNvPr>
          <p:cNvSpPr/>
          <p:nvPr/>
        </p:nvSpPr>
        <p:spPr>
          <a:xfrm>
            <a:off x="1953327" y="3019812"/>
            <a:ext cx="549232" cy="548608"/>
          </a:xfrm>
          <a:custGeom>
            <a:avLst/>
            <a:gdLst>
              <a:gd name="csX0" fmla="*/ 273 w 497780"/>
              <a:gd name="csY0" fmla="*/ -370 h 497215"/>
              <a:gd name="csX1" fmla="*/ 498053 w 497780"/>
              <a:gd name="csY1" fmla="*/ -370 h 497215"/>
              <a:gd name="csX2" fmla="*/ 498053 w 497780"/>
              <a:gd name="csY2" fmla="*/ 496846 h 497215"/>
              <a:gd name="csX3" fmla="*/ 273 w 497780"/>
              <a:gd name="csY3" fmla="*/ 496846 h 497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5">
                <a:moveTo>
                  <a:pt x="273" y="-370"/>
                </a:moveTo>
                <a:lnTo>
                  <a:pt x="498053" y="-370"/>
                </a:lnTo>
                <a:lnTo>
                  <a:pt x="498053" y="496846"/>
                </a:lnTo>
                <a:lnTo>
                  <a:pt x="273" y="496846"/>
                </a:lnTo>
                <a:close/>
              </a:path>
            </a:pathLst>
          </a:custGeom>
          <a:solidFill>
            <a:srgbClr val="D86952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73" name="Freihandform: Form 1372">
            <a:extLst>
              <a:ext uri="{FF2B5EF4-FFF2-40B4-BE49-F238E27FC236}">
                <a16:creationId xmlns:a16="http://schemas.microsoft.com/office/drawing/2014/main" id="{58A9CC86-F880-BB44-42C1-7638992078DF}"/>
              </a:ext>
            </a:extLst>
          </p:cNvPr>
          <p:cNvSpPr/>
          <p:nvPr/>
        </p:nvSpPr>
        <p:spPr>
          <a:xfrm>
            <a:off x="2502614" y="3019812"/>
            <a:ext cx="549232" cy="548608"/>
          </a:xfrm>
          <a:custGeom>
            <a:avLst/>
            <a:gdLst>
              <a:gd name="csX0" fmla="*/ 273 w 497780"/>
              <a:gd name="csY0" fmla="*/ -370 h 497215"/>
              <a:gd name="csX1" fmla="*/ 498053 w 497780"/>
              <a:gd name="csY1" fmla="*/ -370 h 497215"/>
              <a:gd name="csX2" fmla="*/ 498053 w 497780"/>
              <a:gd name="csY2" fmla="*/ 496846 h 497215"/>
              <a:gd name="csX3" fmla="*/ 273 w 497780"/>
              <a:gd name="csY3" fmla="*/ 496846 h 497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5">
                <a:moveTo>
                  <a:pt x="273" y="-370"/>
                </a:moveTo>
                <a:lnTo>
                  <a:pt x="498053" y="-370"/>
                </a:lnTo>
                <a:lnTo>
                  <a:pt x="498053" y="496846"/>
                </a:lnTo>
                <a:lnTo>
                  <a:pt x="273" y="496846"/>
                </a:lnTo>
                <a:close/>
              </a:path>
            </a:pathLst>
          </a:custGeom>
          <a:solidFill>
            <a:srgbClr val="F4B6A7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74" name="Freihandform: Form 1373">
            <a:extLst>
              <a:ext uri="{FF2B5EF4-FFF2-40B4-BE49-F238E27FC236}">
                <a16:creationId xmlns:a16="http://schemas.microsoft.com/office/drawing/2014/main" id="{A7072720-724F-5737-1AFA-F464C9E29CC5}"/>
              </a:ext>
            </a:extLst>
          </p:cNvPr>
          <p:cNvSpPr/>
          <p:nvPr/>
        </p:nvSpPr>
        <p:spPr>
          <a:xfrm>
            <a:off x="3051845" y="3019812"/>
            <a:ext cx="549232" cy="548608"/>
          </a:xfrm>
          <a:custGeom>
            <a:avLst/>
            <a:gdLst>
              <a:gd name="csX0" fmla="*/ 273 w 497780"/>
              <a:gd name="csY0" fmla="*/ -370 h 497215"/>
              <a:gd name="csX1" fmla="*/ 498053 w 497780"/>
              <a:gd name="csY1" fmla="*/ -370 h 497215"/>
              <a:gd name="csX2" fmla="*/ 498053 w 497780"/>
              <a:gd name="csY2" fmla="*/ 496846 h 497215"/>
              <a:gd name="csX3" fmla="*/ 273 w 497780"/>
              <a:gd name="csY3" fmla="*/ 496846 h 497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7780" h="497215">
                <a:moveTo>
                  <a:pt x="273" y="-370"/>
                </a:moveTo>
                <a:lnTo>
                  <a:pt x="498053" y="-370"/>
                </a:lnTo>
                <a:lnTo>
                  <a:pt x="498053" y="496846"/>
                </a:lnTo>
                <a:lnTo>
                  <a:pt x="273" y="496846"/>
                </a:lnTo>
                <a:close/>
              </a:path>
            </a:pathLst>
          </a:custGeom>
          <a:solidFill>
            <a:srgbClr val="FFFFFF"/>
          </a:solidFill>
          <a:ln w="6775" cap="flat">
            <a:solidFill>
              <a:srgbClr val="8C8C8C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75" name="Freihandform: Form 1374">
            <a:extLst>
              <a:ext uri="{FF2B5EF4-FFF2-40B4-BE49-F238E27FC236}">
                <a16:creationId xmlns:a16="http://schemas.microsoft.com/office/drawing/2014/main" id="{887AEC44-80B8-4E9B-2186-2FCAFB486141}"/>
              </a:ext>
            </a:extLst>
          </p:cNvPr>
          <p:cNvSpPr/>
          <p:nvPr/>
        </p:nvSpPr>
        <p:spPr>
          <a:xfrm>
            <a:off x="1082296" y="1027789"/>
            <a:ext cx="93052" cy="145434"/>
          </a:xfrm>
          <a:custGeom>
            <a:avLst/>
            <a:gdLst>
              <a:gd name="csX0" fmla="*/ 35 w 84335"/>
              <a:gd name="csY0" fmla="*/ 66041 h 131810"/>
              <a:gd name="csX1" fmla="*/ 4599 w 84335"/>
              <a:gd name="csY1" fmla="*/ 29173 h 131810"/>
              <a:gd name="csX2" fmla="*/ 18688 w 84335"/>
              <a:gd name="csY2" fmla="*/ 7568 h 131810"/>
              <a:gd name="csX3" fmla="*/ 42104 w 84335"/>
              <a:gd name="csY3" fmla="*/ 36 h 131810"/>
              <a:gd name="csX4" fmla="*/ 60360 w 84335"/>
              <a:gd name="csY4" fmla="*/ 4198 h 131810"/>
              <a:gd name="csX5" fmla="*/ 73258 w 84335"/>
              <a:gd name="csY5" fmla="*/ 16289 h 131810"/>
              <a:gd name="csX6" fmla="*/ 81394 w 84335"/>
              <a:gd name="csY6" fmla="*/ 35516 h 131810"/>
              <a:gd name="csX7" fmla="*/ 84371 w 84335"/>
              <a:gd name="csY7" fmla="*/ 66041 h 131810"/>
              <a:gd name="csX8" fmla="*/ 79608 w 84335"/>
              <a:gd name="csY8" fmla="*/ 102710 h 131810"/>
              <a:gd name="csX9" fmla="*/ 65519 w 84335"/>
              <a:gd name="csY9" fmla="*/ 124315 h 131810"/>
              <a:gd name="csX10" fmla="*/ 42104 w 84335"/>
              <a:gd name="csY10" fmla="*/ 131847 h 131810"/>
              <a:gd name="csX11" fmla="*/ 12735 w 84335"/>
              <a:gd name="csY11" fmla="*/ 118567 h 131810"/>
              <a:gd name="csX12" fmla="*/ 35 w 84335"/>
              <a:gd name="csY12" fmla="*/ 66041 h 131810"/>
              <a:gd name="csX13" fmla="*/ 16307 w 84335"/>
              <a:gd name="csY13" fmla="*/ 66041 h 131810"/>
              <a:gd name="csX14" fmla="*/ 23649 w 84335"/>
              <a:gd name="csY14" fmla="*/ 108260 h 131810"/>
              <a:gd name="csX15" fmla="*/ 42104 w 84335"/>
              <a:gd name="csY15" fmla="*/ 118765 h 131810"/>
              <a:gd name="csX16" fmla="*/ 60360 w 84335"/>
              <a:gd name="csY16" fmla="*/ 108260 h 131810"/>
              <a:gd name="csX17" fmla="*/ 67901 w 84335"/>
              <a:gd name="csY17" fmla="*/ 66041 h 131810"/>
              <a:gd name="csX18" fmla="*/ 60360 w 84335"/>
              <a:gd name="csY18" fmla="*/ 23623 h 131810"/>
              <a:gd name="csX19" fmla="*/ 41905 w 84335"/>
              <a:gd name="csY19" fmla="*/ 13118 h 131810"/>
              <a:gd name="csX20" fmla="*/ 24443 w 84335"/>
              <a:gd name="csY20" fmla="*/ 22434 h 131810"/>
              <a:gd name="csX21" fmla="*/ 16307 w 84335"/>
              <a:gd name="csY21" fmla="*/ 66041 h 13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84335" h="131810">
                <a:moveTo>
                  <a:pt x="35" y="66041"/>
                </a:moveTo>
                <a:cubicBezTo>
                  <a:pt x="35" y="50729"/>
                  <a:pt x="1523" y="38440"/>
                  <a:pt x="4599" y="29173"/>
                </a:cubicBezTo>
                <a:cubicBezTo>
                  <a:pt x="7774" y="19808"/>
                  <a:pt x="12437" y="12623"/>
                  <a:pt x="18688" y="7568"/>
                </a:cubicBezTo>
                <a:cubicBezTo>
                  <a:pt x="24889" y="2563"/>
                  <a:pt x="32678" y="36"/>
                  <a:pt x="42104" y="36"/>
                </a:cubicBezTo>
                <a:cubicBezTo>
                  <a:pt x="49099" y="36"/>
                  <a:pt x="55201" y="1424"/>
                  <a:pt x="60360" y="4198"/>
                </a:cubicBezTo>
                <a:cubicBezTo>
                  <a:pt x="65619" y="6973"/>
                  <a:pt x="69935" y="11037"/>
                  <a:pt x="73258" y="16289"/>
                </a:cubicBezTo>
                <a:cubicBezTo>
                  <a:pt x="76681" y="21592"/>
                  <a:pt x="79410" y="27984"/>
                  <a:pt x="81394" y="35516"/>
                </a:cubicBezTo>
                <a:cubicBezTo>
                  <a:pt x="83379" y="43048"/>
                  <a:pt x="84371" y="53256"/>
                  <a:pt x="84371" y="66041"/>
                </a:cubicBezTo>
                <a:cubicBezTo>
                  <a:pt x="84371" y="81105"/>
                  <a:pt x="82783" y="93344"/>
                  <a:pt x="79608" y="102710"/>
                </a:cubicBezTo>
                <a:cubicBezTo>
                  <a:pt x="76433" y="111976"/>
                  <a:pt x="71720" y="119161"/>
                  <a:pt x="65519" y="124315"/>
                </a:cubicBezTo>
                <a:cubicBezTo>
                  <a:pt x="59417" y="129369"/>
                  <a:pt x="51629" y="131847"/>
                  <a:pt x="42104" y="131847"/>
                </a:cubicBezTo>
                <a:cubicBezTo>
                  <a:pt x="29652" y="131847"/>
                  <a:pt x="19879" y="127437"/>
                  <a:pt x="12735" y="118567"/>
                </a:cubicBezTo>
                <a:cubicBezTo>
                  <a:pt x="4252" y="107764"/>
                  <a:pt x="35" y="90223"/>
                  <a:pt x="35" y="66041"/>
                </a:cubicBezTo>
                <a:close/>
                <a:moveTo>
                  <a:pt x="16307" y="66041"/>
                </a:moveTo>
                <a:cubicBezTo>
                  <a:pt x="16307" y="87200"/>
                  <a:pt x="18738" y="101273"/>
                  <a:pt x="23649" y="108260"/>
                </a:cubicBezTo>
                <a:cubicBezTo>
                  <a:pt x="28660" y="115296"/>
                  <a:pt x="34811" y="118765"/>
                  <a:pt x="42104" y="118765"/>
                </a:cubicBezTo>
                <a:cubicBezTo>
                  <a:pt x="49347" y="118765"/>
                  <a:pt x="55449" y="115296"/>
                  <a:pt x="60360" y="108260"/>
                </a:cubicBezTo>
                <a:cubicBezTo>
                  <a:pt x="65370" y="101273"/>
                  <a:pt x="67901" y="87200"/>
                  <a:pt x="67901" y="66041"/>
                </a:cubicBezTo>
                <a:cubicBezTo>
                  <a:pt x="67901" y="44782"/>
                  <a:pt x="65370" y="30660"/>
                  <a:pt x="60360" y="23623"/>
                </a:cubicBezTo>
                <a:cubicBezTo>
                  <a:pt x="55449" y="16636"/>
                  <a:pt x="49297" y="13118"/>
                  <a:pt x="41905" y="13118"/>
                </a:cubicBezTo>
                <a:cubicBezTo>
                  <a:pt x="34613" y="13118"/>
                  <a:pt x="28808" y="16240"/>
                  <a:pt x="24443" y="22434"/>
                </a:cubicBezTo>
                <a:cubicBezTo>
                  <a:pt x="18986" y="30263"/>
                  <a:pt x="16307" y="44782"/>
                  <a:pt x="16307" y="66041"/>
                </a:cubicBezTo>
                <a:close/>
              </a:path>
            </a:pathLst>
          </a:custGeom>
          <a:solidFill>
            <a:srgbClr val="000000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376" name="Grafik 637">
            <a:extLst>
              <a:ext uri="{FF2B5EF4-FFF2-40B4-BE49-F238E27FC236}">
                <a16:creationId xmlns:a16="http://schemas.microsoft.com/office/drawing/2014/main" id="{DBBF87A3-0E8A-ECE1-78B7-CBC5DE56F376}"/>
              </a:ext>
            </a:extLst>
          </p:cNvPr>
          <p:cNvGrpSpPr/>
          <p:nvPr/>
        </p:nvGrpSpPr>
        <p:grpSpPr>
          <a:xfrm>
            <a:off x="2042254" y="1027789"/>
            <a:ext cx="370614" cy="145434"/>
            <a:chOff x="7668041" y="5505614"/>
            <a:chExt cx="335895" cy="131810"/>
          </a:xfrm>
          <a:solidFill>
            <a:srgbClr val="000000"/>
          </a:solidFill>
        </p:grpSpPr>
        <p:sp>
          <p:nvSpPr>
            <p:cNvPr id="1377" name="Freihandform: Form 1376">
              <a:extLst>
                <a:ext uri="{FF2B5EF4-FFF2-40B4-BE49-F238E27FC236}">
                  <a16:creationId xmlns:a16="http://schemas.microsoft.com/office/drawing/2014/main" id="{C83B65D2-2036-0A50-051E-13629720D36D}"/>
                </a:ext>
              </a:extLst>
            </p:cNvPr>
            <p:cNvSpPr/>
            <p:nvPr/>
          </p:nvSpPr>
          <p:spPr>
            <a:xfrm>
              <a:off x="7668041" y="5505614"/>
              <a:ext cx="84335" cy="131810"/>
            </a:xfrm>
            <a:custGeom>
              <a:avLst/>
              <a:gdLst>
                <a:gd name="csX0" fmla="*/ 103 w 84335"/>
                <a:gd name="csY0" fmla="*/ 66041 h 131810"/>
                <a:gd name="csX1" fmla="*/ 4668 w 84335"/>
                <a:gd name="csY1" fmla="*/ 29173 h 131810"/>
                <a:gd name="csX2" fmla="*/ 18757 w 84335"/>
                <a:gd name="csY2" fmla="*/ 7568 h 131810"/>
                <a:gd name="csX3" fmla="*/ 42172 w 84335"/>
                <a:gd name="csY3" fmla="*/ 36 h 131810"/>
                <a:gd name="csX4" fmla="*/ 60428 w 84335"/>
                <a:gd name="csY4" fmla="*/ 4198 h 131810"/>
                <a:gd name="csX5" fmla="*/ 73327 w 84335"/>
                <a:gd name="csY5" fmla="*/ 16289 h 131810"/>
                <a:gd name="csX6" fmla="*/ 81463 w 84335"/>
                <a:gd name="csY6" fmla="*/ 35516 h 131810"/>
                <a:gd name="csX7" fmla="*/ 84439 w 84335"/>
                <a:gd name="csY7" fmla="*/ 66041 h 131810"/>
                <a:gd name="csX8" fmla="*/ 79677 w 84335"/>
                <a:gd name="csY8" fmla="*/ 102710 h 131810"/>
                <a:gd name="csX9" fmla="*/ 65588 w 84335"/>
                <a:gd name="csY9" fmla="*/ 124315 h 131810"/>
                <a:gd name="csX10" fmla="*/ 42172 w 84335"/>
                <a:gd name="csY10" fmla="*/ 131847 h 131810"/>
                <a:gd name="csX11" fmla="*/ 12803 w 84335"/>
                <a:gd name="csY11" fmla="*/ 118567 h 131810"/>
                <a:gd name="csX12" fmla="*/ 103 w 84335"/>
                <a:gd name="csY12" fmla="*/ 66041 h 131810"/>
                <a:gd name="csX13" fmla="*/ 16375 w 84335"/>
                <a:gd name="csY13" fmla="*/ 66041 h 131810"/>
                <a:gd name="csX14" fmla="*/ 23718 w 84335"/>
                <a:gd name="csY14" fmla="*/ 108260 h 131810"/>
                <a:gd name="csX15" fmla="*/ 42172 w 84335"/>
                <a:gd name="csY15" fmla="*/ 118765 h 131810"/>
                <a:gd name="csX16" fmla="*/ 60428 w 84335"/>
                <a:gd name="csY16" fmla="*/ 108260 h 131810"/>
                <a:gd name="csX17" fmla="*/ 67969 w 84335"/>
                <a:gd name="csY17" fmla="*/ 66041 h 131810"/>
                <a:gd name="csX18" fmla="*/ 60428 w 84335"/>
                <a:gd name="csY18" fmla="*/ 23623 h 131810"/>
                <a:gd name="csX19" fmla="*/ 41974 w 84335"/>
                <a:gd name="csY19" fmla="*/ 13118 h 131810"/>
                <a:gd name="csX20" fmla="*/ 24511 w 84335"/>
                <a:gd name="csY20" fmla="*/ 22434 h 131810"/>
                <a:gd name="csX21" fmla="*/ 16375 w 84335"/>
                <a:gd name="csY21" fmla="*/ 66041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335" h="131810">
                  <a:moveTo>
                    <a:pt x="103" y="66041"/>
                  </a:moveTo>
                  <a:cubicBezTo>
                    <a:pt x="103" y="50729"/>
                    <a:pt x="1592" y="38440"/>
                    <a:pt x="4668" y="29173"/>
                  </a:cubicBezTo>
                  <a:cubicBezTo>
                    <a:pt x="7843" y="19808"/>
                    <a:pt x="12506" y="12623"/>
                    <a:pt x="18757" y="7568"/>
                  </a:cubicBezTo>
                  <a:cubicBezTo>
                    <a:pt x="24958" y="2563"/>
                    <a:pt x="32746" y="36"/>
                    <a:pt x="42172" y="36"/>
                  </a:cubicBezTo>
                  <a:cubicBezTo>
                    <a:pt x="49167" y="36"/>
                    <a:pt x="55269" y="1424"/>
                    <a:pt x="60428" y="4198"/>
                  </a:cubicBezTo>
                  <a:cubicBezTo>
                    <a:pt x="65687" y="6973"/>
                    <a:pt x="70003" y="11037"/>
                    <a:pt x="73327" y="16289"/>
                  </a:cubicBezTo>
                  <a:cubicBezTo>
                    <a:pt x="76750" y="21592"/>
                    <a:pt x="79478" y="27984"/>
                    <a:pt x="81463" y="35516"/>
                  </a:cubicBezTo>
                  <a:cubicBezTo>
                    <a:pt x="83447" y="43048"/>
                    <a:pt x="84439" y="53256"/>
                    <a:pt x="84439" y="66041"/>
                  </a:cubicBezTo>
                  <a:cubicBezTo>
                    <a:pt x="84439" y="81105"/>
                    <a:pt x="82852" y="93344"/>
                    <a:pt x="79677" y="102710"/>
                  </a:cubicBezTo>
                  <a:cubicBezTo>
                    <a:pt x="76502" y="111976"/>
                    <a:pt x="71789" y="119161"/>
                    <a:pt x="65588" y="124315"/>
                  </a:cubicBezTo>
                  <a:cubicBezTo>
                    <a:pt x="59486" y="129369"/>
                    <a:pt x="51697" y="131847"/>
                    <a:pt x="42172" y="131847"/>
                  </a:cubicBezTo>
                  <a:cubicBezTo>
                    <a:pt x="29720" y="131847"/>
                    <a:pt x="19947" y="127437"/>
                    <a:pt x="12803" y="118567"/>
                  </a:cubicBezTo>
                  <a:cubicBezTo>
                    <a:pt x="4320" y="107764"/>
                    <a:pt x="103" y="90223"/>
                    <a:pt x="103" y="66041"/>
                  </a:cubicBezTo>
                  <a:close/>
                  <a:moveTo>
                    <a:pt x="16375" y="66041"/>
                  </a:moveTo>
                  <a:cubicBezTo>
                    <a:pt x="16375" y="87200"/>
                    <a:pt x="18806" y="101273"/>
                    <a:pt x="23718" y="108260"/>
                  </a:cubicBezTo>
                  <a:cubicBezTo>
                    <a:pt x="28728" y="115296"/>
                    <a:pt x="34880" y="118765"/>
                    <a:pt x="42172" y="118765"/>
                  </a:cubicBezTo>
                  <a:cubicBezTo>
                    <a:pt x="49415" y="118765"/>
                    <a:pt x="55517" y="115296"/>
                    <a:pt x="60428" y="108260"/>
                  </a:cubicBezTo>
                  <a:cubicBezTo>
                    <a:pt x="65439" y="101273"/>
                    <a:pt x="67969" y="87200"/>
                    <a:pt x="67969" y="66041"/>
                  </a:cubicBezTo>
                  <a:cubicBezTo>
                    <a:pt x="67969" y="44782"/>
                    <a:pt x="65439" y="30660"/>
                    <a:pt x="60428" y="23623"/>
                  </a:cubicBezTo>
                  <a:cubicBezTo>
                    <a:pt x="55517" y="16636"/>
                    <a:pt x="49366" y="13118"/>
                    <a:pt x="41974" y="13118"/>
                  </a:cubicBezTo>
                  <a:cubicBezTo>
                    <a:pt x="34681" y="13118"/>
                    <a:pt x="28877" y="16240"/>
                    <a:pt x="24511" y="22434"/>
                  </a:cubicBezTo>
                  <a:cubicBezTo>
                    <a:pt x="19054" y="30263"/>
                    <a:pt x="16375" y="44782"/>
                    <a:pt x="16375" y="66041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8" name="Freihandform: Form 1377">
              <a:extLst>
                <a:ext uri="{FF2B5EF4-FFF2-40B4-BE49-F238E27FC236}">
                  <a16:creationId xmlns:a16="http://schemas.microsoft.com/office/drawing/2014/main" id="{D85338B7-5A4E-1261-FD94-FD50A6330A0F}"/>
                </a:ext>
              </a:extLst>
            </p:cNvPr>
            <p:cNvSpPr/>
            <p:nvPr/>
          </p:nvSpPr>
          <p:spPr>
            <a:xfrm>
              <a:off x="7777453" y="5617207"/>
              <a:ext cx="18057" cy="18037"/>
            </a:xfrm>
            <a:custGeom>
              <a:avLst/>
              <a:gdLst>
                <a:gd name="csX0" fmla="*/ 111 w 18057"/>
                <a:gd name="csY0" fmla="*/ 18073 h 18037"/>
                <a:gd name="csX1" fmla="*/ 111 w 18057"/>
                <a:gd name="csY1" fmla="*/ 36 h 18037"/>
                <a:gd name="csX2" fmla="*/ 18169 w 18057"/>
                <a:gd name="csY2" fmla="*/ 36 h 18037"/>
                <a:gd name="csX3" fmla="*/ 18169 w 18057"/>
                <a:gd name="csY3" fmla="*/ 18073 h 180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7" h="18037">
                  <a:moveTo>
                    <a:pt x="111" y="18073"/>
                  </a:moveTo>
                  <a:lnTo>
                    <a:pt x="111" y="36"/>
                  </a:lnTo>
                  <a:lnTo>
                    <a:pt x="18169" y="36"/>
                  </a:lnTo>
                  <a:lnTo>
                    <a:pt x="18169" y="1807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9" name="Freihandform: Form 1378">
              <a:extLst>
                <a:ext uri="{FF2B5EF4-FFF2-40B4-BE49-F238E27FC236}">
                  <a16:creationId xmlns:a16="http://schemas.microsoft.com/office/drawing/2014/main" id="{1E709E23-E43B-5A70-B637-15EBB74FF227}"/>
                </a:ext>
              </a:extLst>
            </p:cNvPr>
            <p:cNvSpPr/>
            <p:nvPr/>
          </p:nvSpPr>
          <p:spPr>
            <a:xfrm>
              <a:off x="7813561" y="5506208"/>
              <a:ext cx="89296" cy="129036"/>
            </a:xfrm>
            <a:custGeom>
              <a:avLst/>
              <a:gdLst>
                <a:gd name="csX0" fmla="*/ 56075 w 89296"/>
                <a:gd name="csY0" fmla="*/ 129072 h 129036"/>
                <a:gd name="csX1" fmla="*/ 56075 w 89296"/>
                <a:gd name="csY1" fmla="*/ 98151 h 129036"/>
                <a:gd name="csX2" fmla="*/ 115 w 89296"/>
                <a:gd name="csY2" fmla="*/ 98151 h 129036"/>
                <a:gd name="csX3" fmla="*/ 115 w 89296"/>
                <a:gd name="csY3" fmla="*/ 83682 h 129036"/>
                <a:gd name="csX4" fmla="*/ 59051 w 89296"/>
                <a:gd name="csY4" fmla="*/ 36 h 129036"/>
                <a:gd name="csX5" fmla="*/ 71950 w 89296"/>
                <a:gd name="csY5" fmla="*/ 36 h 129036"/>
                <a:gd name="csX6" fmla="*/ 71950 w 89296"/>
                <a:gd name="csY6" fmla="*/ 83682 h 129036"/>
                <a:gd name="csX7" fmla="*/ 89412 w 89296"/>
                <a:gd name="csY7" fmla="*/ 83682 h 129036"/>
                <a:gd name="csX8" fmla="*/ 89412 w 89296"/>
                <a:gd name="csY8" fmla="*/ 98151 h 129036"/>
                <a:gd name="csX9" fmla="*/ 71950 w 89296"/>
                <a:gd name="csY9" fmla="*/ 98151 h 129036"/>
                <a:gd name="csX10" fmla="*/ 71950 w 89296"/>
                <a:gd name="csY10" fmla="*/ 129072 h 129036"/>
                <a:gd name="csX11" fmla="*/ 56075 w 89296"/>
                <a:gd name="csY11" fmla="*/ 83682 h 129036"/>
                <a:gd name="csX12" fmla="*/ 56075 w 89296"/>
                <a:gd name="csY12" fmla="*/ 25407 h 129036"/>
                <a:gd name="csX13" fmla="*/ 15593 w 89296"/>
                <a:gd name="csY13" fmla="*/ 83682 h 129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9296" h="129036">
                  <a:moveTo>
                    <a:pt x="56075" y="129072"/>
                  </a:moveTo>
                  <a:lnTo>
                    <a:pt x="56075" y="98151"/>
                  </a:lnTo>
                  <a:lnTo>
                    <a:pt x="115" y="98151"/>
                  </a:lnTo>
                  <a:lnTo>
                    <a:pt x="115" y="83682"/>
                  </a:lnTo>
                  <a:lnTo>
                    <a:pt x="59051" y="36"/>
                  </a:lnTo>
                  <a:lnTo>
                    <a:pt x="71950" y="36"/>
                  </a:lnTo>
                  <a:lnTo>
                    <a:pt x="71950" y="83682"/>
                  </a:lnTo>
                  <a:lnTo>
                    <a:pt x="89412" y="83682"/>
                  </a:lnTo>
                  <a:lnTo>
                    <a:pt x="89412" y="98151"/>
                  </a:lnTo>
                  <a:lnTo>
                    <a:pt x="71950" y="98151"/>
                  </a:lnTo>
                  <a:lnTo>
                    <a:pt x="71950" y="129072"/>
                  </a:lnTo>
                  <a:close/>
                  <a:moveTo>
                    <a:pt x="56075" y="83682"/>
                  </a:moveTo>
                  <a:lnTo>
                    <a:pt x="56075" y="25407"/>
                  </a:lnTo>
                  <a:lnTo>
                    <a:pt x="15593" y="83682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0" name="Freihandform: Form 1379">
              <a:extLst>
                <a:ext uri="{FF2B5EF4-FFF2-40B4-BE49-F238E27FC236}">
                  <a16:creationId xmlns:a16="http://schemas.microsoft.com/office/drawing/2014/main" id="{63458842-A49A-FFB9-9FAF-E623544B09AA}"/>
                </a:ext>
              </a:extLst>
            </p:cNvPr>
            <p:cNvSpPr/>
            <p:nvPr/>
          </p:nvSpPr>
          <p:spPr>
            <a:xfrm>
              <a:off x="7920196" y="5507794"/>
              <a:ext cx="83740" cy="127450"/>
            </a:xfrm>
            <a:custGeom>
              <a:avLst/>
              <a:gdLst>
                <a:gd name="csX0" fmla="*/ 123 w 83740"/>
                <a:gd name="csY0" fmla="*/ 15298 h 127450"/>
                <a:gd name="csX1" fmla="*/ 123 w 83740"/>
                <a:gd name="csY1" fmla="*/ 36 h 127450"/>
                <a:gd name="csX2" fmla="*/ 83864 w 83740"/>
                <a:gd name="csY2" fmla="*/ 36 h 127450"/>
                <a:gd name="csX3" fmla="*/ 83864 w 83740"/>
                <a:gd name="csY3" fmla="*/ 12325 h 127450"/>
                <a:gd name="csX4" fmla="*/ 59258 w 83740"/>
                <a:gd name="csY4" fmla="*/ 47210 h 127450"/>
                <a:gd name="csX5" fmla="*/ 40604 w 83740"/>
                <a:gd name="csY5" fmla="*/ 92006 h 127450"/>
                <a:gd name="csX6" fmla="*/ 34453 w 83740"/>
                <a:gd name="csY6" fmla="*/ 127486 h 127450"/>
                <a:gd name="csX7" fmla="*/ 18181 w 83740"/>
                <a:gd name="csY7" fmla="*/ 127486 h 127450"/>
                <a:gd name="csX8" fmla="*/ 24134 w 83740"/>
                <a:gd name="csY8" fmla="*/ 90619 h 127450"/>
                <a:gd name="csX9" fmla="*/ 40604 w 83740"/>
                <a:gd name="csY9" fmla="*/ 48994 h 127450"/>
                <a:gd name="csX10" fmla="*/ 63425 w 83740"/>
                <a:gd name="csY10" fmla="*/ 15298 h 127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3740" h="127450">
                  <a:moveTo>
                    <a:pt x="123" y="15298"/>
                  </a:moveTo>
                  <a:lnTo>
                    <a:pt x="123" y="36"/>
                  </a:lnTo>
                  <a:lnTo>
                    <a:pt x="83864" y="36"/>
                  </a:lnTo>
                  <a:lnTo>
                    <a:pt x="83864" y="12325"/>
                  </a:lnTo>
                  <a:cubicBezTo>
                    <a:pt x="75629" y="21047"/>
                    <a:pt x="67443" y="32691"/>
                    <a:pt x="59258" y="47210"/>
                  </a:cubicBezTo>
                  <a:cubicBezTo>
                    <a:pt x="51171" y="61779"/>
                    <a:pt x="44970" y="76695"/>
                    <a:pt x="40604" y="92006"/>
                  </a:cubicBezTo>
                  <a:cubicBezTo>
                    <a:pt x="37429" y="102859"/>
                    <a:pt x="35346" y="114702"/>
                    <a:pt x="34453" y="127486"/>
                  </a:cubicBezTo>
                  <a:lnTo>
                    <a:pt x="18181" y="127486"/>
                  </a:lnTo>
                  <a:cubicBezTo>
                    <a:pt x="18429" y="117328"/>
                    <a:pt x="20413" y="105039"/>
                    <a:pt x="24134" y="90619"/>
                  </a:cubicBezTo>
                  <a:cubicBezTo>
                    <a:pt x="27954" y="76249"/>
                    <a:pt x="33461" y="62374"/>
                    <a:pt x="40604" y="48994"/>
                  </a:cubicBezTo>
                  <a:cubicBezTo>
                    <a:pt x="47748" y="35665"/>
                    <a:pt x="55338" y="24416"/>
                    <a:pt x="63425" y="15298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81" name="Grafik 637">
            <a:extLst>
              <a:ext uri="{FF2B5EF4-FFF2-40B4-BE49-F238E27FC236}">
                <a16:creationId xmlns:a16="http://schemas.microsoft.com/office/drawing/2014/main" id="{40282B66-87E2-AB2F-DBD0-2134B4D171CF}"/>
              </a:ext>
            </a:extLst>
          </p:cNvPr>
          <p:cNvGrpSpPr/>
          <p:nvPr/>
        </p:nvGrpSpPr>
        <p:grpSpPr>
          <a:xfrm>
            <a:off x="3140786" y="1027789"/>
            <a:ext cx="370833" cy="145434"/>
            <a:chOff x="8663664" y="5505614"/>
            <a:chExt cx="336094" cy="131810"/>
          </a:xfrm>
          <a:solidFill>
            <a:srgbClr val="000000"/>
          </a:solidFill>
        </p:grpSpPr>
        <p:sp>
          <p:nvSpPr>
            <p:cNvPr id="1382" name="Freihandform: Form 1381">
              <a:extLst>
                <a:ext uri="{FF2B5EF4-FFF2-40B4-BE49-F238E27FC236}">
                  <a16:creationId xmlns:a16="http://schemas.microsoft.com/office/drawing/2014/main" id="{30FC04E5-8823-8499-24FE-FA096A9E5A9C}"/>
                </a:ext>
              </a:extLst>
            </p:cNvPr>
            <p:cNvSpPr/>
            <p:nvPr/>
          </p:nvSpPr>
          <p:spPr>
            <a:xfrm>
              <a:off x="8663664" y="5505614"/>
              <a:ext cx="84335" cy="131810"/>
            </a:xfrm>
            <a:custGeom>
              <a:avLst/>
              <a:gdLst>
                <a:gd name="csX0" fmla="*/ 182 w 84335"/>
                <a:gd name="csY0" fmla="*/ 66041 h 131810"/>
                <a:gd name="csX1" fmla="*/ 4746 w 84335"/>
                <a:gd name="csY1" fmla="*/ 29173 h 131810"/>
                <a:gd name="csX2" fmla="*/ 18835 w 84335"/>
                <a:gd name="csY2" fmla="*/ 7568 h 131810"/>
                <a:gd name="csX3" fmla="*/ 42251 w 84335"/>
                <a:gd name="csY3" fmla="*/ 36 h 131810"/>
                <a:gd name="csX4" fmla="*/ 60507 w 84335"/>
                <a:gd name="csY4" fmla="*/ 4198 h 131810"/>
                <a:gd name="csX5" fmla="*/ 73405 w 84335"/>
                <a:gd name="csY5" fmla="*/ 16289 h 131810"/>
                <a:gd name="csX6" fmla="*/ 81541 w 84335"/>
                <a:gd name="csY6" fmla="*/ 35516 h 131810"/>
                <a:gd name="csX7" fmla="*/ 84518 w 84335"/>
                <a:gd name="csY7" fmla="*/ 66041 h 131810"/>
                <a:gd name="csX8" fmla="*/ 79755 w 84335"/>
                <a:gd name="csY8" fmla="*/ 102710 h 131810"/>
                <a:gd name="csX9" fmla="*/ 65666 w 84335"/>
                <a:gd name="csY9" fmla="*/ 124315 h 131810"/>
                <a:gd name="csX10" fmla="*/ 42251 w 84335"/>
                <a:gd name="csY10" fmla="*/ 131847 h 131810"/>
                <a:gd name="csX11" fmla="*/ 12882 w 84335"/>
                <a:gd name="csY11" fmla="*/ 118567 h 131810"/>
                <a:gd name="csX12" fmla="*/ 182 w 84335"/>
                <a:gd name="csY12" fmla="*/ 66041 h 131810"/>
                <a:gd name="csX13" fmla="*/ 16454 w 84335"/>
                <a:gd name="csY13" fmla="*/ 66041 h 131810"/>
                <a:gd name="csX14" fmla="*/ 23796 w 84335"/>
                <a:gd name="csY14" fmla="*/ 108260 h 131810"/>
                <a:gd name="csX15" fmla="*/ 42251 w 84335"/>
                <a:gd name="csY15" fmla="*/ 118765 h 131810"/>
                <a:gd name="csX16" fmla="*/ 60507 w 84335"/>
                <a:gd name="csY16" fmla="*/ 108260 h 131810"/>
                <a:gd name="csX17" fmla="*/ 68047 w 84335"/>
                <a:gd name="csY17" fmla="*/ 66041 h 131810"/>
                <a:gd name="csX18" fmla="*/ 60507 w 84335"/>
                <a:gd name="csY18" fmla="*/ 23623 h 131810"/>
                <a:gd name="csX19" fmla="*/ 42052 w 84335"/>
                <a:gd name="csY19" fmla="*/ 13118 h 131810"/>
                <a:gd name="csX20" fmla="*/ 24590 w 84335"/>
                <a:gd name="csY20" fmla="*/ 22434 h 131810"/>
                <a:gd name="csX21" fmla="*/ 16454 w 84335"/>
                <a:gd name="csY21" fmla="*/ 66041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335" h="131810">
                  <a:moveTo>
                    <a:pt x="182" y="66041"/>
                  </a:moveTo>
                  <a:cubicBezTo>
                    <a:pt x="182" y="50729"/>
                    <a:pt x="1670" y="38440"/>
                    <a:pt x="4746" y="29173"/>
                  </a:cubicBezTo>
                  <a:cubicBezTo>
                    <a:pt x="7921" y="19808"/>
                    <a:pt x="12584" y="12623"/>
                    <a:pt x="18835" y="7568"/>
                  </a:cubicBezTo>
                  <a:cubicBezTo>
                    <a:pt x="25036" y="2563"/>
                    <a:pt x="32825" y="36"/>
                    <a:pt x="42251" y="36"/>
                  </a:cubicBezTo>
                  <a:cubicBezTo>
                    <a:pt x="49246" y="36"/>
                    <a:pt x="55347" y="1424"/>
                    <a:pt x="60507" y="4198"/>
                  </a:cubicBezTo>
                  <a:cubicBezTo>
                    <a:pt x="65765" y="6973"/>
                    <a:pt x="70081" y="11037"/>
                    <a:pt x="73405" y="16289"/>
                  </a:cubicBezTo>
                  <a:cubicBezTo>
                    <a:pt x="76828" y="21592"/>
                    <a:pt x="79557" y="27984"/>
                    <a:pt x="81541" y="35516"/>
                  </a:cubicBezTo>
                  <a:cubicBezTo>
                    <a:pt x="83526" y="43048"/>
                    <a:pt x="84518" y="53256"/>
                    <a:pt x="84518" y="66041"/>
                  </a:cubicBezTo>
                  <a:cubicBezTo>
                    <a:pt x="84518" y="81105"/>
                    <a:pt x="82930" y="93344"/>
                    <a:pt x="79755" y="102710"/>
                  </a:cubicBezTo>
                  <a:cubicBezTo>
                    <a:pt x="76580" y="111976"/>
                    <a:pt x="71867" y="119161"/>
                    <a:pt x="65666" y="124315"/>
                  </a:cubicBezTo>
                  <a:cubicBezTo>
                    <a:pt x="59564" y="129369"/>
                    <a:pt x="51776" y="131847"/>
                    <a:pt x="42251" y="131847"/>
                  </a:cubicBezTo>
                  <a:cubicBezTo>
                    <a:pt x="29799" y="131847"/>
                    <a:pt x="20026" y="127437"/>
                    <a:pt x="12882" y="118567"/>
                  </a:cubicBezTo>
                  <a:cubicBezTo>
                    <a:pt x="4399" y="107764"/>
                    <a:pt x="182" y="90223"/>
                    <a:pt x="182" y="66041"/>
                  </a:cubicBezTo>
                  <a:close/>
                  <a:moveTo>
                    <a:pt x="16454" y="66041"/>
                  </a:moveTo>
                  <a:cubicBezTo>
                    <a:pt x="16454" y="87200"/>
                    <a:pt x="18885" y="101273"/>
                    <a:pt x="23796" y="108260"/>
                  </a:cubicBezTo>
                  <a:cubicBezTo>
                    <a:pt x="28806" y="115296"/>
                    <a:pt x="34958" y="118765"/>
                    <a:pt x="42251" y="118765"/>
                  </a:cubicBezTo>
                  <a:cubicBezTo>
                    <a:pt x="49494" y="118765"/>
                    <a:pt x="55596" y="115296"/>
                    <a:pt x="60507" y="108260"/>
                  </a:cubicBezTo>
                  <a:cubicBezTo>
                    <a:pt x="65517" y="101273"/>
                    <a:pt x="68047" y="87200"/>
                    <a:pt x="68047" y="66041"/>
                  </a:cubicBezTo>
                  <a:cubicBezTo>
                    <a:pt x="68047" y="44782"/>
                    <a:pt x="65517" y="30660"/>
                    <a:pt x="60507" y="23623"/>
                  </a:cubicBezTo>
                  <a:cubicBezTo>
                    <a:pt x="55596" y="16636"/>
                    <a:pt x="49444" y="13118"/>
                    <a:pt x="42052" y="13118"/>
                  </a:cubicBezTo>
                  <a:cubicBezTo>
                    <a:pt x="34760" y="13118"/>
                    <a:pt x="28955" y="16240"/>
                    <a:pt x="24590" y="22434"/>
                  </a:cubicBezTo>
                  <a:cubicBezTo>
                    <a:pt x="19133" y="30263"/>
                    <a:pt x="16454" y="44782"/>
                    <a:pt x="16454" y="66041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3" name="Freihandform: Form 1382">
              <a:extLst>
                <a:ext uri="{FF2B5EF4-FFF2-40B4-BE49-F238E27FC236}">
                  <a16:creationId xmlns:a16="http://schemas.microsoft.com/office/drawing/2014/main" id="{9B700EE6-3103-D9B4-0742-F1F99941EE4C}"/>
                </a:ext>
              </a:extLst>
            </p:cNvPr>
            <p:cNvSpPr/>
            <p:nvPr/>
          </p:nvSpPr>
          <p:spPr>
            <a:xfrm>
              <a:off x="8773077" y="5617207"/>
              <a:ext cx="18057" cy="18037"/>
            </a:xfrm>
            <a:custGeom>
              <a:avLst/>
              <a:gdLst>
                <a:gd name="csX0" fmla="*/ 190 w 18057"/>
                <a:gd name="csY0" fmla="*/ 18073 h 18037"/>
                <a:gd name="csX1" fmla="*/ 190 w 18057"/>
                <a:gd name="csY1" fmla="*/ 36 h 18037"/>
                <a:gd name="csX2" fmla="*/ 18248 w 18057"/>
                <a:gd name="csY2" fmla="*/ 36 h 18037"/>
                <a:gd name="csX3" fmla="*/ 18248 w 18057"/>
                <a:gd name="csY3" fmla="*/ 18073 h 180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7" h="18037">
                  <a:moveTo>
                    <a:pt x="190" y="18073"/>
                  </a:moveTo>
                  <a:lnTo>
                    <a:pt x="190" y="36"/>
                  </a:lnTo>
                  <a:lnTo>
                    <a:pt x="18248" y="36"/>
                  </a:lnTo>
                  <a:lnTo>
                    <a:pt x="18248" y="1807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4" name="Freihandform: Form 1383">
              <a:extLst>
                <a:ext uri="{FF2B5EF4-FFF2-40B4-BE49-F238E27FC236}">
                  <a16:creationId xmlns:a16="http://schemas.microsoft.com/office/drawing/2014/main" id="{4948B34B-93FB-9802-530E-54B48FDE1A76}"/>
                </a:ext>
              </a:extLst>
            </p:cNvPr>
            <p:cNvSpPr/>
            <p:nvPr/>
          </p:nvSpPr>
          <p:spPr>
            <a:xfrm>
              <a:off x="8813551" y="5505614"/>
              <a:ext cx="85328" cy="131810"/>
            </a:xfrm>
            <a:custGeom>
              <a:avLst/>
              <a:gdLst>
                <a:gd name="csX0" fmla="*/ 83339 w 85328"/>
                <a:gd name="csY0" fmla="*/ 32146 h 131810"/>
                <a:gd name="csX1" fmla="*/ 67464 w 85328"/>
                <a:gd name="csY1" fmla="*/ 33336 h 131810"/>
                <a:gd name="csX2" fmla="*/ 61511 w 85328"/>
                <a:gd name="csY2" fmla="*/ 19857 h 131810"/>
                <a:gd name="csX3" fmla="*/ 45636 w 85328"/>
                <a:gd name="csY3" fmla="*/ 13118 h 131810"/>
                <a:gd name="csX4" fmla="*/ 32341 w 85328"/>
                <a:gd name="csY4" fmla="*/ 17280 h 131810"/>
                <a:gd name="csX5" fmla="*/ 20434 w 85328"/>
                <a:gd name="csY5" fmla="*/ 33336 h 131810"/>
                <a:gd name="csX6" fmla="*/ 16069 w 85328"/>
                <a:gd name="csY6" fmla="*/ 63067 h 131810"/>
                <a:gd name="csX7" fmla="*/ 29959 w 85328"/>
                <a:gd name="csY7" fmla="*/ 50184 h 131810"/>
                <a:gd name="csX8" fmla="*/ 47422 w 85328"/>
                <a:gd name="csY8" fmla="*/ 45823 h 131810"/>
                <a:gd name="csX9" fmla="*/ 74409 w 85328"/>
                <a:gd name="csY9" fmla="*/ 57518 h 131810"/>
                <a:gd name="csX10" fmla="*/ 85522 w 85328"/>
                <a:gd name="csY10" fmla="*/ 87646 h 131810"/>
                <a:gd name="csX11" fmla="*/ 80164 w 85328"/>
                <a:gd name="csY11" fmla="*/ 110440 h 131810"/>
                <a:gd name="csX12" fmla="*/ 65877 w 85328"/>
                <a:gd name="csY12" fmla="*/ 126297 h 131810"/>
                <a:gd name="csX13" fmla="*/ 45041 w 85328"/>
                <a:gd name="csY13" fmla="*/ 131847 h 131810"/>
                <a:gd name="csX14" fmla="*/ 12695 w 85328"/>
                <a:gd name="csY14" fmla="*/ 117378 h 131810"/>
                <a:gd name="csX15" fmla="*/ 194 w 85328"/>
                <a:gd name="csY15" fmla="*/ 69212 h 131810"/>
                <a:gd name="csX16" fmla="*/ 14084 w 85328"/>
                <a:gd name="csY16" fmla="*/ 14902 h 131810"/>
                <a:gd name="csX17" fmla="*/ 46628 w 85328"/>
                <a:gd name="csY17" fmla="*/ 36 h 131810"/>
                <a:gd name="csX18" fmla="*/ 71631 w 85328"/>
                <a:gd name="csY18" fmla="*/ 8559 h 131810"/>
                <a:gd name="csX19" fmla="*/ 83339 w 85328"/>
                <a:gd name="csY19" fmla="*/ 32146 h 131810"/>
                <a:gd name="csX20" fmla="*/ 18450 w 85328"/>
                <a:gd name="csY20" fmla="*/ 87844 h 131810"/>
                <a:gd name="csX21" fmla="*/ 21823 w 85328"/>
                <a:gd name="csY21" fmla="*/ 103503 h 131810"/>
                <a:gd name="csX22" fmla="*/ 31547 w 85328"/>
                <a:gd name="csY22" fmla="*/ 114999 h 131810"/>
                <a:gd name="csX23" fmla="*/ 44842 w 85328"/>
                <a:gd name="csY23" fmla="*/ 118765 h 131810"/>
                <a:gd name="csX24" fmla="*/ 62106 w 85328"/>
                <a:gd name="csY24" fmla="*/ 110837 h 131810"/>
                <a:gd name="csX25" fmla="*/ 69448 w 85328"/>
                <a:gd name="csY25" fmla="*/ 88637 h 131810"/>
                <a:gd name="csX26" fmla="*/ 62305 w 85328"/>
                <a:gd name="csY26" fmla="*/ 67626 h 131810"/>
                <a:gd name="csX27" fmla="*/ 44247 w 85328"/>
                <a:gd name="csY27" fmla="*/ 59896 h 131810"/>
                <a:gd name="csX28" fmla="*/ 25991 w 85328"/>
                <a:gd name="csY28" fmla="*/ 67626 h 131810"/>
                <a:gd name="csX29" fmla="*/ 18450 w 85328"/>
                <a:gd name="csY29" fmla="*/ 87844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85328" h="131810">
                  <a:moveTo>
                    <a:pt x="83339" y="32146"/>
                  </a:moveTo>
                  <a:lnTo>
                    <a:pt x="67464" y="33336"/>
                  </a:lnTo>
                  <a:cubicBezTo>
                    <a:pt x="66125" y="27142"/>
                    <a:pt x="64140" y="22632"/>
                    <a:pt x="61511" y="19857"/>
                  </a:cubicBezTo>
                  <a:cubicBezTo>
                    <a:pt x="57245" y="15397"/>
                    <a:pt x="51986" y="13118"/>
                    <a:pt x="45636" y="13118"/>
                  </a:cubicBezTo>
                  <a:cubicBezTo>
                    <a:pt x="40576" y="13118"/>
                    <a:pt x="36161" y="14506"/>
                    <a:pt x="32341" y="17280"/>
                  </a:cubicBezTo>
                  <a:cubicBezTo>
                    <a:pt x="27280" y="20997"/>
                    <a:pt x="23312" y="26349"/>
                    <a:pt x="20434" y="33336"/>
                  </a:cubicBezTo>
                  <a:cubicBezTo>
                    <a:pt x="17656" y="40224"/>
                    <a:pt x="16168" y="50134"/>
                    <a:pt x="16069" y="63067"/>
                  </a:cubicBezTo>
                  <a:cubicBezTo>
                    <a:pt x="19889" y="57270"/>
                    <a:pt x="24502" y="52959"/>
                    <a:pt x="29959" y="50184"/>
                  </a:cubicBezTo>
                  <a:cubicBezTo>
                    <a:pt x="35516" y="47310"/>
                    <a:pt x="41320" y="45823"/>
                    <a:pt x="47422" y="45823"/>
                  </a:cubicBezTo>
                  <a:cubicBezTo>
                    <a:pt x="57989" y="45823"/>
                    <a:pt x="66968" y="49738"/>
                    <a:pt x="74409" y="57518"/>
                  </a:cubicBezTo>
                  <a:cubicBezTo>
                    <a:pt x="81801" y="65347"/>
                    <a:pt x="85522" y="75357"/>
                    <a:pt x="85522" y="87646"/>
                  </a:cubicBezTo>
                  <a:cubicBezTo>
                    <a:pt x="85522" y="95872"/>
                    <a:pt x="83736" y="103453"/>
                    <a:pt x="80164" y="110440"/>
                  </a:cubicBezTo>
                  <a:cubicBezTo>
                    <a:pt x="76691" y="117328"/>
                    <a:pt x="71929" y="122630"/>
                    <a:pt x="65877" y="126297"/>
                  </a:cubicBezTo>
                  <a:cubicBezTo>
                    <a:pt x="59775" y="129964"/>
                    <a:pt x="52829" y="131847"/>
                    <a:pt x="45041" y="131847"/>
                  </a:cubicBezTo>
                  <a:cubicBezTo>
                    <a:pt x="31795" y="131847"/>
                    <a:pt x="21030" y="127040"/>
                    <a:pt x="12695" y="117378"/>
                  </a:cubicBezTo>
                  <a:cubicBezTo>
                    <a:pt x="4361" y="107616"/>
                    <a:pt x="194" y="91560"/>
                    <a:pt x="194" y="69212"/>
                  </a:cubicBezTo>
                  <a:cubicBezTo>
                    <a:pt x="194" y="44237"/>
                    <a:pt x="4807" y="26150"/>
                    <a:pt x="14084" y="14902"/>
                  </a:cubicBezTo>
                  <a:cubicBezTo>
                    <a:pt x="22121" y="4991"/>
                    <a:pt x="32986" y="36"/>
                    <a:pt x="46628" y="36"/>
                  </a:cubicBezTo>
                  <a:cubicBezTo>
                    <a:pt x="56798" y="36"/>
                    <a:pt x="65132" y="2910"/>
                    <a:pt x="71631" y="8559"/>
                  </a:cubicBezTo>
                  <a:cubicBezTo>
                    <a:pt x="78080" y="14258"/>
                    <a:pt x="82000" y="22137"/>
                    <a:pt x="83339" y="32146"/>
                  </a:cubicBezTo>
                  <a:close/>
                  <a:moveTo>
                    <a:pt x="18450" y="87844"/>
                  </a:moveTo>
                  <a:cubicBezTo>
                    <a:pt x="18450" y="93295"/>
                    <a:pt x="19541" y="98498"/>
                    <a:pt x="21823" y="103503"/>
                  </a:cubicBezTo>
                  <a:cubicBezTo>
                    <a:pt x="24205" y="108557"/>
                    <a:pt x="27429" y="112373"/>
                    <a:pt x="31547" y="114999"/>
                  </a:cubicBezTo>
                  <a:cubicBezTo>
                    <a:pt x="35764" y="117526"/>
                    <a:pt x="40179" y="118765"/>
                    <a:pt x="44842" y="118765"/>
                  </a:cubicBezTo>
                  <a:cubicBezTo>
                    <a:pt x="51589" y="118765"/>
                    <a:pt x="57344" y="116139"/>
                    <a:pt x="62106" y="110837"/>
                  </a:cubicBezTo>
                  <a:cubicBezTo>
                    <a:pt x="66968" y="105435"/>
                    <a:pt x="69448" y="98052"/>
                    <a:pt x="69448" y="88637"/>
                  </a:cubicBezTo>
                  <a:cubicBezTo>
                    <a:pt x="69448" y="79816"/>
                    <a:pt x="67067" y="72780"/>
                    <a:pt x="62305" y="67626"/>
                  </a:cubicBezTo>
                  <a:cubicBezTo>
                    <a:pt x="57542" y="62473"/>
                    <a:pt x="51490" y="59896"/>
                    <a:pt x="44247" y="59896"/>
                  </a:cubicBezTo>
                  <a:cubicBezTo>
                    <a:pt x="37103" y="59896"/>
                    <a:pt x="31001" y="62473"/>
                    <a:pt x="25991" y="67626"/>
                  </a:cubicBezTo>
                  <a:cubicBezTo>
                    <a:pt x="20930" y="72780"/>
                    <a:pt x="18450" y="79519"/>
                    <a:pt x="18450" y="87844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5" name="Freihandform: Form 1384">
              <a:extLst>
                <a:ext uri="{FF2B5EF4-FFF2-40B4-BE49-F238E27FC236}">
                  <a16:creationId xmlns:a16="http://schemas.microsoft.com/office/drawing/2014/main" id="{6AF18C9F-0798-DB41-E33F-4F63EEE1DD0D}"/>
                </a:ext>
              </a:extLst>
            </p:cNvPr>
            <p:cNvSpPr/>
            <p:nvPr/>
          </p:nvSpPr>
          <p:spPr>
            <a:xfrm>
              <a:off x="8914629" y="5505614"/>
              <a:ext cx="85129" cy="131810"/>
            </a:xfrm>
            <a:custGeom>
              <a:avLst/>
              <a:gdLst>
                <a:gd name="csX0" fmla="*/ 24808 w 85129"/>
                <a:gd name="csY0" fmla="*/ 59698 h 131810"/>
                <a:gd name="csX1" fmla="*/ 10124 w 85129"/>
                <a:gd name="csY1" fmla="*/ 49391 h 131810"/>
                <a:gd name="csX2" fmla="*/ 5361 w 85129"/>
                <a:gd name="csY2" fmla="*/ 33336 h 131810"/>
                <a:gd name="csX3" fmla="*/ 15481 w 85129"/>
                <a:gd name="csY3" fmla="*/ 9748 h 131810"/>
                <a:gd name="csX4" fmla="*/ 42469 w 85129"/>
                <a:gd name="csY4" fmla="*/ 36 h 131810"/>
                <a:gd name="csX5" fmla="*/ 69655 w 85129"/>
                <a:gd name="csY5" fmla="*/ 9947 h 131810"/>
                <a:gd name="csX6" fmla="*/ 79974 w 85129"/>
                <a:gd name="csY6" fmla="*/ 33732 h 131810"/>
                <a:gd name="csX7" fmla="*/ 75211 w 85129"/>
                <a:gd name="csY7" fmla="*/ 49391 h 131810"/>
                <a:gd name="csX8" fmla="*/ 60924 w 85129"/>
                <a:gd name="csY8" fmla="*/ 59698 h 131810"/>
                <a:gd name="csX9" fmla="*/ 78981 w 85129"/>
                <a:gd name="csY9" fmla="*/ 72185 h 131810"/>
                <a:gd name="csX10" fmla="*/ 85331 w 85129"/>
                <a:gd name="csY10" fmla="*/ 92799 h 131810"/>
                <a:gd name="csX11" fmla="*/ 73624 w 85129"/>
                <a:gd name="csY11" fmla="*/ 120549 h 131810"/>
                <a:gd name="csX12" fmla="*/ 42667 w 85129"/>
                <a:gd name="csY12" fmla="*/ 131847 h 131810"/>
                <a:gd name="csX13" fmla="*/ 11909 w 85129"/>
                <a:gd name="csY13" fmla="*/ 120549 h 131810"/>
                <a:gd name="csX14" fmla="*/ 202 w 85129"/>
                <a:gd name="csY14" fmla="*/ 92403 h 131810"/>
                <a:gd name="csX15" fmla="*/ 6552 w 85129"/>
                <a:gd name="csY15" fmla="*/ 71194 h 131810"/>
                <a:gd name="csX16" fmla="*/ 24808 w 85129"/>
                <a:gd name="csY16" fmla="*/ 59698 h 131810"/>
                <a:gd name="csX17" fmla="*/ 21633 w 85129"/>
                <a:gd name="csY17" fmla="*/ 32741 h 131810"/>
                <a:gd name="csX18" fmla="*/ 27388 w 85129"/>
                <a:gd name="csY18" fmla="*/ 47805 h 131810"/>
                <a:gd name="csX19" fmla="*/ 42866 w 85129"/>
                <a:gd name="csY19" fmla="*/ 53553 h 131810"/>
                <a:gd name="csX20" fmla="*/ 57749 w 85129"/>
                <a:gd name="csY20" fmla="*/ 47805 h 131810"/>
                <a:gd name="csX21" fmla="*/ 63702 w 85129"/>
                <a:gd name="csY21" fmla="*/ 33732 h 131810"/>
                <a:gd name="csX22" fmla="*/ 57550 w 85129"/>
                <a:gd name="csY22" fmla="*/ 19064 h 131810"/>
                <a:gd name="csX23" fmla="*/ 42667 w 85129"/>
                <a:gd name="csY23" fmla="*/ 13118 h 131810"/>
                <a:gd name="csX24" fmla="*/ 27586 w 85129"/>
                <a:gd name="csY24" fmla="*/ 18866 h 131810"/>
                <a:gd name="csX25" fmla="*/ 21633 w 85129"/>
                <a:gd name="csY25" fmla="*/ 32741 h 131810"/>
                <a:gd name="csX26" fmla="*/ 16474 w 85129"/>
                <a:gd name="csY26" fmla="*/ 92403 h 131810"/>
                <a:gd name="csX27" fmla="*/ 19649 w 85129"/>
                <a:gd name="csY27" fmla="*/ 105485 h 131810"/>
                <a:gd name="csX28" fmla="*/ 29372 w 85129"/>
                <a:gd name="csY28" fmla="*/ 115395 h 131810"/>
                <a:gd name="csX29" fmla="*/ 42866 w 85129"/>
                <a:gd name="csY29" fmla="*/ 118765 h 131810"/>
                <a:gd name="csX30" fmla="*/ 61717 w 85129"/>
                <a:gd name="csY30" fmla="*/ 111629 h 131810"/>
                <a:gd name="csX31" fmla="*/ 69059 w 85129"/>
                <a:gd name="csY31" fmla="*/ 92997 h 131810"/>
                <a:gd name="csX32" fmla="*/ 61320 w 85129"/>
                <a:gd name="csY32" fmla="*/ 73969 h 131810"/>
                <a:gd name="csX33" fmla="*/ 42469 w 85129"/>
                <a:gd name="csY33" fmla="*/ 66437 h 131810"/>
                <a:gd name="csX34" fmla="*/ 23816 w 85129"/>
                <a:gd name="csY34" fmla="*/ 73969 h 131810"/>
                <a:gd name="csX35" fmla="*/ 16474 w 85129"/>
                <a:gd name="csY35" fmla="*/ 92403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85129" h="131810">
                  <a:moveTo>
                    <a:pt x="24808" y="59698"/>
                  </a:moveTo>
                  <a:cubicBezTo>
                    <a:pt x="18160" y="57319"/>
                    <a:pt x="13299" y="53900"/>
                    <a:pt x="10124" y="49391"/>
                  </a:cubicBezTo>
                  <a:cubicBezTo>
                    <a:pt x="6949" y="44931"/>
                    <a:pt x="5361" y="39579"/>
                    <a:pt x="5361" y="33336"/>
                  </a:cubicBezTo>
                  <a:cubicBezTo>
                    <a:pt x="5361" y="23970"/>
                    <a:pt x="8734" y="16091"/>
                    <a:pt x="15481" y="9748"/>
                  </a:cubicBezTo>
                  <a:cubicBezTo>
                    <a:pt x="22228" y="3307"/>
                    <a:pt x="31207" y="36"/>
                    <a:pt x="42469" y="36"/>
                  </a:cubicBezTo>
                  <a:cubicBezTo>
                    <a:pt x="53681" y="36"/>
                    <a:pt x="62759" y="3356"/>
                    <a:pt x="69655" y="9947"/>
                  </a:cubicBezTo>
                  <a:cubicBezTo>
                    <a:pt x="76501" y="16438"/>
                    <a:pt x="79974" y="24367"/>
                    <a:pt x="79974" y="33732"/>
                  </a:cubicBezTo>
                  <a:cubicBezTo>
                    <a:pt x="79974" y="39678"/>
                    <a:pt x="78386" y="44931"/>
                    <a:pt x="75211" y="49391"/>
                  </a:cubicBezTo>
                  <a:cubicBezTo>
                    <a:pt x="72135" y="53900"/>
                    <a:pt x="67373" y="57319"/>
                    <a:pt x="60924" y="59698"/>
                  </a:cubicBezTo>
                  <a:cubicBezTo>
                    <a:pt x="68861" y="62225"/>
                    <a:pt x="74864" y="66388"/>
                    <a:pt x="78981" y="72185"/>
                  </a:cubicBezTo>
                  <a:cubicBezTo>
                    <a:pt x="83198" y="77884"/>
                    <a:pt x="85331" y="84772"/>
                    <a:pt x="85331" y="92799"/>
                  </a:cubicBezTo>
                  <a:cubicBezTo>
                    <a:pt x="85331" y="103800"/>
                    <a:pt x="81412" y="113017"/>
                    <a:pt x="73624" y="120549"/>
                  </a:cubicBezTo>
                  <a:cubicBezTo>
                    <a:pt x="65785" y="128081"/>
                    <a:pt x="55466" y="131847"/>
                    <a:pt x="42667" y="131847"/>
                  </a:cubicBezTo>
                  <a:cubicBezTo>
                    <a:pt x="29967" y="131847"/>
                    <a:pt x="19698" y="128081"/>
                    <a:pt x="11909" y="120549"/>
                  </a:cubicBezTo>
                  <a:cubicBezTo>
                    <a:pt x="4071" y="113017"/>
                    <a:pt x="202" y="103651"/>
                    <a:pt x="202" y="92403"/>
                  </a:cubicBezTo>
                  <a:cubicBezTo>
                    <a:pt x="202" y="83979"/>
                    <a:pt x="2285" y="76893"/>
                    <a:pt x="6552" y="71194"/>
                  </a:cubicBezTo>
                  <a:cubicBezTo>
                    <a:pt x="10768" y="65545"/>
                    <a:pt x="16870" y="61680"/>
                    <a:pt x="24808" y="59698"/>
                  </a:cubicBezTo>
                  <a:close/>
                  <a:moveTo>
                    <a:pt x="21633" y="32741"/>
                  </a:moveTo>
                  <a:cubicBezTo>
                    <a:pt x="21633" y="38836"/>
                    <a:pt x="23518" y="43841"/>
                    <a:pt x="27388" y="47805"/>
                  </a:cubicBezTo>
                  <a:cubicBezTo>
                    <a:pt x="31356" y="51670"/>
                    <a:pt x="36516" y="53553"/>
                    <a:pt x="42866" y="53553"/>
                  </a:cubicBezTo>
                  <a:cubicBezTo>
                    <a:pt x="48918" y="53553"/>
                    <a:pt x="53879" y="51670"/>
                    <a:pt x="57749" y="47805"/>
                  </a:cubicBezTo>
                  <a:cubicBezTo>
                    <a:pt x="61717" y="43990"/>
                    <a:pt x="63702" y="39282"/>
                    <a:pt x="63702" y="33732"/>
                  </a:cubicBezTo>
                  <a:cubicBezTo>
                    <a:pt x="63702" y="27934"/>
                    <a:pt x="61618" y="23029"/>
                    <a:pt x="57550" y="19064"/>
                  </a:cubicBezTo>
                  <a:cubicBezTo>
                    <a:pt x="53581" y="15100"/>
                    <a:pt x="48620" y="13118"/>
                    <a:pt x="42667" y="13118"/>
                  </a:cubicBezTo>
                  <a:cubicBezTo>
                    <a:pt x="36565" y="13118"/>
                    <a:pt x="31555" y="15051"/>
                    <a:pt x="27586" y="18866"/>
                  </a:cubicBezTo>
                  <a:cubicBezTo>
                    <a:pt x="23617" y="22731"/>
                    <a:pt x="21633" y="27340"/>
                    <a:pt x="21633" y="32741"/>
                  </a:cubicBezTo>
                  <a:close/>
                  <a:moveTo>
                    <a:pt x="16474" y="92403"/>
                  </a:moveTo>
                  <a:cubicBezTo>
                    <a:pt x="16474" y="96912"/>
                    <a:pt x="17515" y="101273"/>
                    <a:pt x="19649" y="105485"/>
                  </a:cubicBezTo>
                  <a:cubicBezTo>
                    <a:pt x="21881" y="109746"/>
                    <a:pt x="25106" y="113017"/>
                    <a:pt x="29372" y="115395"/>
                  </a:cubicBezTo>
                  <a:cubicBezTo>
                    <a:pt x="33589" y="117675"/>
                    <a:pt x="38103" y="118765"/>
                    <a:pt x="42866" y="118765"/>
                  </a:cubicBezTo>
                  <a:cubicBezTo>
                    <a:pt x="50506" y="118765"/>
                    <a:pt x="56806" y="116386"/>
                    <a:pt x="61717" y="111629"/>
                  </a:cubicBezTo>
                  <a:cubicBezTo>
                    <a:pt x="66579" y="106773"/>
                    <a:pt x="69059" y="100530"/>
                    <a:pt x="69059" y="92997"/>
                  </a:cubicBezTo>
                  <a:cubicBezTo>
                    <a:pt x="69059" y="85366"/>
                    <a:pt x="66480" y="79024"/>
                    <a:pt x="61320" y="73969"/>
                  </a:cubicBezTo>
                  <a:cubicBezTo>
                    <a:pt x="56260" y="68964"/>
                    <a:pt x="50009" y="66437"/>
                    <a:pt x="42469" y="66437"/>
                  </a:cubicBezTo>
                  <a:cubicBezTo>
                    <a:pt x="34928" y="66437"/>
                    <a:pt x="28677" y="68964"/>
                    <a:pt x="23816" y="73969"/>
                  </a:cubicBezTo>
                  <a:cubicBezTo>
                    <a:pt x="18904" y="78875"/>
                    <a:pt x="16474" y="85019"/>
                    <a:pt x="16474" y="92403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86" name="Freihandform: Form 1385">
            <a:extLst>
              <a:ext uri="{FF2B5EF4-FFF2-40B4-BE49-F238E27FC236}">
                <a16:creationId xmlns:a16="http://schemas.microsoft.com/office/drawing/2014/main" id="{0C300C1B-CA8F-43BE-4D5A-30993D8A09C6}"/>
              </a:ext>
            </a:extLst>
          </p:cNvPr>
          <p:cNvSpPr/>
          <p:nvPr/>
        </p:nvSpPr>
        <p:spPr>
          <a:xfrm>
            <a:off x="1631570" y="1576451"/>
            <a:ext cx="93052" cy="145434"/>
          </a:xfrm>
          <a:custGeom>
            <a:avLst/>
            <a:gdLst>
              <a:gd name="csX0" fmla="*/ 74 w 84335"/>
              <a:gd name="csY0" fmla="*/ 66080 h 131810"/>
              <a:gd name="csX1" fmla="*/ 4638 w 84335"/>
              <a:gd name="csY1" fmla="*/ 29212 h 131810"/>
              <a:gd name="csX2" fmla="*/ 18727 w 84335"/>
              <a:gd name="csY2" fmla="*/ 7607 h 131810"/>
              <a:gd name="csX3" fmla="*/ 42143 w 84335"/>
              <a:gd name="csY3" fmla="*/ 75 h 131810"/>
              <a:gd name="csX4" fmla="*/ 60399 w 84335"/>
              <a:gd name="csY4" fmla="*/ 4238 h 131810"/>
              <a:gd name="csX5" fmla="*/ 73298 w 84335"/>
              <a:gd name="csY5" fmla="*/ 16329 h 131810"/>
              <a:gd name="csX6" fmla="*/ 81434 w 84335"/>
              <a:gd name="csY6" fmla="*/ 35555 h 131810"/>
              <a:gd name="csX7" fmla="*/ 84410 w 84335"/>
              <a:gd name="csY7" fmla="*/ 66080 h 131810"/>
              <a:gd name="csX8" fmla="*/ 79648 w 84335"/>
              <a:gd name="csY8" fmla="*/ 102749 h 131810"/>
              <a:gd name="csX9" fmla="*/ 65559 w 84335"/>
              <a:gd name="csY9" fmla="*/ 124354 h 131810"/>
              <a:gd name="csX10" fmla="*/ 42143 w 84335"/>
              <a:gd name="csY10" fmla="*/ 131886 h 131810"/>
              <a:gd name="csX11" fmla="*/ 12774 w 84335"/>
              <a:gd name="csY11" fmla="*/ 118606 h 131810"/>
              <a:gd name="csX12" fmla="*/ 74 w 84335"/>
              <a:gd name="csY12" fmla="*/ 66080 h 131810"/>
              <a:gd name="csX13" fmla="*/ 16346 w 84335"/>
              <a:gd name="csY13" fmla="*/ 66080 h 131810"/>
              <a:gd name="csX14" fmla="*/ 23688 w 84335"/>
              <a:gd name="csY14" fmla="*/ 108299 h 131810"/>
              <a:gd name="csX15" fmla="*/ 42143 w 84335"/>
              <a:gd name="csY15" fmla="*/ 118804 h 131810"/>
              <a:gd name="csX16" fmla="*/ 60399 w 84335"/>
              <a:gd name="csY16" fmla="*/ 108299 h 131810"/>
              <a:gd name="csX17" fmla="*/ 67940 w 84335"/>
              <a:gd name="csY17" fmla="*/ 66080 h 131810"/>
              <a:gd name="csX18" fmla="*/ 60399 w 84335"/>
              <a:gd name="csY18" fmla="*/ 23662 h 131810"/>
              <a:gd name="csX19" fmla="*/ 41944 w 84335"/>
              <a:gd name="csY19" fmla="*/ 13157 h 131810"/>
              <a:gd name="csX20" fmla="*/ 24482 w 84335"/>
              <a:gd name="csY20" fmla="*/ 22473 h 131810"/>
              <a:gd name="csX21" fmla="*/ 16346 w 84335"/>
              <a:gd name="csY21" fmla="*/ 66080 h 13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84335" h="131810">
                <a:moveTo>
                  <a:pt x="74" y="66080"/>
                </a:moveTo>
                <a:cubicBezTo>
                  <a:pt x="74" y="50768"/>
                  <a:pt x="1562" y="38479"/>
                  <a:pt x="4638" y="29212"/>
                </a:cubicBezTo>
                <a:cubicBezTo>
                  <a:pt x="7813" y="19847"/>
                  <a:pt x="12476" y="12662"/>
                  <a:pt x="18727" y="7607"/>
                </a:cubicBezTo>
                <a:cubicBezTo>
                  <a:pt x="24928" y="2602"/>
                  <a:pt x="32717" y="75"/>
                  <a:pt x="42143" y="75"/>
                </a:cubicBezTo>
                <a:cubicBezTo>
                  <a:pt x="49138" y="75"/>
                  <a:pt x="55240" y="1463"/>
                  <a:pt x="60399" y="4238"/>
                </a:cubicBezTo>
                <a:cubicBezTo>
                  <a:pt x="65658" y="7013"/>
                  <a:pt x="69974" y="11076"/>
                  <a:pt x="73298" y="16329"/>
                </a:cubicBezTo>
                <a:cubicBezTo>
                  <a:pt x="76721" y="21631"/>
                  <a:pt x="79449" y="28023"/>
                  <a:pt x="81434" y="35555"/>
                </a:cubicBezTo>
                <a:cubicBezTo>
                  <a:pt x="83418" y="43087"/>
                  <a:pt x="84410" y="53295"/>
                  <a:pt x="84410" y="66080"/>
                </a:cubicBezTo>
                <a:cubicBezTo>
                  <a:pt x="84410" y="81144"/>
                  <a:pt x="82823" y="93384"/>
                  <a:pt x="79648" y="102749"/>
                </a:cubicBezTo>
                <a:cubicBezTo>
                  <a:pt x="76473" y="112015"/>
                  <a:pt x="71760" y="119201"/>
                  <a:pt x="65559" y="124354"/>
                </a:cubicBezTo>
                <a:cubicBezTo>
                  <a:pt x="59457" y="129409"/>
                  <a:pt x="51668" y="131886"/>
                  <a:pt x="42143" y="131886"/>
                </a:cubicBezTo>
                <a:cubicBezTo>
                  <a:pt x="29691" y="131886"/>
                  <a:pt x="19918" y="127476"/>
                  <a:pt x="12774" y="118606"/>
                </a:cubicBezTo>
                <a:cubicBezTo>
                  <a:pt x="4291" y="107803"/>
                  <a:pt x="74" y="90262"/>
                  <a:pt x="74" y="66080"/>
                </a:cubicBezTo>
                <a:close/>
                <a:moveTo>
                  <a:pt x="16346" y="66080"/>
                </a:moveTo>
                <a:cubicBezTo>
                  <a:pt x="16346" y="87239"/>
                  <a:pt x="18777" y="101312"/>
                  <a:pt x="23688" y="108299"/>
                </a:cubicBezTo>
                <a:cubicBezTo>
                  <a:pt x="28699" y="115336"/>
                  <a:pt x="34850" y="118804"/>
                  <a:pt x="42143" y="118804"/>
                </a:cubicBezTo>
                <a:cubicBezTo>
                  <a:pt x="49386" y="118804"/>
                  <a:pt x="55488" y="115336"/>
                  <a:pt x="60399" y="108299"/>
                </a:cubicBezTo>
                <a:cubicBezTo>
                  <a:pt x="65410" y="101312"/>
                  <a:pt x="67940" y="87239"/>
                  <a:pt x="67940" y="66080"/>
                </a:cubicBezTo>
                <a:cubicBezTo>
                  <a:pt x="67940" y="44822"/>
                  <a:pt x="65410" y="30699"/>
                  <a:pt x="60399" y="23662"/>
                </a:cubicBezTo>
                <a:cubicBezTo>
                  <a:pt x="55488" y="16675"/>
                  <a:pt x="49336" y="13157"/>
                  <a:pt x="41944" y="13157"/>
                </a:cubicBezTo>
                <a:cubicBezTo>
                  <a:pt x="34652" y="13157"/>
                  <a:pt x="28848" y="16279"/>
                  <a:pt x="24482" y="22473"/>
                </a:cubicBezTo>
                <a:cubicBezTo>
                  <a:pt x="19025" y="30303"/>
                  <a:pt x="16346" y="44822"/>
                  <a:pt x="16346" y="66080"/>
                </a:cubicBezTo>
                <a:close/>
              </a:path>
            </a:pathLst>
          </a:custGeom>
          <a:solidFill>
            <a:srgbClr val="000000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387" name="Grafik 637">
            <a:extLst>
              <a:ext uri="{FF2B5EF4-FFF2-40B4-BE49-F238E27FC236}">
                <a16:creationId xmlns:a16="http://schemas.microsoft.com/office/drawing/2014/main" id="{AABCEFA4-9747-79CF-A1F6-81B9B7CC15D9}"/>
              </a:ext>
            </a:extLst>
          </p:cNvPr>
          <p:cNvGrpSpPr/>
          <p:nvPr/>
        </p:nvGrpSpPr>
        <p:grpSpPr>
          <a:xfrm>
            <a:off x="943755" y="2125058"/>
            <a:ext cx="370614" cy="145434"/>
            <a:chOff x="6672449" y="6500093"/>
            <a:chExt cx="335895" cy="131810"/>
          </a:xfrm>
          <a:solidFill>
            <a:srgbClr val="000000"/>
          </a:solidFill>
        </p:grpSpPr>
        <p:sp>
          <p:nvSpPr>
            <p:cNvPr id="1388" name="Freihandform: Form 1387">
              <a:extLst>
                <a:ext uri="{FF2B5EF4-FFF2-40B4-BE49-F238E27FC236}">
                  <a16:creationId xmlns:a16="http://schemas.microsoft.com/office/drawing/2014/main" id="{D2F0624E-297B-E720-A484-83224BAE5E0B}"/>
                </a:ext>
              </a:extLst>
            </p:cNvPr>
            <p:cNvSpPr/>
            <p:nvPr/>
          </p:nvSpPr>
          <p:spPr>
            <a:xfrm>
              <a:off x="6672449" y="6500093"/>
              <a:ext cx="84335" cy="131810"/>
            </a:xfrm>
            <a:custGeom>
              <a:avLst/>
              <a:gdLst>
                <a:gd name="csX0" fmla="*/ 25 w 84335"/>
                <a:gd name="csY0" fmla="*/ 66119 h 131810"/>
                <a:gd name="csX1" fmla="*/ 4589 w 84335"/>
                <a:gd name="csY1" fmla="*/ 29252 h 131810"/>
                <a:gd name="csX2" fmla="*/ 18678 w 84335"/>
                <a:gd name="csY2" fmla="*/ 7646 h 131810"/>
                <a:gd name="csX3" fmla="*/ 42094 w 84335"/>
                <a:gd name="csY3" fmla="*/ 114 h 131810"/>
                <a:gd name="csX4" fmla="*/ 60350 w 84335"/>
                <a:gd name="csY4" fmla="*/ 4277 h 131810"/>
                <a:gd name="csX5" fmla="*/ 73249 w 84335"/>
                <a:gd name="csY5" fmla="*/ 16368 h 131810"/>
                <a:gd name="csX6" fmla="*/ 81384 w 84335"/>
                <a:gd name="csY6" fmla="*/ 35594 h 131810"/>
                <a:gd name="csX7" fmla="*/ 84361 w 84335"/>
                <a:gd name="csY7" fmla="*/ 66119 h 131810"/>
                <a:gd name="csX8" fmla="*/ 79599 w 84335"/>
                <a:gd name="csY8" fmla="*/ 102788 h 131810"/>
                <a:gd name="csX9" fmla="*/ 65509 w 84335"/>
                <a:gd name="csY9" fmla="*/ 124393 h 131810"/>
                <a:gd name="csX10" fmla="*/ 42094 w 84335"/>
                <a:gd name="csY10" fmla="*/ 131925 h 131810"/>
                <a:gd name="csX11" fmla="*/ 12725 w 84335"/>
                <a:gd name="csY11" fmla="*/ 118645 h 131810"/>
                <a:gd name="csX12" fmla="*/ 25 w 84335"/>
                <a:gd name="csY12" fmla="*/ 66119 h 131810"/>
                <a:gd name="csX13" fmla="*/ 16297 w 84335"/>
                <a:gd name="csY13" fmla="*/ 66119 h 131810"/>
                <a:gd name="csX14" fmla="*/ 23639 w 84335"/>
                <a:gd name="csY14" fmla="*/ 108338 h 131810"/>
                <a:gd name="csX15" fmla="*/ 42094 w 84335"/>
                <a:gd name="csY15" fmla="*/ 118843 h 131810"/>
                <a:gd name="csX16" fmla="*/ 60350 w 84335"/>
                <a:gd name="csY16" fmla="*/ 108338 h 131810"/>
                <a:gd name="csX17" fmla="*/ 67891 w 84335"/>
                <a:gd name="csY17" fmla="*/ 66119 h 131810"/>
                <a:gd name="csX18" fmla="*/ 60350 w 84335"/>
                <a:gd name="csY18" fmla="*/ 23702 h 131810"/>
                <a:gd name="csX19" fmla="*/ 41895 w 84335"/>
                <a:gd name="csY19" fmla="*/ 13196 h 131810"/>
                <a:gd name="csX20" fmla="*/ 24433 w 84335"/>
                <a:gd name="csY20" fmla="*/ 22512 h 131810"/>
                <a:gd name="csX21" fmla="*/ 16297 w 84335"/>
                <a:gd name="csY21" fmla="*/ 66119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335" h="131810">
                  <a:moveTo>
                    <a:pt x="25" y="66119"/>
                  </a:moveTo>
                  <a:cubicBezTo>
                    <a:pt x="25" y="50807"/>
                    <a:pt x="1513" y="38518"/>
                    <a:pt x="4589" y="29252"/>
                  </a:cubicBezTo>
                  <a:cubicBezTo>
                    <a:pt x="7764" y="19886"/>
                    <a:pt x="12427" y="12701"/>
                    <a:pt x="18678" y="7646"/>
                  </a:cubicBezTo>
                  <a:cubicBezTo>
                    <a:pt x="24879" y="2642"/>
                    <a:pt x="32668" y="114"/>
                    <a:pt x="42094" y="114"/>
                  </a:cubicBezTo>
                  <a:cubicBezTo>
                    <a:pt x="49089" y="114"/>
                    <a:pt x="55191" y="1502"/>
                    <a:pt x="60350" y="4277"/>
                  </a:cubicBezTo>
                  <a:cubicBezTo>
                    <a:pt x="65609" y="7052"/>
                    <a:pt x="69925" y="11115"/>
                    <a:pt x="73249" y="16368"/>
                  </a:cubicBezTo>
                  <a:cubicBezTo>
                    <a:pt x="76672" y="21670"/>
                    <a:pt x="79400" y="28062"/>
                    <a:pt x="81384" y="35594"/>
                  </a:cubicBezTo>
                  <a:cubicBezTo>
                    <a:pt x="83369" y="43126"/>
                    <a:pt x="84361" y="53334"/>
                    <a:pt x="84361" y="66119"/>
                  </a:cubicBezTo>
                  <a:cubicBezTo>
                    <a:pt x="84361" y="81183"/>
                    <a:pt x="82774" y="93423"/>
                    <a:pt x="79599" y="102788"/>
                  </a:cubicBezTo>
                  <a:cubicBezTo>
                    <a:pt x="76424" y="112055"/>
                    <a:pt x="71711" y="119240"/>
                    <a:pt x="65509" y="124393"/>
                  </a:cubicBezTo>
                  <a:cubicBezTo>
                    <a:pt x="59407" y="129448"/>
                    <a:pt x="51619" y="131925"/>
                    <a:pt x="42094" y="131925"/>
                  </a:cubicBezTo>
                  <a:cubicBezTo>
                    <a:pt x="29642" y="131925"/>
                    <a:pt x="19869" y="127515"/>
                    <a:pt x="12725" y="118645"/>
                  </a:cubicBezTo>
                  <a:cubicBezTo>
                    <a:pt x="4242" y="107843"/>
                    <a:pt x="25" y="90301"/>
                    <a:pt x="25" y="66119"/>
                  </a:cubicBezTo>
                  <a:close/>
                  <a:moveTo>
                    <a:pt x="16297" y="66119"/>
                  </a:moveTo>
                  <a:cubicBezTo>
                    <a:pt x="16297" y="87278"/>
                    <a:pt x="18728" y="101351"/>
                    <a:pt x="23639" y="108338"/>
                  </a:cubicBezTo>
                  <a:cubicBezTo>
                    <a:pt x="28650" y="115375"/>
                    <a:pt x="34801" y="118843"/>
                    <a:pt x="42094" y="118843"/>
                  </a:cubicBezTo>
                  <a:cubicBezTo>
                    <a:pt x="49337" y="118843"/>
                    <a:pt x="55439" y="115375"/>
                    <a:pt x="60350" y="108338"/>
                  </a:cubicBezTo>
                  <a:cubicBezTo>
                    <a:pt x="65361" y="101351"/>
                    <a:pt x="67891" y="87278"/>
                    <a:pt x="67891" y="66119"/>
                  </a:cubicBezTo>
                  <a:cubicBezTo>
                    <a:pt x="67891" y="44861"/>
                    <a:pt x="65361" y="30738"/>
                    <a:pt x="60350" y="23702"/>
                  </a:cubicBezTo>
                  <a:cubicBezTo>
                    <a:pt x="55439" y="16715"/>
                    <a:pt x="49287" y="13196"/>
                    <a:pt x="41895" y="13196"/>
                  </a:cubicBezTo>
                  <a:cubicBezTo>
                    <a:pt x="34603" y="13196"/>
                    <a:pt x="28799" y="16318"/>
                    <a:pt x="24433" y="22512"/>
                  </a:cubicBezTo>
                  <a:cubicBezTo>
                    <a:pt x="18976" y="30342"/>
                    <a:pt x="16297" y="44861"/>
                    <a:pt x="16297" y="66119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9" name="Freihandform: Form 1388">
              <a:extLst>
                <a:ext uri="{FF2B5EF4-FFF2-40B4-BE49-F238E27FC236}">
                  <a16:creationId xmlns:a16="http://schemas.microsoft.com/office/drawing/2014/main" id="{A857AFCA-031F-770B-EBEF-8BAEA1140E9C}"/>
                </a:ext>
              </a:extLst>
            </p:cNvPr>
            <p:cNvSpPr/>
            <p:nvPr/>
          </p:nvSpPr>
          <p:spPr>
            <a:xfrm>
              <a:off x="6781862" y="6611686"/>
              <a:ext cx="18057" cy="18037"/>
            </a:xfrm>
            <a:custGeom>
              <a:avLst/>
              <a:gdLst>
                <a:gd name="csX0" fmla="*/ 33 w 18057"/>
                <a:gd name="csY0" fmla="*/ 18152 h 18037"/>
                <a:gd name="csX1" fmla="*/ 33 w 18057"/>
                <a:gd name="csY1" fmla="*/ 114 h 18037"/>
                <a:gd name="csX2" fmla="*/ 18091 w 18057"/>
                <a:gd name="csY2" fmla="*/ 114 h 18037"/>
                <a:gd name="csX3" fmla="*/ 18091 w 18057"/>
                <a:gd name="csY3" fmla="*/ 18152 h 180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7" h="18037">
                  <a:moveTo>
                    <a:pt x="33" y="18152"/>
                  </a:moveTo>
                  <a:lnTo>
                    <a:pt x="33" y="114"/>
                  </a:lnTo>
                  <a:lnTo>
                    <a:pt x="18091" y="114"/>
                  </a:lnTo>
                  <a:lnTo>
                    <a:pt x="18091" y="18152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0" name="Freihandform: Form 1389">
              <a:extLst>
                <a:ext uri="{FF2B5EF4-FFF2-40B4-BE49-F238E27FC236}">
                  <a16:creationId xmlns:a16="http://schemas.microsoft.com/office/drawing/2014/main" id="{7AFD6AEC-A829-B33F-E83D-5BD390434DBC}"/>
                </a:ext>
              </a:extLst>
            </p:cNvPr>
            <p:cNvSpPr/>
            <p:nvPr/>
          </p:nvSpPr>
          <p:spPr>
            <a:xfrm>
              <a:off x="6817970" y="6500687"/>
              <a:ext cx="89296" cy="129036"/>
            </a:xfrm>
            <a:custGeom>
              <a:avLst/>
              <a:gdLst>
                <a:gd name="csX0" fmla="*/ 55996 w 89296"/>
                <a:gd name="csY0" fmla="*/ 129150 h 129036"/>
                <a:gd name="csX1" fmla="*/ 55996 w 89296"/>
                <a:gd name="csY1" fmla="*/ 98229 h 129036"/>
                <a:gd name="csX2" fmla="*/ 37 w 89296"/>
                <a:gd name="csY2" fmla="*/ 98229 h 129036"/>
                <a:gd name="csX3" fmla="*/ 37 w 89296"/>
                <a:gd name="csY3" fmla="*/ 83760 h 129036"/>
                <a:gd name="csX4" fmla="*/ 58973 w 89296"/>
                <a:gd name="csY4" fmla="*/ 114 h 129036"/>
                <a:gd name="csX5" fmla="*/ 71871 w 89296"/>
                <a:gd name="csY5" fmla="*/ 114 h 129036"/>
                <a:gd name="csX6" fmla="*/ 71871 w 89296"/>
                <a:gd name="csY6" fmla="*/ 83760 h 129036"/>
                <a:gd name="csX7" fmla="*/ 89334 w 89296"/>
                <a:gd name="csY7" fmla="*/ 83760 h 129036"/>
                <a:gd name="csX8" fmla="*/ 89334 w 89296"/>
                <a:gd name="csY8" fmla="*/ 98229 h 129036"/>
                <a:gd name="csX9" fmla="*/ 71871 w 89296"/>
                <a:gd name="csY9" fmla="*/ 98229 h 129036"/>
                <a:gd name="csX10" fmla="*/ 71871 w 89296"/>
                <a:gd name="csY10" fmla="*/ 129150 h 129036"/>
                <a:gd name="csX11" fmla="*/ 55996 w 89296"/>
                <a:gd name="csY11" fmla="*/ 83760 h 129036"/>
                <a:gd name="csX12" fmla="*/ 55996 w 89296"/>
                <a:gd name="csY12" fmla="*/ 25486 h 129036"/>
                <a:gd name="csX13" fmla="*/ 15515 w 89296"/>
                <a:gd name="csY13" fmla="*/ 83760 h 129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9296" h="129036">
                  <a:moveTo>
                    <a:pt x="55996" y="129150"/>
                  </a:moveTo>
                  <a:lnTo>
                    <a:pt x="55996" y="98229"/>
                  </a:lnTo>
                  <a:lnTo>
                    <a:pt x="37" y="98229"/>
                  </a:lnTo>
                  <a:lnTo>
                    <a:pt x="37" y="83760"/>
                  </a:lnTo>
                  <a:lnTo>
                    <a:pt x="58973" y="114"/>
                  </a:lnTo>
                  <a:lnTo>
                    <a:pt x="71871" y="114"/>
                  </a:lnTo>
                  <a:lnTo>
                    <a:pt x="71871" y="83760"/>
                  </a:lnTo>
                  <a:lnTo>
                    <a:pt x="89334" y="83760"/>
                  </a:lnTo>
                  <a:lnTo>
                    <a:pt x="89334" y="98229"/>
                  </a:lnTo>
                  <a:lnTo>
                    <a:pt x="71871" y="98229"/>
                  </a:lnTo>
                  <a:lnTo>
                    <a:pt x="71871" y="129150"/>
                  </a:lnTo>
                  <a:close/>
                  <a:moveTo>
                    <a:pt x="55996" y="83760"/>
                  </a:moveTo>
                  <a:lnTo>
                    <a:pt x="55996" y="25486"/>
                  </a:lnTo>
                  <a:lnTo>
                    <a:pt x="15515" y="837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1" name="Freihandform: Form 1390">
              <a:extLst>
                <a:ext uri="{FF2B5EF4-FFF2-40B4-BE49-F238E27FC236}">
                  <a16:creationId xmlns:a16="http://schemas.microsoft.com/office/drawing/2014/main" id="{3B67EA41-9DFB-7F08-F848-8E4D22A5BD4F}"/>
                </a:ext>
              </a:extLst>
            </p:cNvPr>
            <p:cNvSpPr/>
            <p:nvPr/>
          </p:nvSpPr>
          <p:spPr>
            <a:xfrm>
              <a:off x="6924605" y="6502273"/>
              <a:ext cx="83740" cy="127450"/>
            </a:xfrm>
            <a:custGeom>
              <a:avLst/>
              <a:gdLst>
                <a:gd name="csX0" fmla="*/ 45 w 83740"/>
                <a:gd name="csY0" fmla="*/ 15377 h 127450"/>
                <a:gd name="csX1" fmla="*/ 45 w 83740"/>
                <a:gd name="csY1" fmla="*/ 114 h 127450"/>
                <a:gd name="csX2" fmla="*/ 83785 w 83740"/>
                <a:gd name="csY2" fmla="*/ 114 h 127450"/>
                <a:gd name="csX3" fmla="*/ 83785 w 83740"/>
                <a:gd name="csY3" fmla="*/ 12404 h 127450"/>
                <a:gd name="csX4" fmla="*/ 59179 w 83740"/>
                <a:gd name="csY4" fmla="*/ 47289 h 127450"/>
                <a:gd name="csX5" fmla="*/ 40526 w 83740"/>
                <a:gd name="csY5" fmla="*/ 92085 h 127450"/>
                <a:gd name="csX6" fmla="*/ 34375 w 83740"/>
                <a:gd name="csY6" fmla="*/ 127565 h 127450"/>
                <a:gd name="csX7" fmla="*/ 18103 w 83740"/>
                <a:gd name="csY7" fmla="*/ 127565 h 127450"/>
                <a:gd name="csX8" fmla="*/ 24056 w 83740"/>
                <a:gd name="csY8" fmla="*/ 90697 h 127450"/>
                <a:gd name="csX9" fmla="*/ 40526 w 83740"/>
                <a:gd name="csY9" fmla="*/ 49073 h 127450"/>
                <a:gd name="csX10" fmla="*/ 63346 w 83740"/>
                <a:gd name="csY10" fmla="*/ 15377 h 127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3740" h="127450">
                  <a:moveTo>
                    <a:pt x="45" y="15377"/>
                  </a:moveTo>
                  <a:lnTo>
                    <a:pt x="45" y="114"/>
                  </a:lnTo>
                  <a:lnTo>
                    <a:pt x="83785" y="114"/>
                  </a:lnTo>
                  <a:lnTo>
                    <a:pt x="83785" y="12404"/>
                  </a:lnTo>
                  <a:cubicBezTo>
                    <a:pt x="75550" y="21125"/>
                    <a:pt x="67365" y="32770"/>
                    <a:pt x="59179" y="47289"/>
                  </a:cubicBezTo>
                  <a:cubicBezTo>
                    <a:pt x="51093" y="61857"/>
                    <a:pt x="44892" y="76773"/>
                    <a:pt x="40526" y="92085"/>
                  </a:cubicBezTo>
                  <a:cubicBezTo>
                    <a:pt x="37351" y="102937"/>
                    <a:pt x="35267" y="114780"/>
                    <a:pt x="34375" y="127565"/>
                  </a:cubicBezTo>
                  <a:lnTo>
                    <a:pt x="18103" y="127565"/>
                  </a:lnTo>
                  <a:cubicBezTo>
                    <a:pt x="18351" y="117406"/>
                    <a:pt x="20335" y="105117"/>
                    <a:pt x="24056" y="90697"/>
                  </a:cubicBezTo>
                  <a:cubicBezTo>
                    <a:pt x="27876" y="76327"/>
                    <a:pt x="33382" y="62452"/>
                    <a:pt x="40526" y="49073"/>
                  </a:cubicBezTo>
                  <a:cubicBezTo>
                    <a:pt x="47670" y="35743"/>
                    <a:pt x="55260" y="24495"/>
                    <a:pt x="63346" y="1537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92" name="Freihandform: Form 1391">
            <a:extLst>
              <a:ext uri="{FF2B5EF4-FFF2-40B4-BE49-F238E27FC236}">
                <a16:creationId xmlns:a16="http://schemas.microsoft.com/office/drawing/2014/main" id="{4E615F8F-F7E8-FCAD-79D4-AAB403F9549D}"/>
              </a:ext>
            </a:extLst>
          </p:cNvPr>
          <p:cNvSpPr/>
          <p:nvPr/>
        </p:nvSpPr>
        <p:spPr>
          <a:xfrm>
            <a:off x="2180837" y="2125058"/>
            <a:ext cx="93052" cy="145434"/>
          </a:xfrm>
          <a:custGeom>
            <a:avLst/>
            <a:gdLst>
              <a:gd name="csX0" fmla="*/ 113 w 84335"/>
              <a:gd name="csY0" fmla="*/ 66119 h 131810"/>
              <a:gd name="csX1" fmla="*/ 4677 w 84335"/>
              <a:gd name="csY1" fmla="*/ 29252 h 131810"/>
              <a:gd name="csX2" fmla="*/ 18766 w 84335"/>
              <a:gd name="csY2" fmla="*/ 7646 h 131810"/>
              <a:gd name="csX3" fmla="*/ 42182 w 84335"/>
              <a:gd name="csY3" fmla="*/ 114 h 131810"/>
              <a:gd name="csX4" fmla="*/ 60438 w 84335"/>
              <a:gd name="csY4" fmla="*/ 4277 h 131810"/>
              <a:gd name="csX5" fmla="*/ 73337 w 84335"/>
              <a:gd name="csY5" fmla="*/ 16368 h 131810"/>
              <a:gd name="csX6" fmla="*/ 81473 w 84335"/>
              <a:gd name="csY6" fmla="*/ 35594 h 131810"/>
              <a:gd name="csX7" fmla="*/ 84449 w 84335"/>
              <a:gd name="csY7" fmla="*/ 66119 h 131810"/>
              <a:gd name="csX8" fmla="*/ 79687 w 84335"/>
              <a:gd name="csY8" fmla="*/ 102788 h 131810"/>
              <a:gd name="csX9" fmla="*/ 65598 w 84335"/>
              <a:gd name="csY9" fmla="*/ 124393 h 131810"/>
              <a:gd name="csX10" fmla="*/ 42182 w 84335"/>
              <a:gd name="csY10" fmla="*/ 131925 h 131810"/>
              <a:gd name="csX11" fmla="*/ 12813 w 84335"/>
              <a:gd name="csY11" fmla="*/ 118645 h 131810"/>
              <a:gd name="csX12" fmla="*/ 113 w 84335"/>
              <a:gd name="csY12" fmla="*/ 66119 h 131810"/>
              <a:gd name="csX13" fmla="*/ 16385 w 84335"/>
              <a:gd name="csY13" fmla="*/ 66119 h 131810"/>
              <a:gd name="csX14" fmla="*/ 23727 w 84335"/>
              <a:gd name="csY14" fmla="*/ 108338 h 131810"/>
              <a:gd name="csX15" fmla="*/ 42182 w 84335"/>
              <a:gd name="csY15" fmla="*/ 118843 h 131810"/>
              <a:gd name="csX16" fmla="*/ 60438 w 84335"/>
              <a:gd name="csY16" fmla="*/ 108338 h 131810"/>
              <a:gd name="csX17" fmla="*/ 67979 w 84335"/>
              <a:gd name="csY17" fmla="*/ 66119 h 131810"/>
              <a:gd name="csX18" fmla="*/ 60438 w 84335"/>
              <a:gd name="csY18" fmla="*/ 23702 h 131810"/>
              <a:gd name="csX19" fmla="*/ 41984 w 84335"/>
              <a:gd name="csY19" fmla="*/ 13196 h 131810"/>
              <a:gd name="csX20" fmla="*/ 24521 w 84335"/>
              <a:gd name="csY20" fmla="*/ 22512 h 131810"/>
              <a:gd name="csX21" fmla="*/ 16385 w 84335"/>
              <a:gd name="csY21" fmla="*/ 66119 h 13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84335" h="131810">
                <a:moveTo>
                  <a:pt x="113" y="66119"/>
                </a:moveTo>
                <a:cubicBezTo>
                  <a:pt x="113" y="50807"/>
                  <a:pt x="1602" y="38518"/>
                  <a:pt x="4677" y="29252"/>
                </a:cubicBezTo>
                <a:cubicBezTo>
                  <a:pt x="7852" y="19886"/>
                  <a:pt x="12516" y="12701"/>
                  <a:pt x="18766" y="7646"/>
                </a:cubicBezTo>
                <a:cubicBezTo>
                  <a:pt x="24968" y="2642"/>
                  <a:pt x="32756" y="114"/>
                  <a:pt x="42182" y="114"/>
                </a:cubicBezTo>
                <a:cubicBezTo>
                  <a:pt x="49177" y="114"/>
                  <a:pt x="55279" y="1502"/>
                  <a:pt x="60438" y="4277"/>
                </a:cubicBezTo>
                <a:cubicBezTo>
                  <a:pt x="65697" y="7052"/>
                  <a:pt x="70013" y="11115"/>
                  <a:pt x="73337" y="16368"/>
                </a:cubicBezTo>
                <a:cubicBezTo>
                  <a:pt x="76760" y="21670"/>
                  <a:pt x="79488" y="28062"/>
                  <a:pt x="81473" y="35594"/>
                </a:cubicBezTo>
                <a:cubicBezTo>
                  <a:pt x="83457" y="43126"/>
                  <a:pt x="84449" y="53334"/>
                  <a:pt x="84449" y="66119"/>
                </a:cubicBezTo>
                <a:cubicBezTo>
                  <a:pt x="84449" y="81183"/>
                  <a:pt x="82862" y="93423"/>
                  <a:pt x="79687" y="102788"/>
                </a:cubicBezTo>
                <a:cubicBezTo>
                  <a:pt x="76512" y="112055"/>
                  <a:pt x="71799" y="119240"/>
                  <a:pt x="65598" y="124393"/>
                </a:cubicBezTo>
                <a:cubicBezTo>
                  <a:pt x="59496" y="129448"/>
                  <a:pt x="51707" y="131925"/>
                  <a:pt x="42182" y="131925"/>
                </a:cubicBezTo>
                <a:cubicBezTo>
                  <a:pt x="29730" y="131925"/>
                  <a:pt x="19957" y="127515"/>
                  <a:pt x="12813" y="118645"/>
                </a:cubicBezTo>
                <a:cubicBezTo>
                  <a:pt x="4330" y="107843"/>
                  <a:pt x="113" y="90301"/>
                  <a:pt x="113" y="66119"/>
                </a:cubicBezTo>
                <a:close/>
                <a:moveTo>
                  <a:pt x="16385" y="66119"/>
                </a:moveTo>
                <a:cubicBezTo>
                  <a:pt x="16385" y="87278"/>
                  <a:pt x="18816" y="101351"/>
                  <a:pt x="23727" y="108338"/>
                </a:cubicBezTo>
                <a:cubicBezTo>
                  <a:pt x="28738" y="115375"/>
                  <a:pt x="34890" y="118843"/>
                  <a:pt x="42182" y="118843"/>
                </a:cubicBezTo>
                <a:cubicBezTo>
                  <a:pt x="49425" y="118843"/>
                  <a:pt x="55527" y="115375"/>
                  <a:pt x="60438" y="108338"/>
                </a:cubicBezTo>
                <a:cubicBezTo>
                  <a:pt x="65449" y="101351"/>
                  <a:pt x="67979" y="87278"/>
                  <a:pt x="67979" y="66119"/>
                </a:cubicBezTo>
                <a:cubicBezTo>
                  <a:pt x="67979" y="44861"/>
                  <a:pt x="65449" y="30738"/>
                  <a:pt x="60438" y="23702"/>
                </a:cubicBezTo>
                <a:cubicBezTo>
                  <a:pt x="55527" y="16715"/>
                  <a:pt x="49375" y="13196"/>
                  <a:pt x="41984" y="13196"/>
                </a:cubicBezTo>
                <a:cubicBezTo>
                  <a:pt x="34691" y="13196"/>
                  <a:pt x="28887" y="16318"/>
                  <a:pt x="24521" y="22512"/>
                </a:cubicBezTo>
                <a:cubicBezTo>
                  <a:pt x="19064" y="30342"/>
                  <a:pt x="16385" y="44861"/>
                  <a:pt x="16385" y="66119"/>
                </a:cubicBezTo>
                <a:close/>
              </a:path>
            </a:pathLst>
          </a:custGeom>
          <a:solidFill>
            <a:srgbClr val="000000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393" name="Grafik 637">
            <a:extLst>
              <a:ext uri="{FF2B5EF4-FFF2-40B4-BE49-F238E27FC236}">
                <a16:creationId xmlns:a16="http://schemas.microsoft.com/office/drawing/2014/main" id="{5FC1F601-49A9-8423-4010-256B19A797A0}"/>
              </a:ext>
            </a:extLst>
          </p:cNvPr>
          <p:cNvGrpSpPr/>
          <p:nvPr/>
        </p:nvGrpSpPr>
        <p:grpSpPr>
          <a:xfrm>
            <a:off x="3140795" y="2125058"/>
            <a:ext cx="369957" cy="145434"/>
            <a:chOff x="8663672" y="6500093"/>
            <a:chExt cx="335300" cy="131810"/>
          </a:xfrm>
          <a:solidFill>
            <a:srgbClr val="000000"/>
          </a:solidFill>
        </p:grpSpPr>
        <p:sp>
          <p:nvSpPr>
            <p:cNvPr id="1394" name="Freihandform: Form 1393">
              <a:extLst>
                <a:ext uri="{FF2B5EF4-FFF2-40B4-BE49-F238E27FC236}">
                  <a16:creationId xmlns:a16="http://schemas.microsoft.com/office/drawing/2014/main" id="{B2B1688C-78D8-8B12-171F-B9D9380D29E3}"/>
                </a:ext>
              </a:extLst>
            </p:cNvPr>
            <p:cNvSpPr/>
            <p:nvPr/>
          </p:nvSpPr>
          <p:spPr>
            <a:xfrm>
              <a:off x="8663672" y="6500093"/>
              <a:ext cx="84335" cy="131810"/>
            </a:xfrm>
            <a:custGeom>
              <a:avLst/>
              <a:gdLst>
                <a:gd name="csX0" fmla="*/ 182 w 84335"/>
                <a:gd name="csY0" fmla="*/ 66119 h 131810"/>
                <a:gd name="csX1" fmla="*/ 4746 w 84335"/>
                <a:gd name="csY1" fmla="*/ 29252 h 131810"/>
                <a:gd name="csX2" fmla="*/ 18835 w 84335"/>
                <a:gd name="csY2" fmla="*/ 7646 h 131810"/>
                <a:gd name="csX3" fmla="*/ 42251 w 84335"/>
                <a:gd name="csY3" fmla="*/ 114 h 131810"/>
                <a:gd name="csX4" fmla="*/ 60507 w 84335"/>
                <a:gd name="csY4" fmla="*/ 4277 h 131810"/>
                <a:gd name="csX5" fmla="*/ 73405 w 84335"/>
                <a:gd name="csY5" fmla="*/ 16368 h 131810"/>
                <a:gd name="csX6" fmla="*/ 81541 w 84335"/>
                <a:gd name="csY6" fmla="*/ 35594 h 131810"/>
                <a:gd name="csX7" fmla="*/ 84518 w 84335"/>
                <a:gd name="csY7" fmla="*/ 66119 h 131810"/>
                <a:gd name="csX8" fmla="*/ 79755 w 84335"/>
                <a:gd name="csY8" fmla="*/ 102788 h 131810"/>
                <a:gd name="csX9" fmla="*/ 65666 w 84335"/>
                <a:gd name="csY9" fmla="*/ 124393 h 131810"/>
                <a:gd name="csX10" fmla="*/ 42251 w 84335"/>
                <a:gd name="csY10" fmla="*/ 131925 h 131810"/>
                <a:gd name="csX11" fmla="*/ 12882 w 84335"/>
                <a:gd name="csY11" fmla="*/ 118645 h 131810"/>
                <a:gd name="csX12" fmla="*/ 182 w 84335"/>
                <a:gd name="csY12" fmla="*/ 66119 h 131810"/>
                <a:gd name="csX13" fmla="*/ 16454 w 84335"/>
                <a:gd name="csY13" fmla="*/ 66119 h 131810"/>
                <a:gd name="csX14" fmla="*/ 23796 w 84335"/>
                <a:gd name="csY14" fmla="*/ 108338 h 131810"/>
                <a:gd name="csX15" fmla="*/ 42251 w 84335"/>
                <a:gd name="csY15" fmla="*/ 118843 h 131810"/>
                <a:gd name="csX16" fmla="*/ 60507 w 84335"/>
                <a:gd name="csY16" fmla="*/ 108338 h 131810"/>
                <a:gd name="csX17" fmla="*/ 68047 w 84335"/>
                <a:gd name="csY17" fmla="*/ 66119 h 131810"/>
                <a:gd name="csX18" fmla="*/ 60507 w 84335"/>
                <a:gd name="csY18" fmla="*/ 23702 h 131810"/>
                <a:gd name="csX19" fmla="*/ 42052 w 84335"/>
                <a:gd name="csY19" fmla="*/ 13196 h 131810"/>
                <a:gd name="csX20" fmla="*/ 24590 w 84335"/>
                <a:gd name="csY20" fmla="*/ 22512 h 131810"/>
                <a:gd name="csX21" fmla="*/ 16454 w 84335"/>
                <a:gd name="csY21" fmla="*/ 66119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335" h="131810">
                  <a:moveTo>
                    <a:pt x="182" y="66119"/>
                  </a:moveTo>
                  <a:cubicBezTo>
                    <a:pt x="182" y="50807"/>
                    <a:pt x="1670" y="38518"/>
                    <a:pt x="4746" y="29252"/>
                  </a:cubicBezTo>
                  <a:cubicBezTo>
                    <a:pt x="7921" y="19886"/>
                    <a:pt x="12584" y="12701"/>
                    <a:pt x="18835" y="7646"/>
                  </a:cubicBezTo>
                  <a:cubicBezTo>
                    <a:pt x="25036" y="2642"/>
                    <a:pt x="32825" y="114"/>
                    <a:pt x="42251" y="114"/>
                  </a:cubicBezTo>
                  <a:cubicBezTo>
                    <a:pt x="49246" y="114"/>
                    <a:pt x="55347" y="1502"/>
                    <a:pt x="60507" y="4277"/>
                  </a:cubicBezTo>
                  <a:cubicBezTo>
                    <a:pt x="65765" y="7052"/>
                    <a:pt x="70081" y="11115"/>
                    <a:pt x="73405" y="16368"/>
                  </a:cubicBezTo>
                  <a:cubicBezTo>
                    <a:pt x="76828" y="21670"/>
                    <a:pt x="79557" y="28062"/>
                    <a:pt x="81541" y="35594"/>
                  </a:cubicBezTo>
                  <a:cubicBezTo>
                    <a:pt x="83526" y="43126"/>
                    <a:pt x="84518" y="53334"/>
                    <a:pt x="84518" y="66119"/>
                  </a:cubicBezTo>
                  <a:cubicBezTo>
                    <a:pt x="84518" y="81183"/>
                    <a:pt x="82930" y="93423"/>
                    <a:pt x="79755" y="102788"/>
                  </a:cubicBezTo>
                  <a:cubicBezTo>
                    <a:pt x="76580" y="112055"/>
                    <a:pt x="71867" y="119240"/>
                    <a:pt x="65666" y="124393"/>
                  </a:cubicBezTo>
                  <a:cubicBezTo>
                    <a:pt x="59564" y="129448"/>
                    <a:pt x="51776" y="131925"/>
                    <a:pt x="42251" y="131925"/>
                  </a:cubicBezTo>
                  <a:cubicBezTo>
                    <a:pt x="29799" y="131925"/>
                    <a:pt x="20026" y="127515"/>
                    <a:pt x="12882" y="118645"/>
                  </a:cubicBezTo>
                  <a:cubicBezTo>
                    <a:pt x="4399" y="107843"/>
                    <a:pt x="182" y="90301"/>
                    <a:pt x="182" y="66119"/>
                  </a:cubicBezTo>
                  <a:close/>
                  <a:moveTo>
                    <a:pt x="16454" y="66119"/>
                  </a:moveTo>
                  <a:cubicBezTo>
                    <a:pt x="16454" y="87278"/>
                    <a:pt x="18885" y="101351"/>
                    <a:pt x="23796" y="108338"/>
                  </a:cubicBezTo>
                  <a:cubicBezTo>
                    <a:pt x="28806" y="115375"/>
                    <a:pt x="34958" y="118843"/>
                    <a:pt x="42251" y="118843"/>
                  </a:cubicBezTo>
                  <a:cubicBezTo>
                    <a:pt x="49494" y="118843"/>
                    <a:pt x="55596" y="115375"/>
                    <a:pt x="60507" y="108338"/>
                  </a:cubicBezTo>
                  <a:cubicBezTo>
                    <a:pt x="65517" y="101351"/>
                    <a:pt x="68047" y="87278"/>
                    <a:pt x="68047" y="66119"/>
                  </a:cubicBezTo>
                  <a:cubicBezTo>
                    <a:pt x="68047" y="44861"/>
                    <a:pt x="65517" y="30738"/>
                    <a:pt x="60507" y="23702"/>
                  </a:cubicBezTo>
                  <a:cubicBezTo>
                    <a:pt x="55596" y="16715"/>
                    <a:pt x="49444" y="13196"/>
                    <a:pt x="42052" y="13196"/>
                  </a:cubicBezTo>
                  <a:cubicBezTo>
                    <a:pt x="34760" y="13196"/>
                    <a:pt x="28955" y="16318"/>
                    <a:pt x="24590" y="22512"/>
                  </a:cubicBezTo>
                  <a:cubicBezTo>
                    <a:pt x="19133" y="30342"/>
                    <a:pt x="16454" y="44861"/>
                    <a:pt x="16454" y="66119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5" name="Freihandform: Form 1394">
              <a:extLst>
                <a:ext uri="{FF2B5EF4-FFF2-40B4-BE49-F238E27FC236}">
                  <a16:creationId xmlns:a16="http://schemas.microsoft.com/office/drawing/2014/main" id="{BDBC480E-C1F9-7C39-7559-5CE04FC0A807}"/>
                </a:ext>
              </a:extLst>
            </p:cNvPr>
            <p:cNvSpPr/>
            <p:nvPr/>
          </p:nvSpPr>
          <p:spPr>
            <a:xfrm>
              <a:off x="8773085" y="6611686"/>
              <a:ext cx="18057" cy="18037"/>
            </a:xfrm>
            <a:custGeom>
              <a:avLst/>
              <a:gdLst>
                <a:gd name="csX0" fmla="*/ 190 w 18057"/>
                <a:gd name="csY0" fmla="*/ 18152 h 18037"/>
                <a:gd name="csX1" fmla="*/ 190 w 18057"/>
                <a:gd name="csY1" fmla="*/ 114 h 18037"/>
                <a:gd name="csX2" fmla="*/ 18248 w 18057"/>
                <a:gd name="csY2" fmla="*/ 114 h 18037"/>
                <a:gd name="csX3" fmla="*/ 18248 w 18057"/>
                <a:gd name="csY3" fmla="*/ 18152 h 180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7" h="18037">
                  <a:moveTo>
                    <a:pt x="190" y="18152"/>
                  </a:moveTo>
                  <a:lnTo>
                    <a:pt x="190" y="114"/>
                  </a:lnTo>
                  <a:lnTo>
                    <a:pt x="18248" y="114"/>
                  </a:lnTo>
                  <a:lnTo>
                    <a:pt x="18248" y="18152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6" name="Freihandform: Form 1395">
              <a:extLst>
                <a:ext uri="{FF2B5EF4-FFF2-40B4-BE49-F238E27FC236}">
                  <a16:creationId xmlns:a16="http://schemas.microsoft.com/office/drawing/2014/main" id="{533E6D28-8E18-251A-599E-E8E759F68C3B}"/>
                </a:ext>
              </a:extLst>
            </p:cNvPr>
            <p:cNvSpPr/>
            <p:nvPr/>
          </p:nvSpPr>
          <p:spPr>
            <a:xfrm>
              <a:off x="8815345" y="6502273"/>
              <a:ext cx="83740" cy="127450"/>
            </a:xfrm>
            <a:custGeom>
              <a:avLst/>
              <a:gdLst>
                <a:gd name="csX0" fmla="*/ 194 w 83740"/>
                <a:gd name="csY0" fmla="*/ 15377 h 127450"/>
                <a:gd name="csX1" fmla="*/ 194 w 83740"/>
                <a:gd name="csY1" fmla="*/ 114 h 127450"/>
                <a:gd name="csX2" fmla="*/ 83934 w 83740"/>
                <a:gd name="csY2" fmla="*/ 114 h 127450"/>
                <a:gd name="csX3" fmla="*/ 83934 w 83740"/>
                <a:gd name="csY3" fmla="*/ 12404 h 127450"/>
                <a:gd name="csX4" fmla="*/ 59328 w 83740"/>
                <a:gd name="csY4" fmla="*/ 47289 h 127450"/>
                <a:gd name="csX5" fmla="*/ 40675 w 83740"/>
                <a:gd name="csY5" fmla="*/ 92085 h 127450"/>
                <a:gd name="csX6" fmla="*/ 34523 w 83740"/>
                <a:gd name="csY6" fmla="*/ 127565 h 127450"/>
                <a:gd name="csX7" fmla="*/ 18252 w 83740"/>
                <a:gd name="csY7" fmla="*/ 127565 h 127450"/>
                <a:gd name="csX8" fmla="*/ 24205 w 83740"/>
                <a:gd name="csY8" fmla="*/ 90697 h 127450"/>
                <a:gd name="csX9" fmla="*/ 40675 w 83740"/>
                <a:gd name="csY9" fmla="*/ 49073 h 127450"/>
                <a:gd name="csX10" fmla="*/ 63495 w 83740"/>
                <a:gd name="csY10" fmla="*/ 15377 h 127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3740" h="127450">
                  <a:moveTo>
                    <a:pt x="194" y="15377"/>
                  </a:moveTo>
                  <a:lnTo>
                    <a:pt x="194" y="114"/>
                  </a:lnTo>
                  <a:lnTo>
                    <a:pt x="83934" y="114"/>
                  </a:lnTo>
                  <a:lnTo>
                    <a:pt x="83934" y="12404"/>
                  </a:lnTo>
                  <a:cubicBezTo>
                    <a:pt x="75699" y="21125"/>
                    <a:pt x="67514" y="32770"/>
                    <a:pt x="59328" y="47289"/>
                  </a:cubicBezTo>
                  <a:cubicBezTo>
                    <a:pt x="51242" y="61857"/>
                    <a:pt x="45041" y="76773"/>
                    <a:pt x="40675" y="92085"/>
                  </a:cubicBezTo>
                  <a:cubicBezTo>
                    <a:pt x="37500" y="102937"/>
                    <a:pt x="35416" y="114780"/>
                    <a:pt x="34523" y="127565"/>
                  </a:cubicBezTo>
                  <a:lnTo>
                    <a:pt x="18252" y="127565"/>
                  </a:lnTo>
                  <a:cubicBezTo>
                    <a:pt x="18500" y="117406"/>
                    <a:pt x="20484" y="105117"/>
                    <a:pt x="24205" y="90697"/>
                  </a:cubicBezTo>
                  <a:cubicBezTo>
                    <a:pt x="28025" y="76327"/>
                    <a:pt x="33531" y="62452"/>
                    <a:pt x="40675" y="49073"/>
                  </a:cubicBezTo>
                  <a:cubicBezTo>
                    <a:pt x="47819" y="35743"/>
                    <a:pt x="55409" y="24495"/>
                    <a:pt x="63495" y="1537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7" name="Freihandform: Form 1396">
              <a:extLst>
                <a:ext uri="{FF2B5EF4-FFF2-40B4-BE49-F238E27FC236}">
                  <a16:creationId xmlns:a16="http://schemas.microsoft.com/office/drawing/2014/main" id="{31216302-C5BF-FB4D-21DF-C26A1FD6A798}"/>
                </a:ext>
              </a:extLst>
            </p:cNvPr>
            <p:cNvSpPr/>
            <p:nvPr/>
          </p:nvSpPr>
          <p:spPr>
            <a:xfrm>
              <a:off x="8909676" y="6500687"/>
              <a:ext cx="89296" cy="129036"/>
            </a:xfrm>
            <a:custGeom>
              <a:avLst/>
              <a:gdLst>
                <a:gd name="csX0" fmla="*/ 56161 w 89296"/>
                <a:gd name="csY0" fmla="*/ 129150 h 129036"/>
                <a:gd name="csX1" fmla="*/ 56161 w 89296"/>
                <a:gd name="csY1" fmla="*/ 98229 h 129036"/>
                <a:gd name="csX2" fmla="*/ 202 w 89296"/>
                <a:gd name="csY2" fmla="*/ 98229 h 129036"/>
                <a:gd name="csX3" fmla="*/ 202 w 89296"/>
                <a:gd name="csY3" fmla="*/ 83760 h 129036"/>
                <a:gd name="csX4" fmla="*/ 59138 w 89296"/>
                <a:gd name="csY4" fmla="*/ 114 h 129036"/>
                <a:gd name="csX5" fmla="*/ 72036 w 89296"/>
                <a:gd name="csY5" fmla="*/ 114 h 129036"/>
                <a:gd name="csX6" fmla="*/ 72036 w 89296"/>
                <a:gd name="csY6" fmla="*/ 83760 h 129036"/>
                <a:gd name="csX7" fmla="*/ 89499 w 89296"/>
                <a:gd name="csY7" fmla="*/ 83760 h 129036"/>
                <a:gd name="csX8" fmla="*/ 89499 w 89296"/>
                <a:gd name="csY8" fmla="*/ 98229 h 129036"/>
                <a:gd name="csX9" fmla="*/ 72036 w 89296"/>
                <a:gd name="csY9" fmla="*/ 98229 h 129036"/>
                <a:gd name="csX10" fmla="*/ 72036 w 89296"/>
                <a:gd name="csY10" fmla="*/ 129150 h 129036"/>
                <a:gd name="csX11" fmla="*/ 56161 w 89296"/>
                <a:gd name="csY11" fmla="*/ 83760 h 129036"/>
                <a:gd name="csX12" fmla="*/ 56161 w 89296"/>
                <a:gd name="csY12" fmla="*/ 25486 h 129036"/>
                <a:gd name="csX13" fmla="*/ 15680 w 89296"/>
                <a:gd name="csY13" fmla="*/ 83760 h 129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9296" h="129036">
                  <a:moveTo>
                    <a:pt x="56161" y="129150"/>
                  </a:moveTo>
                  <a:lnTo>
                    <a:pt x="56161" y="98229"/>
                  </a:lnTo>
                  <a:lnTo>
                    <a:pt x="202" y="98229"/>
                  </a:lnTo>
                  <a:lnTo>
                    <a:pt x="202" y="83760"/>
                  </a:lnTo>
                  <a:lnTo>
                    <a:pt x="59138" y="114"/>
                  </a:lnTo>
                  <a:lnTo>
                    <a:pt x="72036" y="114"/>
                  </a:lnTo>
                  <a:lnTo>
                    <a:pt x="72036" y="83760"/>
                  </a:lnTo>
                  <a:lnTo>
                    <a:pt x="89499" y="83760"/>
                  </a:lnTo>
                  <a:lnTo>
                    <a:pt x="89499" y="98229"/>
                  </a:lnTo>
                  <a:lnTo>
                    <a:pt x="72036" y="98229"/>
                  </a:lnTo>
                  <a:lnTo>
                    <a:pt x="72036" y="129150"/>
                  </a:lnTo>
                  <a:close/>
                  <a:moveTo>
                    <a:pt x="56161" y="83760"/>
                  </a:moveTo>
                  <a:lnTo>
                    <a:pt x="56161" y="25486"/>
                  </a:lnTo>
                  <a:lnTo>
                    <a:pt x="15680" y="8376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98" name="Freihandform: Form 1397">
            <a:extLst>
              <a:ext uri="{FF2B5EF4-FFF2-40B4-BE49-F238E27FC236}">
                <a16:creationId xmlns:a16="http://schemas.microsoft.com/office/drawing/2014/main" id="{C4D7E3D0-F188-4FDC-FE3E-DCB4D2C7A5DF}"/>
              </a:ext>
            </a:extLst>
          </p:cNvPr>
          <p:cNvSpPr/>
          <p:nvPr/>
        </p:nvSpPr>
        <p:spPr>
          <a:xfrm>
            <a:off x="2730104" y="2673720"/>
            <a:ext cx="93052" cy="145434"/>
          </a:xfrm>
          <a:custGeom>
            <a:avLst/>
            <a:gdLst>
              <a:gd name="csX0" fmla="*/ 153 w 84335"/>
              <a:gd name="csY0" fmla="*/ 66158 h 131810"/>
              <a:gd name="csX1" fmla="*/ 4717 w 84335"/>
              <a:gd name="csY1" fmla="*/ 29291 h 131810"/>
              <a:gd name="csX2" fmla="*/ 18806 w 84335"/>
              <a:gd name="csY2" fmla="*/ 7686 h 131810"/>
              <a:gd name="csX3" fmla="*/ 42221 w 84335"/>
              <a:gd name="csY3" fmla="*/ 154 h 131810"/>
              <a:gd name="csX4" fmla="*/ 60478 w 84335"/>
              <a:gd name="csY4" fmla="*/ 4316 h 131810"/>
              <a:gd name="csX5" fmla="*/ 73376 w 84335"/>
              <a:gd name="csY5" fmla="*/ 16407 h 131810"/>
              <a:gd name="csX6" fmla="*/ 81512 w 84335"/>
              <a:gd name="csY6" fmla="*/ 35634 h 131810"/>
              <a:gd name="csX7" fmla="*/ 84488 w 84335"/>
              <a:gd name="csY7" fmla="*/ 66158 h 131810"/>
              <a:gd name="csX8" fmla="*/ 79726 w 84335"/>
              <a:gd name="csY8" fmla="*/ 102827 h 131810"/>
              <a:gd name="csX9" fmla="*/ 65637 w 84335"/>
              <a:gd name="csY9" fmla="*/ 124433 h 131810"/>
              <a:gd name="csX10" fmla="*/ 42221 w 84335"/>
              <a:gd name="csY10" fmla="*/ 131965 h 131810"/>
              <a:gd name="csX11" fmla="*/ 12853 w 84335"/>
              <a:gd name="csY11" fmla="*/ 118684 h 131810"/>
              <a:gd name="csX12" fmla="*/ 153 w 84335"/>
              <a:gd name="csY12" fmla="*/ 66158 h 131810"/>
              <a:gd name="csX13" fmla="*/ 16424 w 84335"/>
              <a:gd name="csY13" fmla="*/ 66158 h 131810"/>
              <a:gd name="csX14" fmla="*/ 23767 w 84335"/>
              <a:gd name="csY14" fmla="*/ 108377 h 131810"/>
              <a:gd name="csX15" fmla="*/ 42221 w 84335"/>
              <a:gd name="csY15" fmla="*/ 118883 h 131810"/>
              <a:gd name="csX16" fmla="*/ 60478 w 84335"/>
              <a:gd name="csY16" fmla="*/ 108377 h 131810"/>
              <a:gd name="csX17" fmla="*/ 68018 w 84335"/>
              <a:gd name="csY17" fmla="*/ 66158 h 131810"/>
              <a:gd name="csX18" fmla="*/ 60478 w 84335"/>
              <a:gd name="csY18" fmla="*/ 23741 h 131810"/>
              <a:gd name="csX19" fmla="*/ 42023 w 84335"/>
              <a:gd name="csY19" fmla="*/ 13236 h 131810"/>
              <a:gd name="csX20" fmla="*/ 24560 w 84335"/>
              <a:gd name="csY20" fmla="*/ 22552 h 131810"/>
              <a:gd name="csX21" fmla="*/ 16424 w 84335"/>
              <a:gd name="csY21" fmla="*/ 66158 h 13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84335" h="131810">
                <a:moveTo>
                  <a:pt x="153" y="66158"/>
                </a:moveTo>
                <a:cubicBezTo>
                  <a:pt x="153" y="50846"/>
                  <a:pt x="1641" y="38557"/>
                  <a:pt x="4717" y="29291"/>
                </a:cubicBezTo>
                <a:cubicBezTo>
                  <a:pt x="7892" y="19925"/>
                  <a:pt x="12555" y="12740"/>
                  <a:pt x="18806" y="7686"/>
                </a:cubicBezTo>
                <a:cubicBezTo>
                  <a:pt x="25007" y="2681"/>
                  <a:pt x="32796" y="154"/>
                  <a:pt x="42221" y="154"/>
                </a:cubicBezTo>
                <a:cubicBezTo>
                  <a:pt x="49216" y="154"/>
                  <a:pt x="55318" y="1541"/>
                  <a:pt x="60478" y="4316"/>
                </a:cubicBezTo>
                <a:cubicBezTo>
                  <a:pt x="65736" y="7091"/>
                  <a:pt x="70052" y="11154"/>
                  <a:pt x="73376" y="16407"/>
                </a:cubicBezTo>
                <a:cubicBezTo>
                  <a:pt x="76799" y="21709"/>
                  <a:pt x="79528" y="28102"/>
                  <a:pt x="81512" y="35634"/>
                </a:cubicBezTo>
                <a:cubicBezTo>
                  <a:pt x="83496" y="43166"/>
                  <a:pt x="84488" y="53374"/>
                  <a:pt x="84488" y="66158"/>
                </a:cubicBezTo>
                <a:cubicBezTo>
                  <a:pt x="84488" y="81222"/>
                  <a:pt x="82901" y="93462"/>
                  <a:pt x="79726" y="102827"/>
                </a:cubicBezTo>
                <a:cubicBezTo>
                  <a:pt x="76551" y="112094"/>
                  <a:pt x="71838" y="119279"/>
                  <a:pt x="65637" y="124433"/>
                </a:cubicBezTo>
                <a:cubicBezTo>
                  <a:pt x="59535" y="129487"/>
                  <a:pt x="51746" y="131965"/>
                  <a:pt x="42221" y="131965"/>
                </a:cubicBezTo>
                <a:cubicBezTo>
                  <a:pt x="29769" y="131965"/>
                  <a:pt x="19996" y="127554"/>
                  <a:pt x="12853" y="118684"/>
                </a:cubicBezTo>
                <a:cubicBezTo>
                  <a:pt x="4369" y="107882"/>
                  <a:pt x="153" y="90340"/>
                  <a:pt x="153" y="66158"/>
                </a:cubicBezTo>
                <a:close/>
                <a:moveTo>
                  <a:pt x="16424" y="66158"/>
                </a:moveTo>
                <a:cubicBezTo>
                  <a:pt x="16424" y="87317"/>
                  <a:pt x="18855" y="101390"/>
                  <a:pt x="23767" y="108377"/>
                </a:cubicBezTo>
                <a:cubicBezTo>
                  <a:pt x="28777" y="115414"/>
                  <a:pt x="34929" y="118883"/>
                  <a:pt x="42221" y="118883"/>
                </a:cubicBezTo>
                <a:cubicBezTo>
                  <a:pt x="49464" y="118883"/>
                  <a:pt x="55566" y="115414"/>
                  <a:pt x="60478" y="108377"/>
                </a:cubicBezTo>
                <a:cubicBezTo>
                  <a:pt x="65488" y="101390"/>
                  <a:pt x="68018" y="87317"/>
                  <a:pt x="68018" y="66158"/>
                </a:cubicBezTo>
                <a:cubicBezTo>
                  <a:pt x="68018" y="44900"/>
                  <a:pt x="65488" y="30777"/>
                  <a:pt x="60478" y="23741"/>
                </a:cubicBezTo>
                <a:cubicBezTo>
                  <a:pt x="55566" y="16754"/>
                  <a:pt x="49415" y="13236"/>
                  <a:pt x="42023" y="13236"/>
                </a:cubicBezTo>
                <a:cubicBezTo>
                  <a:pt x="34730" y="13236"/>
                  <a:pt x="28926" y="16357"/>
                  <a:pt x="24560" y="22552"/>
                </a:cubicBezTo>
                <a:cubicBezTo>
                  <a:pt x="19103" y="30381"/>
                  <a:pt x="16424" y="44900"/>
                  <a:pt x="16424" y="66158"/>
                </a:cubicBezTo>
                <a:close/>
              </a:path>
            </a:pathLst>
          </a:custGeom>
          <a:solidFill>
            <a:srgbClr val="000000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399" name="Grafik 637">
            <a:extLst>
              <a:ext uri="{FF2B5EF4-FFF2-40B4-BE49-F238E27FC236}">
                <a16:creationId xmlns:a16="http://schemas.microsoft.com/office/drawing/2014/main" id="{1761A012-2646-40D5-C425-6BAF5DA5A7F0}"/>
              </a:ext>
            </a:extLst>
          </p:cNvPr>
          <p:cNvGrpSpPr/>
          <p:nvPr/>
        </p:nvGrpSpPr>
        <p:grpSpPr>
          <a:xfrm>
            <a:off x="943755" y="3222328"/>
            <a:ext cx="370833" cy="145434"/>
            <a:chOff x="6672449" y="7494572"/>
            <a:chExt cx="336094" cy="131810"/>
          </a:xfrm>
          <a:solidFill>
            <a:srgbClr val="000000"/>
          </a:solidFill>
        </p:grpSpPr>
        <p:sp>
          <p:nvSpPr>
            <p:cNvPr id="1400" name="Freihandform: Form 1399">
              <a:extLst>
                <a:ext uri="{FF2B5EF4-FFF2-40B4-BE49-F238E27FC236}">
                  <a16:creationId xmlns:a16="http://schemas.microsoft.com/office/drawing/2014/main" id="{871E6BF3-A61C-B8E3-9C91-496CF2220142}"/>
                </a:ext>
              </a:extLst>
            </p:cNvPr>
            <p:cNvSpPr/>
            <p:nvPr/>
          </p:nvSpPr>
          <p:spPr>
            <a:xfrm>
              <a:off x="6672449" y="7494572"/>
              <a:ext cx="84335" cy="131810"/>
            </a:xfrm>
            <a:custGeom>
              <a:avLst/>
              <a:gdLst>
                <a:gd name="csX0" fmla="*/ 25 w 84335"/>
                <a:gd name="csY0" fmla="*/ 66197 h 131810"/>
                <a:gd name="csX1" fmla="*/ 4589 w 84335"/>
                <a:gd name="csY1" fmla="*/ 29330 h 131810"/>
                <a:gd name="csX2" fmla="*/ 18678 w 84335"/>
                <a:gd name="csY2" fmla="*/ 7725 h 131810"/>
                <a:gd name="csX3" fmla="*/ 42094 w 84335"/>
                <a:gd name="csY3" fmla="*/ 193 h 131810"/>
                <a:gd name="csX4" fmla="*/ 60350 w 84335"/>
                <a:gd name="csY4" fmla="*/ 4355 h 131810"/>
                <a:gd name="csX5" fmla="*/ 73249 w 84335"/>
                <a:gd name="csY5" fmla="*/ 16446 h 131810"/>
                <a:gd name="csX6" fmla="*/ 81384 w 84335"/>
                <a:gd name="csY6" fmla="*/ 35673 h 131810"/>
                <a:gd name="csX7" fmla="*/ 84361 w 84335"/>
                <a:gd name="csY7" fmla="*/ 66197 h 131810"/>
                <a:gd name="csX8" fmla="*/ 79599 w 84335"/>
                <a:gd name="csY8" fmla="*/ 102867 h 131810"/>
                <a:gd name="csX9" fmla="*/ 65509 w 84335"/>
                <a:gd name="csY9" fmla="*/ 124472 h 131810"/>
                <a:gd name="csX10" fmla="*/ 42094 w 84335"/>
                <a:gd name="csY10" fmla="*/ 132004 h 131810"/>
                <a:gd name="csX11" fmla="*/ 12725 w 84335"/>
                <a:gd name="csY11" fmla="*/ 118724 h 131810"/>
                <a:gd name="csX12" fmla="*/ 25 w 84335"/>
                <a:gd name="csY12" fmla="*/ 66197 h 131810"/>
                <a:gd name="csX13" fmla="*/ 16297 w 84335"/>
                <a:gd name="csY13" fmla="*/ 66197 h 131810"/>
                <a:gd name="csX14" fmla="*/ 23639 w 84335"/>
                <a:gd name="csY14" fmla="*/ 108417 h 131810"/>
                <a:gd name="csX15" fmla="*/ 42094 w 84335"/>
                <a:gd name="csY15" fmla="*/ 118922 h 131810"/>
                <a:gd name="csX16" fmla="*/ 60350 w 84335"/>
                <a:gd name="csY16" fmla="*/ 108417 h 131810"/>
                <a:gd name="csX17" fmla="*/ 67891 w 84335"/>
                <a:gd name="csY17" fmla="*/ 66197 h 131810"/>
                <a:gd name="csX18" fmla="*/ 60350 w 84335"/>
                <a:gd name="csY18" fmla="*/ 23780 h 131810"/>
                <a:gd name="csX19" fmla="*/ 41895 w 84335"/>
                <a:gd name="csY19" fmla="*/ 13275 h 131810"/>
                <a:gd name="csX20" fmla="*/ 24433 w 84335"/>
                <a:gd name="csY20" fmla="*/ 22591 h 131810"/>
                <a:gd name="csX21" fmla="*/ 16297 w 84335"/>
                <a:gd name="csY21" fmla="*/ 66197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335" h="131810">
                  <a:moveTo>
                    <a:pt x="25" y="66197"/>
                  </a:moveTo>
                  <a:cubicBezTo>
                    <a:pt x="25" y="50886"/>
                    <a:pt x="1513" y="38596"/>
                    <a:pt x="4589" y="29330"/>
                  </a:cubicBezTo>
                  <a:cubicBezTo>
                    <a:pt x="7764" y="19964"/>
                    <a:pt x="12427" y="12779"/>
                    <a:pt x="18678" y="7725"/>
                  </a:cubicBezTo>
                  <a:cubicBezTo>
                    <a:pt x="24879" y="2720"/>
                    <a:pt x="32668" y="193"/>
                    <a:pt x="42094" y="193"/>
                  </a:cubicBezTo>
                  <a:cubicBezTo>
                    <a:pt x="49089" y="193"/>
                    <a:pt x="55191" y="1580"/>
                    <a:pt x="60350" y="4355"/>
                  </a:cubicBezTo>
                  <a:cubicBezTo>
                    <a:pt x="65609" y="7130"/>
                    <a:pt x="69925" y="11194"/>
                    <a:pt x="73249" y="16446"/>
                  </a:cubicBezTo>
                  <a:cubicBezTo>
                    <a:pt x="76672" y="21748"/>
                    <a:pt x="79400" y="28141"/>
                    <a:pt x="81384" y="35673"/>
                  </a:cubicBezTo>
                  <a:cubicBezTo>
                    <a:pt x="83369" y="43205"/>
                    <a:pt x="84361" y="53413"/>
                    <a:pt x="84361" y="66197"/>
                  </a:cubicBezTo>
                  <a:cubicBezTo>
                    <a:pt x="84361" y="81262"/>
                    <a:pt x="82774" y="93501"/>
                    <a:pt x="79599" y="102867"/>
                  </a:cubicBezTo>
                  <a:cubicBezTo>
                    <a:pt x="76424" y="112133"/>
                    <a:pt x="71711" y="119318"/>
                    <a:pt x="65509" y="124472"/>
                  </a:cubicBezTo>
                  <a:cubicBezTo>
                    <a:pt x="59407" y="129526"/>
                    <a:pt x="51619" y="132004"/>
                    <a:pt x="42094" y="132004"/>
                  </a:cubicBezTo>
                  <a:cubicBezTo>
                    <a:pt x="29642" y="132004"/>
                    <a:pt x="19869" y="127594"/>
                    <a:pt x="12725" y="118724"/>
                  </a:cubicBezTo>
                  <a:cubicBezTo>
                    <a:pt x="4242" y="107921"/>
                    <a:pt x="25" y="90379"/>
                    <a:pt x="25" y="66197"/>
                  </a:cubicBezTo>
                  <a:close/>
                  <a:moveTo>
                    <a:pt x="16297" y="66197"/>
                  </a:moveTo>
                  <a:cubicBezTo>
                    <a:pt x="16297" y="87357"/>
                    <a:pt x="18728" y="101430"/>
                    <a:pt x="23639" y="108417"/>
                  </a:cubicBezTo>
                  <a:cubicBezTo>
                    <a:pt x="28650" y="115453"/>
                    <a:pt x="34801" y="118922"/>
                    <a:pt x="42094" y="118922"/>
                  </a:cubicBezTo>
                  <a:cubicBezTo>
                    <a:pt x="49337" y="118922"/>
                    <a:pt x="55439" y="115453"/>
                    <a:pt x="60350" y="108417"/>
                  </a:cubicBezTo>
                  <a:cubicBezTo>
                    <a:pt x="65361" y="101430"/>
                    <a:pt x="67891" y="87357"/>
                    <a:pt x="67891" y="66197"/>
                  </a:cubicBezTo>
                  <a:cubicBezTo>
                    <a:pt x="67891" y="44939"/>
                    <a:pt x="65361" y="30817"/>
                    <a:pt x="60350" y="23780"/>
                  </a:cubicBezTo>
                  <a:cubicBezTo>
                    <a:pt x="55439" y="16793"/>
                    <a:pt x="49287" y="13275"/>
                    <a:pt x="41895" y="13275"/>
                  </a:cubicBezTo>
                  <a:cubicBezTo>
                    <a:pt x="34603" y="13275"/>
                    <a:pt x="28799" y="16397"/>
                    <a:pt x="24433" y="22591"/>
                  </a:cubicBezTo>
                  <a:cubicBezTo>
                    <a:pt x="18976" y="30420"/>
                    <a:pt x="16297" y="44939"/>
                    <a:pt x="16297" y="6619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1" name="Freihandform: Form 1400">
              <a:extLst>
                <a:ext uri="{FF2B5EF4-FFF2-40B4-BE49-F238E27FC236}">
                  <a16:creationId xmlns:a16="http://schemas.microsoft.com/office/drawing/2014/main" id="{F71DA578-DE5A-27A9-BE13-97D6F84A508A}"/>
                </a:ext>
              </a:extLst>
            </p:cNvPr>
            <p:cNvSpPr/>
            <p:nvPr/>
          </p:nvSpPr>
          <p:spPr>
            <a:xfrm>
              <a:off x="6781862" y="7606165"/>
              <a:ext cx="18057" cy="18037"/>
            </a:xfrm>
            <a:custGeom>
              <a:avLst/>
              <a:gdLst>
                <a:gd name="csX0" fmla="*/ 33 w 18057"/>
                <a:gd name="csY0" fmla="*/ 18230 h 18037"/>
                <a:gd name="csX1" fmla="*/ 33 w 18057"/>
                <a:gd name="csY1" fmla="*/ 193 h 18037"/>
                <a:gd name="csX2" fmla="*/ 18091 w 18057"/>
                <a:gd name="csY2" fmla="*/ 193 h 18037"/>
                <a:gd name="csX3" fmla="*/ 18091 w 18057"/>
                <a:gd name="csY3" fmla="*/ 18230 h 180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7" h="18037">
                  <a:moveTo>
                    <a:pt x="33" y="18230"/>
                  </a:moveTo>
                  <a:lnTo>
                    <a:pt x="33" y="193"/>
                  </a:lnTo>
                  <a:lnTo>
                    <a:pt x="18091" y="193"/>
                  </a:lnTo>
                  <a:lnTo>
                    <a:pt x="18091" y="1823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2" name="Freihandform: Form 1401">
              <a:extLst>
                <a:ext uri="{FF2B5EF4-FFF2-40B4-BE49-F238E27FC236}">
                  <a16:creationId xmlns:a16="http://schemas.microsoft.com/office/drawing/2014/main" id="{71A4D263-0EAE-966A-5107-68CF2E387896}"/>
                </a:ext>
              </a:extLst>
            </p:cNvPr>
            <p:cNvSpPr/>
            <p:nvPr/>
          </p:nvSpPr>
          <p:spPr>
            <a:xfrm>
              <a:off x="6822336" y="7494572"/>
              <a:ext cx="85328" cy="131810"/>
            </a:xfrm>
            <a:custGeom>
              <a:avLst/>
              <a:gdLst>
                <a:gd name="csX0" fmla="*/ 83182 w 85328"/>
                <a:gd name="csY0" fmla="*/ 32303 h 131810"/>
                <a:gd name="csX1" fmla="*/ 67307 w 85328"/>
                <a:gd name="csY1" fmla="*/ 33492 h 131810"/>
                <a:gd name="csX2" fmla="*/ 61354 w 85328"/>
                <a:gd name="csY2" fmla="*/ 20014 h 131810"/>
                <a:gd name="csX3" fmla="*/ 45479 w 85328"/>
                <a:gd name="csY3" fmla="*/ 13275 h 131810"/>
                <a:gd name="csX4" fmla="*/ 32184 w 85328"/>
                <a:gd name="csY4" fmla="*/ 17437 h 131810"/>
                <a:gd name="csX5" fmla="*/ 20278 w 85328"/>
                <a:gd name="csY5" fmla="*/ 33492 h 131810"/>
                <a:gd name="csX6" fmla="*/ 15912 w 85328"/>
                <a:gd name="csY6" fmla="*/ 63224 h 131810"/>
                <a:gd name="csX7" fmla="*/ 29803 w 85328"/>
                <a:gd name="csY7" fmla="*/ 50340 h 131810"/>
                <a:gd name="csX8" fmla="*/ 47265 w 85328"/>
                <a:gd name="csY8" fmla="*/ 45980 h 131810"/>
                <a:gd name="csX9" fmla="*/ 74253 w 85328"/>
                <a:gd name="csY9" fmla="*/ 57674 h 131810"/>
                <a:gd name="csX10" fmla="*/ 85365 w 85328"/>
                <a:gd name="csY10" fmla="*/ 87803 h 131810"/>
                <a:gd name="csX11" fmla="*/ 80007 w 85328"/>
                <a:gd name="csY11" fmla="*/ 110597 h 131810"/>
                <a:gd name="csX12" fmla="*/ 65720 w 85328"/>
                <a:gd name="csY12" fmla="*/ 126454 h 131810"/>
                <a:gd name="csX13" fmla="*/ 44884 w 85328"/>
                <a:gd name="csY13" fmla="*/ 132004 h 131810"/>
                <a:gd name="csX14" fmla="*/ 12538 w 85328"/>
                <a:gd name="csY14" fmla="*/ 117534 h 131810"/>
                <a:gd name="csX15" fmla="*/ 37 w 85328"/>
                <a:gd name="csY15" fmla="*/ 69369 h 131810"/>
                <a:gd name="csX16" fmla="*/ 13928 w 85328"/>
                <a:gd name="csY16" fmla="*/ 15059 h 131810"/>
                <a:gd name="csX17" fmla="*/ 46471 w 85328"/>
                <a:gd name="csY17" fmla="*/ 193 h 131810"/>
                <a:gd name="csX18" fmla="*/ 71474 w 85328"/>
                <a:gd name="csY18" fmla="*/ 8716 h 131810"/>
                <a:gd name="csX19" fmla="*/ 83182 w 85328"/>
                <a:gd name="csY19" fmla="*/ 32303 h 131810"/>
                <a:gd name="csX20" fmla="*/ 18293 w 85328"/>
                <a:gd name="csY20" fmla="*/ 88001 h 131810"/>
                <a:gd name="csX21" fmla="*/ 21667 w 85328"/>
                <a:gd name="csY21" fmla="*/ 103659 h 131810"/>
                <a:gd name="csX22" fmla="*/ 31390 w 85328"/>
                <a:gd name="csY22" fmla="*/ 115156 h 131810"/>
                <a:gd name="csX23" fmla="*/ 44685 w 85328"/>
                <a:gd name="csY23" fmla="*/ 118922 h 131810"/>
                <a:gd name="csX24" fmla="*/ 61949 w 85328"/>
                <a:gd name="csY24" fmla="*/ 110993 h 131810"/>
                <a:gd name="csX25" fmla="*/ 69292 w 85328"/>
                <a:gd name="csY25" fmla="*/ 88794 h 131810"/>
                <a:gd name="csX26" fmla="*/ 62148 w 85328"/>
                <a:gd name="csY26" fmla="*/ 67783 h 131810"/>
                <a:gd name="csX27" fmla="*/ 44090 w 85328"/>
                <a:gd name="csY27" fmla="*/ 60053 h 131810"/>
                <a:gd name="csX28" fmla="*/ 25834 w 85328"/>
                <a:gd name="csY28" fmla="*/ 67783 h 131810"/>
                <a:gd name="csX29" fmla="*/ 18293 w 85328"/>
                <a:gd name="csY29" fmla="*/ 88001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85328" h="131810">
                  <a:moveTo>
                    <a:pt x="83182" y="32303"/>
                  </a:moveTo>
                  <a:lnTo>
                    <a:pt x="67307" y="33492"/>
                  </a:lnTo>
                  <a:cubicBezTo>
                    <a:pt x="65968" y="27298"/>
                    <a:pt x="63983" y="22789"/>
                    <a:pt x="61354" y="20014"/>
                  </a:cubicBezTo>
                  <a:cubicBezTo>
                    <a:pt x="57088" y="15554"/>
                    <a:pt x="51829" y="13275"/>
                    <a:pt x="45479" y="13275"/>
                  </a:cubicBezTo>
                  <a:cubicBezTo>
                    <a:pt x="40419" y="13275"/>
                    <a:pt x="36004" y="14662"/>
                    <a:pt x="32184" y="17437"/>
                  </a:cubicBezTo>
                  <a:cubicBezTo>
                    <a:pt x="27124" y="21154"/>
                    <a:pt x="23155" y="26505"/>
                    <a:pt x="20278" y="33492"/>
                  </a:cubicBezTo>
                  <a:cubicBezTo>
                    <a:pt x="17499" y="40380"/>
                    <a:pt x="16011" y="50291"/>
                    <a:pt x="15912" y="63224"/>
                  </a:cubicBezTo>
                  <a:cubicBezTo>
                    <a:pt x="19732" y="57427"/>
                    <a:pt x="24346" y="53115"/>
                    <a:pt x="29803" y="50340"/>
                  </a:cubicBezTo>
                  <a:cubicBezTo>
                    <a:pt x="35359" y="47466"/>
                    <a:pt x="41163" y="45980"/>
                    <a:pt x="47265" y="45980"/>
                  </a:cubicBezTo>
                  <a:cubicBezTo>
                    <a:pt x="57832" y="45980"/>
                    <a:pt x="66811" y="49894"/>
                    <a:pt x="74253" y="57674"/>
                  </a:cubicBezTo>
                  <a:cubicBezTo>
                    <a:pt x="81644" y="65504"/>
                    <a:pt x="85365" y="75513"/>
                    <a:pt x="85365" y="87803"/>
                  </a:cubicBezTo>
                  <a:cubicBezTo>
                    <a:pt x="85365" y="96028"/>
                    <a:pt x="83579" y="103610"/>
                    <a:pt x="80007" y="110597"/>
                  </a:cubicBezTo>
                  <a:cubicBezTo>
                    <a:pt x="76535" y="117485"/>
                    <a:pt x="71772" y="122787"/>
                    <a:pt x="65720" y="126454"/>
                  </a:cubicBezTo>
                  <a:cubicBezTo>
                    <a:pt x="59618" y="130121"/>
                    <a:pt x="52672" y="132004"/>
                    <a:pt x="44884" y="132004"/>
                  </a:cubicBezTo>
                  <a:cubicBezTo>
                    <a:pt x="31638" y="132004"/>
                    <a:pt x="20873" y="127197"/>
                    <a:pt x="12538" y="117534"/>
                  </a:cubicBezTo>
                  <a:cubicBezTo>
                    <a:pt x="4204" y="107772"/>
                    <a:pt x="37" y="91717"/>
                    <a:pt x="37" y="69369"/>
                  </a:cubicBezTo>
                  <a:cubicBezTo>
                    <a:pt x="37" y="44394"/>
                    <a:pt x="4651" y="26307"/>
                    <a:pt x="13928" y="15059"/>
                  </a:cubicBezTo>
                  <a:cubicBezTo>
                    <a:pt x="21964" y="5148"/>
                    <a:pt x="32829" y="193"/>
                    <a:pt x="46471" y="193"/>
                  </a:cubicBezTo>
                  <a:cubicBezTo>
                    <a:pt x="56641" y="193"/>
                    <a:pt x="64976" y="3067"/>
                    <a:pt x="71474" y="8716"/>
                  </a:cubicBezTo>
                  <a:cubicBezTo>
                    <a:pt x="77924" y="14415"/>
                    <a:pt x="81843" y="22293"/>
                    <a:pt x="83182" y="32303"/>
                  </a:cubicBezTo>
                  <a:close/>
                  <a:moveTo>
                    <a:pt x="18293" y="88001"/>
                  </a:moveTo>
                  <a:cubicBezTo>
                    <a:pt x="18293" y="93452"/>
                    <a:pt x="19385" y="98655"/>
                    <a:pt x="21667" y="103659"/>
                  </a:cubicBezTo>
                  <a:cubicBezTo>
                    <a:pt x="24048" y="108714"/>
                    <a:pt x="27272" y="112529"/>
                    <a:pt x="31390" y="115156"/>
                  </a:cubicBezTo>
                  <a:cubicBezTo>
                    <a:pt x="35607" y="117683"/>
                    <a:pt x="40022" y="118922"/>
                    <a:pt x="44685" y="118922"/>
                  </a:cubicBezTo>
                  <a:cubicBezTo>
                    <a:pt x="51432" y="118922"/>
                    <a:pt x="57187" y="116296"/>
                    <a:pt x="61949" y="110993"/>
                  </a:cubicBezTo>
                  <a:cubicBezTo>
                    <a:pt x="66811" y="105592"/>
                    <a:pt x="69292" y="98209"/>
                    <a:pt x="69292" y="88794"/>
                  </a:cubicBezTo>
                  <a:cubicBezTo>
                    <a:pt x="69292" y="79973"/>
                    <a:pt x="66910" y="72937"/>
                    <a:pt x="62148" y="67783"/>
                  </a:cubicBezTo>
                  <a:cubicBezTo>
                    <a:pt x="57385" y="62630"/>
                    <a:pt x="51333" y="60053"/>
                    <a:pt x="44090" y="60053"/>
                  </a:cubicBezTo>
                  <a:cubicBezTo>
                    <a:pt x="36946" y="60053"/>
                    <a:pt x="30844" y="62630"/>
                    <a:pt x="25834" y="67783"/>
                  </a:cubicBezTo>
                  <a:cubicBezTo>
                    <a:pt x="20774" y="72937"/>
                    <a:pt x="18293" y="79676"/>
                    <a:pt x="18293" y="88001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3" name="Freihandform: Form 1402">
              <a:extLst>
                <a:ext uri="{FF2B5EF4-FFF2-40B4-BE49-F238E27FC236}">
                  <a16:creationId xmlns:a16="http://schemas.microsoft.com/office/drawing/2014/main" id="{C05BCDC4-34E7-FB37-DC03-D44A9D2F2D09}"/>
                </a:ext>
              </a:extLst>
            </p:cNvPr>
            <p:cNvSpPr/>
            <p:nvPr/>
          </p:nvSpPr>
          <p:spPr>
            <a:xfrm>
              <a:off x="6923414" y="7494572"/>
              <a:ext cx="85129" cy="131810"/>
            </a:xfrm>
            <a:custGeom>
              <a:avLst/>
              <a:gdLst>
                <a:gd name="csX0" fmla="*/ 24651 w 85129"/>
                <a:gd name="csY0" fmla="*/ 59855 h 131810"/>
                <a:gd name="csX1" fmla="*/ 9967 w 85129"/>
                <a:gd name="csY1" fmla="*/ 49548 h 131810"/>
                <a:gd name="csX2" fmla="*/ 5204 w 85129"/>
                <a:gd name="csY2" fmla="*/ 33492 h 131810"/>
                <a:gd name="csX3" fmla="*/ 15325 w 85129"/>
                <a:gd name="csY3" fmla="*/ 9905 h 131810"/>
                <a:gd name="csX4" fmla="*/ 42312 w 85129"/>
                <a:gd name="csY4" fmla="*/ 193 h 131810"/>
                <a:gd name="csX5" fmla="*/ 69498 w 85129"/>
                <a:gd name="csY5" fmla="*/ 10103 h 131810"/>
                <a:gd name="csX6" fmla="*/ 79817 w 85129"/>
                <a:gd name="csY6" fmla="*/ 33889 h 131810"/>
                <a:gd name="csX7" fmla="*/ 75054 w 85129"/>
                <a:gd name="csY7" fmla="*/ 49548 h 131810"/>
                <a:gd name="csX8" fmla="*/ 60767 w 85129"/>
                <a:gd name="csY8" fmla="*/ 59855 h 131810"/>
                <a:gd name="csX9" fmla="*/ 78825 w 85129"/>
                <a:gd name="csY9" fmla="*/ 72342 h 131810"/>
                <a:gd name="csX10" fmla="*/ 85175 w 85129"/>
                <a:gd name="csY10" fmla="*/ 92956 h 131810"/>
                <a:gd name="csX11" fmla="*/ 73467 w 85129"/>
                <a:gd name="csY11" fmla="*/ 120706 h 131810"/>
                <a:gd name="csX12" fmla="*/ 42510 w 85129"/>
                <a:gd name="csY12" fmla="*/ 132004 h 131810"/>
                <a:gd name="csX13" fmla="*/ 11753 w 85129"/>
                <a:gd name="csY13" fmla="*/ 120706 h 131810"/>
                <a:gd name="csX14" fmla="*/ 45 w 85129"/>
                <a:gd name="csY14" fmla="*/ 92560 h 131810"/>
                <a:gd name="csX15" fmla="*/ 6395 w 85129"/>
                <a:gd name="csY15" fmla="*/ 71351 h 131810"/>
                <a:gd name="csX16" fmla="*/ 24651 w 85129"/>
                <a:gd name="csY16" fmla="*/ 59855 h 131810"/>
                <a:gd name="csX17" fmla="*/ 21476 w 85129"/>
                <a:gd name="csY17" fmla="*/ 32898 h 131810"/>
                <a:gd name="csX18" fmla="*/ 27231 w 85129"/>
                <a:gd name="csY18" fmla="*/ 47962 h 131810"/>
                <a:gd name="csX19" fmla="*/ 42709 w 85129"/>
                <a:gd name="csY19" fmla="*/ 53710 h 131810"/>
                <a:gd name="csX20" fmla="*/ 57592 w 85129"/>
                <a:gd name="csY20" fmla="*/ 47962 h 131810"/>
                <a:gd name="csX21" fmla="*/ 63545 w 85129"/>
                <a:gd name="csY21" fmla="*/ 33889 h 131810"/>
                <a:gd name="csX22" fmla="*/ 57393 w 85129"/>
                <a:gd name="csY22" fmla="*/ 19221 h 131810"/>
                <a:gd name="csX23" fmla="*/ 42510 w 85129"/>
                <a:gd name="csY23" fmla="*/ 13275 h 131810"/>
                <a:gd name="csX24" fmla="*/ 27429 w 85129"/>
                <a:gd name="csY24" fmla="*/ 19023 h 131810"/>
                <a:gd name="csX25" fmla="*/ 21476 w 85129"/>
                <a:gd name="csY25" fmla="*/ 32898 h 131810"/>
                <a:gd name="csX26" fmla="*/ 16317 w 85129"/>
                <a:gd name="csY26" fmla="*/ 92560 h 131810"/>
                <a:gd name="csX27" fmla="*/ 19492 w 85129"/>
                <a:gd name="csY27" fmla="*/ 105642 h 131810"/>
                <a:gd name="csX28" fmla="*/ 29215 w 85129"/>
                <a:gd name="csY28" fmla="*/ 115552 h 131810"/>
                <a:gd name="csX29" fmla="*/ 42709 w 85129"/>
                <a:gd name="csY29" fmla="*/ 118922 h 131810"/>
                <a:gd name="csX30" fmla="*/ 61560 w 85129"/>
                <a:gd name="csY30" fmla="*/ 111786 h 131810"/>
                <a:gd name="csX31" fmla="*/ 68903 w 85129"/>
                <a:gd name="csY31" fmla="*/ 93154 h 131810"/>
                <a:gd name="csX32" fmla="*/ 61164 w 85129"/>
                <a:gd name="csY32" fmla="*/ 74126 h 131810"/>
                <a:gd name="csX33" fmla="*/ 42312 w 85129"/>
                <a:gd name="csY33" fmla="*/ 66594 h 131810"/>
                <a:gd name="csX34" fmla="*/ 23659 w 85129"/>
                <a:gd name="csY34" fmla="*/ 74126 h 131810"/>
                <a:gd name="csX35" fmla="*/ 16317 w 85129"/>
                <a:gd name="csY35" fmla="*/ 92560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85129" h="131810">
                  <a:moveTo>
                    <a:pt x="24651" y="59855"/>
                  </a:moveTo>
                  <a:cubicBezTo>
                    <a:pt x="18003" y="57476"/>
                    <a:pt x="13142" y="54057"/>
                    <a:pt x="9967" y="49548"/>
                  </a:cubicBezTo>
                  <a:cubicBezTo>
                    <a:pt x="6792" y="45088"/>
                    <a:pt x="5204" y="39736"/>
                    <a:pt x="5204" y="33492"/>
                  </a:cubicBezTo>
                  <a:cubicBezTo>
                    <a:pt x="5204" y="24127"/>
                    <a:pt x="8578" y="16248"/>
                    <a:pt x="15325" y="9905"/>
                  </a:cubicBezTo>
                  <a:cubicBezTo>
                    <a:pt x="22071" y="3463"/>
                    <a:pt x="31051" y="193"/>
                    <a:pt x="42312" y="193"/>
                  </a:cubicBezTo>
                  <a:cubicBezTo>
                    <a:pt x="53524" y="193"/>
                    <a:pt x="62602" y="3513"/>
                    <a:pt x="69498" y="10103"/>
                  </a:cubicBezTo>
                  <a:cubicBezTo>
                    <a:pt x="76344" y="16595"/>
                    <a:pt x="79817" y="24523"/>
                    <a:pt x="79817" y="33889"/>
                  </a:cubicBezTo>
                  <a:cubicBezTo>
                    <a:pt x="79817" y="39835"/>
                    <a:pt x="78229" y="45088"/>
                    <a:pt x="75054" y="49548"/>
                  </a:cubicBezTo>
                  <a:cubicBezTo>
                    <a:pt x="71978" y="54057"/>
                    <a:pt x="67216" y="57476"/>
                    <a:pt x="60767" y="59855"/>
                  </a:cubicBezTo>
                  <a:cubicBezTo>
                    <a:pt x="68704" y="62382"/>
                    <a:pt x="74707" y="66544"/>
                    <a:pt x="78825" y="72342"/>
                  </a:cubicBezTo>
                  <a:cubicBezTo>
                    <a:pt x="83041" y="78041"/>
                    <a:pt x="85175" y="84928"/>
                    <a:pt x="85175" y="92956"/>
                  </a:cubicBezTo>
                  <a:cubicBezTo>
                    <a:pt x="85175" y="103957"/>
                    <a:pt x="81255" y="113174"/>
                    <a:pt x="73467" y="120706"/>
                  </a:cubicBezTo>
                  <a:cubicBezTo>
                    <a:pt x="65628" y="128238"/>
                    <a:pt x="55310" y="132004"/>
                    <a:pt x="42510" y="132004"/>
                  </a:cubicBezTo>
                  <a:cubicBezTo>
                    <a:pt x="29810" y="132004"/>
                    <a:pt x="19541" y="128238"/>
                    <a:pt x="11753" y="120706"/>
                  </a:cubicBezTo>
                  <a:cubicBezTo>
                    <a:pt x="3914" y="113174"/>
                    <a:pt x="45" y="103808"/>
                    <a:pt x="45" y="92560"/>
                  </a:cubicBezTo>
                  <a:cubicBezTo>
                    <a:pt x="45" y="84136"/>
                    <a:pt x="2128" y="77050"/>
                    <a:pt x="6395" y="71351"/>
                  </a:cubicBezTo>
                  <a:cubicBezTo>
                    <a:pt x="10612" y="65702"/>
                    <a:pt x="16714" y="61837"/>
                    <a:pt x="24651" y="59855"/>
                  </a:cubicBezTo>
                  <a:close/>
                  <a:moveTo>
                    <a:pt x="21476" y="32898"/>
                  </a:moveTo>
                  <a:cubicBezTo>
                    <a:pt x="21476" y="38993"/>
                    <a:pt x="23361" y="43998"/>
                    <a:pt x="27231" y="47962"/>
                  </a:cubicBezTo>
                  <a:cubicBezTo>
                    <a:pt x="31200" y="51827"/>
                    <a:pt x="36359" y="53710"/>
                    <a:pt x="42709" y="53710"/>
                  </a:cubicBezTo>
                  <a:cubicBezTo>
                    <a:pt x="48761" y="53710"/>
                    <a:pt x="53722" y="51827"/>
                    <a:pt x="57592" y="47962"/>
                  </a:cubicBezTo>
                  <a:cubicBezTo>
                    <a:pt x="61560" y="44146"/>
                    <a:pt x="63545" y="39439"/>
                    <a:pt x="63545" y="33889"/>
                  </a:cubicBezTo>
                  <a:cubicBezTo>
                    <a:pt x="63545" y="28091"/>
                    <a:pt x="61461" y="23185"/>
                    <a:pt x="57393" y="19221"/>
                  </a:cubicBezTo>
                  <a:cubicBezTo>
                    <a:pt x="53425" y="15257"/>
                    <a:pt x="48464" y="13275"/>
                    <a:pt x="42510" y="13275"/>
                  </a:cubicBezTo>
                  <a:cubicBezTo>
                    <a:pt x="36409" y="13275"/>
                    <a:pt x="31398" y="15207"/>
                    <a:pt x="27429" y="19023"/>
                  </a:cubicBezTo>
                  <a:cubicBezTo>
                    <a:pt x="23460" y="22888"/>
                    <a:pt x="21476" y="27497"/>
                    <a:pt x="21476" y="32898"/>
                  </a:cubicBezTo>
                  <a:close/>
                  <a:moveTo>
                    <a:pt x="16317" y="92560"/>
                  </a:moveTo>
                  <a:cubicBezTo>
                    <a:pt x="16317" y="97069"/>
                    <a:pt x="17359" y="101430"/>
                    <a:pt x="19492" y="105642"/>
                  </a:cubicBezTo>
                  <a:cubicBezTo>
                    <a:pt x="21724" y="109903"/>
                    <a:pt x="24949" y="113174"/>
                    <a:pt x="29215" y="115552"/>
                  </a:cubicBezTo>
                  <a:cubicBezTo>
                    <a:pt x="33432" y="117832"/>
                    <a:pt x="37946" y="118922"/>
                    <a:pt x="42709" y="118922"/>
                  </a:cubicBezTo>
                  <a:cubicBezTo>
                    <a:pt x="50349" y="118922"/>
                    <a:pt x="56649" y="116543"/>
                    <a:pt x="61560" y="111786"/>
                  </a:cubicBezTo>
                  <a:cubicBezTo>
                    <a:pt x="66422" y="106930"/>
                    <a:pt x="68903" y="100686"/>
                    <a:pt x="68903" y="93154"/>
                  </a:cubicBezTo>
                  <a:cubicBezTo>
                    <a:pt x="68903" y="85523"/>
                    <a:pt x="66323" y="79180"/>
                    <a:pt x="61164" y="74126"/>
                  </a:cubicBezTo>
                  <a:cubicBezTo>
                    <a:pt x="56103" y="69121"/>
                    <a:pt x="49853" y="66594"/>
                    <a:pt x="42312" y="66594"/>
                  </a:cubicBezTo>
                  <a:cubicBezTo>
                    <a:pt x="34771" y="66594"/>
                    <a:pt x="28521" y="69121"/>
                    <a:pt x="23659" y="74126"/>
                  </a:cubicBezTo>
                  <a:cubicBezTo>
                    <a:pt x="18748" y="79032"/>
                    <a:pt x="16317" y="85176"/>
                    <a:pt x="16317" y="9256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04" name="Grafik 637">
            <a:extLst>
              <a:ext uri="{FF2B5EF4-FFF2-40B4-BE49-F238E27FC236}">
                <a16:creationId xmlns:a16="http://schemas.microsoft.com/office/drawing/2014/main" id="{6CDB3775-56C7-B3FA-51E9-EEDCF1FE58F4}"/>
              </a:ext>
            </a:extLst>
          </p:cNvPr>
          <p:cNvGrpSpPr/>
          <p:nvPr/>
        </p:nvGrpSpPr>
        <p:grpSpPr>
          <a:xfrm>
            <a:off x="2042289" y="3222328"/>
            <a:ext cx="369957" cy="145434"/>
            <a:chOff x="7668073" y="7494572"/>
            <a:chExt cx="335300" cy="131810"/>
          </a:xfrm>
          <a:solidFill>
            <a:srgbClr val="000000"/>
          </a:solidFill>
        </p:grpSpPr>
        <p:sp>
          <p:nvSpPr>
            <p:cNvPr id="1405" name="Freihandform: Form 1404">
              <a:extLst>
                <a:ext uri="{FF2B5EF4-FFF2-40B4-BE49-F238E27FC236}">
                  <a16:creationId xmlns:a16="http://schemas.microsoft.com/office/drawing/2014/main" id="{F03956C0-7266-CA42-1A80-D69AD96D6F1D}"/>
                </a:ext>
              </a:extLst>
            </p:cNvPr>
            <p:cNvSpPr/>
            <p:nvPr/>
          </p:nvSpPr>
          <p:spPr>
            <a:xfrm>
              <a:off x="7668073" y="7494572"/>
              <a:ext cx="84335" cy="131810"/>
            </a:xfrm>
            <a:custGeom>
              <a:avLst/>
              <a:gdLst>
                <a:gd name="csX0" fmla="*/ 103 w 84335"/>
                <a:gd name="csY0" fmla="*/ 66197 h 131810"/>
                <a:gd name="csX1" fmla="*/ 4668 w 84335"/>
                <a:gd name="csY1" fmla="*/ 29330 h 131810"/>
                <a:gd name="csX2" fmla="*/ 18757 w 84335"/>
                <a:gd name="csY2" fmla="*/ 7725 h 131810"/>
                <a:gd name="csX3" fmla="*/ 42172 w 84335"/>
                <a:gd name="csY3" fmla="*/ 193 h 131810"/>
                <a:gd name="csX4" fmla="*/ 60428 w 84335"/>
                <a:gd name="csY4" fmla="*/ 4355 h 131810"/>
                <a:gd name="csX5" fmla="*/ 73327 w 84335"/>
                <a:gd name="csY5" fmla="*/ 16446 h 131810"/>
                <a:gd name="csX6" fmla="*/ 81463 w 84335"/>
                <a:gd name="csY6" fmla="*/ 35673 h 131810"/>
                <a:gd name="csX7" fmla="*/ 84439 w 84335"/>
                <a:gd name="csY7" fmla="*/ 66197 h 131810"/>
                <a:gd name="csX8" fmla="*/ 79677 w 84335"/>
                <a:gd name="csY8" fmla="*/ 102867 h 131810"/>
                <a:gd name="csX9" fmla="*/ 65588 w 84335"/>
                <a:gd name="csY9" fmla="*/ 124472 h 131810"/>
                <a:gd name="csX10" fmla="*/ 42172 w 84335"/>
                <a:gd name="csY10" fmla="*/ 132004 h 131810"/>
                <a:gd name="csX11" fmla="*/ 12803 w 84335"/>
                <a:gd name="csY11" fmla="*/ 118724 h 131810"/>
                <a:gd name="csX12" fmla="*/ 103 w 84335"/>
                <a:gd name="csY12" fmla="*/ 66197 h 131810"/>
                <a:gd name="csX13" fmla="*/ 16375 w 84335"/>
                <a:gd name="csY13" fmla="*/ 66197 h 131810"/>
                <a:gd name="csX14" fmla="*/ 23718 w 84335"/>
                <a:gd name="csY14" fmla="*/ 108417 h 131810"/>
                <a:gd name="csX15" fmla="*/ 42172 w 84335"/>
                <a:gd name="csY15" fmla="*/ 118922 h 131810"/>
                <a:gd name="csX16" fmla="*/ 60428 w 84335"/>
                <a:gd name="csY16" fmla="*/ 108417 h 131810"/>
                <a:gd name="csX17" fmla="*/ 67969 w 84335"/>
                <a:gd name="csY17" fmla="*/ 66197 h 131810"/>
                <a:gd name="csX18" fmla="*/ 60428 w 84335"/>
                <a:gd name="csY18" fmla="*/ 23780 h 131810"/>
                <a:gd name="csX19" fmla="*/ 41974 w 84335"/>
                <a:gd name="csY19" fmla="*/ 13275 h 131810"/>
                <a:gd name="csX20" fmla="*/ 24511 w 84335"/>
                <a:gd name="csY20" fmla="*/ 22591 h 131810"/>
                <a:gd name="csX21" fmla="*/ 16375 w 84335"/>
                <a:gd name="csY21" fmla="*/ 66197 h 131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84335" h="131810">
                  <a:moveTo>
                    <a:pt x="103" y="66197"/>
                  </a:moveTo>
                  <a:cubicBezTo>
                    <a:pt x="103" y="50886"/>
                    <a:pt x="1592" y="38596"/>
                    <a:pt x="4668" y="29330"/>
                  </a:cubicBezTo>
                  <a:cubicBezTo>
                    <a:pt x="7843" y="19964"/>
                    <a:pt x="12506" y="12779"/>
                    <a:pt x="18757" y="7725"/>
                  </a:cubicBezTo>
                  <a:cubicBezTo>
                    <a:pt x="24958" y="2720"/>
                    <a:pt x="32746" y="193"/>
                    <a:pt x="42172" y="193"/>
                  </a:cubicBezTo>
                  <a:cubicBezTo>
                    <a:pt x="49167" y="193"/>
                    <a:pt x="55269" y="1580"/>
                    <a:pt x="60428" y="4355"/>
                  </a:cubicBezTo>
                  <a:cubicBezTo>
                    <a:pt x="65687" y="7130"/>
                    <a:pt x="70003" y="11194"/>
                    <a:pt x="73327" y="16446"/>
                  </a:cubicBezTo>
                  <a:cubicBezTo>
                    <a:pt x="76750" y="21748"/>
                    <a:pt x="79478" y="28141"/>
                    <a:pt x="81463" y="35673"/>
                  </a:cubicBezTo>
                  <a:cubicBezTo>
                    <a:pt x="83447" y="43205"/>
                    <a:pt x="84439" y="53413"/>
                    <a:pt x="84439" y="66197"/>
                  </a:cubicBezTo>
                  <a:cubicBezTo>
                    <a:pt x="84439" y="81262"/>
                    <a:pt x="82852" y="93501"/>
                    <a:pt x="79677" y="102867"/>
                  </a:cubicBezTo>
                  <a:cubicBezTo>
                    <a:pt x="76502" y="112133"/>
                    <a:pt x="71789" y="119318"/>
                    <a:pt x="65588" y="124472"/>
                  </a:cubicBezTo>
                  <a:cubicBezTo>
                    <a:pt x="59486" y="129526"/>
                    <a:pt x="51697" y="132004"/>
                    <a:pt x="42172" y="132004"/>
                  </a:cubicBezTo>
                  <a:cubicBezTo>
                    <a:pt x="29720" y="132004"/>
                    <a:pt x="19947" y="127594"/>
                    <a:pt x="12803" y="118724"/>
                  </a:cubicBezTo>
                  <a:cubicBezTo>
                    <a:pt x="4320" y="107921"/>
                    <a:pt x="103" y="90379"/>
                    <a:pt x="103" y="66197"/>
                  </a:cubicBezTo>
                  <a:close/>
                  <a:moveTo>
                    <a:pt x="16375" y="66197"/>
                  </a:moveTo>
                  <a:cubicBezTo>
                    <a:pt x="16375" y="87357"/>
                    <a:pt x="18806" y="101430"/>
                    <a:pt x="23718" y="108417"/>
                  </a:cubicBezTo>
                  <a:cubicBezTo>
                    <a:pt x="28728" y="115453"/>
                    <a:pt x="34880" y="118922"/>
                    <a:pt x="42172" y="118922"/>
                  </a:cubicBezTo>
                  <a:cubicBezTo>
                    <a:pt x="49415" y="118922"/>
                    <a:pt x="55517" y="115453"/>
                    <a:pt x="60428" y="108417"/>
                  </a:cubicBezTo>
                  <a:cubicBezTo>
                    <a:pt x="65439" y="101430"/>
                    <a:pt x="67969" y="87357"/>
                    <a:pt x="67969" y="66197"/>
                  </a:cubicBezTo>
                  <a:cubicBezTo>
                    <a:pt x="67969" y="44939"/>
                    <a:pt x="65439" y="30817"/>
                    <a:pt x="60428" y="23780"/>
                  </a:cubicBezTo>
                  <a:cubicBezTo>
                    <a:pt x="55517" y="16793"/>
                    <a:pt x="49366" y="13275"/>
                    <a:pt x="41974" y="13275"/>
                  </a:cubicBezTo>
                  <a:cubicBezTo>
                    <a:pt x="34681" y="13275"/>
                    <a:pt x="28877" y="16397"/>
                    <a:pt x="24511" y="22591"/>
                  </a:cubicBezTo>
                  <a:cubicBezTo>
                    <a:pt x="19054" y="30420"/>
                    <a:pt x="16375" y="44939"/>
                    <a:pt x="16375" y="66197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" name="Freihandform: Form 1405">
              <a:extLst>
                <a:ext uri="{FF2B5EF4-FFF2-40B4-BE49-F238E27FC236}">
                  <a16:creationId xmlns:a16="http://schemas.microsoft.com/office/drawing/2014/main" id="{D5122816-EAA2-FE44-758A-66937E67DE45}"/>
                </a:ext>
              </a:extLst>
            </p:cNvPr>
            <p:cNvSpPr/>
            <p:nvPr/>
          </p:nvSpPr>
          <p:spPr>
            <a:xfrm>
              <a:off x="7777486" y="7606165"/>
              <a:ext cx="18057" cy="18037"/>
            </a:xfrm>
            <a:custGeom>
              <a:avLst/>
              <a:gdLst>
                <a:gd name="csX0" fmla="*/ 111 w 18057"/>
                <a:gd name="csY0" fmla="*/ 18230 h 18037"/>
                <a:gd name="csX1" fmla="*/ 111 w 18057"/>
                <a:gd name="csY1" fmla="*/ 193 h 18037"/>
                <a:gd name="csX2" fmla="*/ 18169 w 18057"/>
                <a:gd name="csY2" fmla="*/ 193 h 18037"/>
                <a:gd name="csX3" fmla="*/ 18169 w 18057"/>
                <a:gd name="csY3" fmla="*/ 18230 h 180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7" h="18037">
                  <a:moveTo>
                    <a:pt x="111" y="18230"/>
                  </a:moveTo>
                  <a:lnTo>
                    <a:pt x="111" y="193"/>
                  </a:lnTo>
                  <a:lnTo>
                    <a:pt x="18169" y="193"/>
                  </a:lnTo>
                  <a:lnTo>
                    <a:pt x="18169" y="1823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7" name="Freihandform: Form 1406">
              <a:extLst>
                <a:ext uri="{FF2B5EF4-FFF2-40B4-BE49-F238E27FC236}">
                  <a16:creationId xmlns:a16="http://schemas.microsoft.com/office/drawing/2014/main" id="{C4A43A7E-403D-C450-65FE-F4D5BB431FB7}"/>
                </a:ext>
              </a:extLst>
            </p:cNvPr>
            <p:cNvSpPr/>
            <p:nvPr/>
          </p:nvSpPr>
          <p:spPr>
            <a:xfrm>
              <a:off x="7819746" y="7496752"/>
              <a:ext cx="83740" cy="127450"/>
            </a:xfrm>
            <a:custGeom>
              <a:avLst/>
              <a:gdLst>
                <a:gd name="csX0" fmla="*/ 115 w 83740"/>
                <a:gd name="csY0" fmla="*/ 15455 h 127450"/>
                <a:gd name="csX1" fmla="*/ 115 w 83740"/>
                <a:gd name="csY1" fmla="*/ 193 h 127450"/>
                <a:gd name="csX2" fmla="*/ 83856 w 83740"/>
                <a:gd name="csY2" fmla="*/ 193 h 127450"/>
                <a:gd name="csX3" fmla="*/ 83856 w 83740"/>
                <a:gd name="csY3" fmla="*/ 12482 h 127450"/>
                <a:gd name="csX4" fmla="*/ 59250 w 83740"/>
                <a:gd name="csY4" fmla="*/ 47367 h 127450"/>
                <a:gd name="csX5" fmla="*/ 40597 w 83740"/>
                <a:gd name="csY5" fmla="*/ 92163 h 127450"/>
                <a:gd name="csX6" fmla="*/ 34445 w 83740"/>
                <a:gd name="csY6" fmla="*/ 127643 h 127450"/>
                <a:gd name="csX7" fmla="*/ 18173 w 83740"/>
                <a:gd name="csY7" fmla="*/ 127643 h 127450"/>
                <a:gd name="csX8" fmla="*/ 24126 w 83740"/>
                <a:gd name="csY8" fmla="*/ 90776 h 127450"/>
                <a:gd name="csX9" fmla="*/ 40597 w 83740"/>
                <a:gd name="csY9" fmla="*/ 49151 h 127450"/>
                <a:gd name="csX10" fmla="*/ 63417 w 83740"/>
                <a:gd name="csY10" fmla="*/ 15455 h 127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3740" h="127450">
                  <a:moveTo>
                    <a:pt x="115" y="15455"/>
                  </a:moveTo>
                  <a:lnTo>
                    <a:pt x="115" y="193"/>
                  </a:lnTo>
                  <a:lnTo>
                    <a:pt x="83856" y="193"/>
                  </a:lnTo>
                  <a:lnTo>
                    <a:pt x="83856" y="12482"/>
                  </a:lnTo>
                  <a:cubicBezTo>
                    <a:pt x="75621" y="21203"/>
                    <a:pt x="67435" y="32848"/>
                    <a:pt x="59250" y="47367"/>
                  </a:cubicBezTo>
                  <a:cubicBezTo>
                    <a:pt x="51163" y="61936"/>
                    <a:pt x="44962" y="76851"/>
                    <a:pt x="40597" y="92163"/>
                  </a:cubicBezTo>
                  <a:cubicBezTo>
                    <a:pt x="37422" y="103015"/>
                    <a:pt x="35338" y="114858"/>
                    <a:pt x="34445" y="127643"/>
                  </a:cubicBezTo>
                  <a:lnTo>
                    <a:pt x="18173" y="127643"/>
                  </a:lnTo>
                  <a:cubicBezTo>
                    <a:pt x="18421" y="117485"/>
                    <a:pt x="20406" y="105196"/>
                    <a:pt x="24126" y="90776"/>
                  </a:cubicBezTo>
                  <a:cubicBezTo>
                    <a:pt x="27946" y="76405"/>
                    <a:pt x="33453" y="62531"/>
                    <a:pt x="40597" y="49151"/>
                  </a:cubicBezTo>
                  <a:cubicBezTo>
                    <a:pt x="47740" y="35821"/>
                    <a:pt x="55331" y="24573"/>
                    <a:pt x="63417" y="15455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8" name="Freihandform: Form 1407">
              <a:extLst>
                <a:ext uri="{FF2B5EF4-FFF2-40B4-BE49-F238E27FC236}">
                  <a16:creationId xmlns:a16="http://schemas.microsoft.com/office/drawing/2014/main" id="{E9406B42-F661-8E6A-0376-BC45EAA3D247}"/>
                </a:ext>
              </a:extLst>
            </p:cNvPr>
            <p:cNvSpPr/>
            <p:nvPr/>
          </p:nvSpPr>
          <p:spPr>
            <a:xfrm>
              <a:off x="7914077" y="7495166"/>
              <a:ext cx="89296" cy="129036"/>
            </a:xfrm>
            <a:custGeom>
              <a:avLst/>
              <a:gdLst>
                <a:gd name="csX0" fmla="*/ 56083 w 89296"/>
                <a:gd name="csY0" fmla="*/ 129229 h 129036"/>
                <a:gd name="csX1" fmla="*/ 56083 w 89296"/>
                <a:gd name="csY1" fmla="*/ 98308 h 129036"/>
                <a:gd name="csX2" fmla="*/ 123 w 89296"/>
                <a:gd name="csY2" fmla="*/ 98308 h 129036"/>
                <a:gd name="csX3" fmla="*/ 123 w 89296"/>
                <a:gd name="csY3" fmla="*/ 83838 h 129036"/>
                <a:gd name="csX4" fmla="*/ 59059 w 89296"/>
                <a:gd name="csY4" fmla="*/ 193 h 129036"/>
                <a:gd name="csX5" fmla="*/ 71958 w 89296"/>
                <a:gd name="csY5" fmla="*/ 193 h 129036"/>
                <a:gd name="csX6" fmla="*/ 71958 w 89296"/>
                <a:gd name="csY6" fmla="*/ 83838 h 129036"/>
                <a:gd name="csX7" fmla="*/ 89420 w 89296"/>
                <a:gd name="csY7" fmla="*/ 83838 h 129036"/>
                <a:gd name="csX8" fmla="*/ 89420 w 89296"/>
                <a:gd name="csY8" fmla="*/ 98308 h 129036"/>
                <a:gd name="csX9" fmla="*/ 71958 w 89296"/>
                <a:gd name="csY9" fmla="*/ 98308 h 129036"/>
                <a:gd name="csX10" fmla="*/ 71958 w 89296"/>
                <a:gd name="csY10" fmla="*/ 129229 h 129036"/>
                <a:gd name="csX11" fmla="*/ 56083 w 89296"/>
                <a:gd name="csY11" fmla="*/ 83838 h 129036"/>
                <a:gd name="csX12" fmla="*/ 56083 w 89296"/>
                <a:gd name="csY12" fmla="*/ 25564 h 129036"/>
                <a:gd name="csX13" fmla="*/ 15601 w 89296"/>
                <a:gd name="csY13" fmla="*/ 83838 h 129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89296" h="129036">
                  <a:moveTo>
                    <a:pt x="56083" y="129229"/>
                  </a:moveTo>
                  <a:lnTo>
                    <a:pt x="56083" y="98308"/>
                  </a:lnTo>
                  <a:lnTo>
                    <a:pt x="123" y="98308"/>
                  </a:lnTo>
                  <a:lnTo>
                    <a:pt x="123" y="83838"/>
                  </a:lnTo>
                  <a:lnTo>
                    <a:pt x="59059" y="193"/>
                  </a:lnTo>
                  <a:lnTo>
                    <a:pt x="71958" y="193"/>
                  </a:lnTo>
                  <a:lnTo>
                    <a:pt x="71958" y="83838"/>
                  </a:lnTo>
                  <a:lnTo>
                    <a:pt x="89420" y="83838"/>
                  </a:lnTo>
                  <a:lnTo>
                    <a:pt x="89420" y="98308"/>
                  </a:lnTo>
                  <a:lnTo>
                    <a:pt x="71958" y="98308"/>
                  </a:lnTo>
                  <a:lnTo>
                    <a:pt x="71958" y="129229"/>
                  </a:lnTo>
                  <a:close/>
                  <a:moveTo>
                    <a:pt x="56083" y="83838"/>
                  </a:moveTo>
                  <a:lnTo>
                    <a:pt x="56083" y="25564"/>
                  </a:lnTo>
                  <a:lnTo>
                    <a:pt x="15601" y="83838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09" name="Freihandform: Form 1408">
            <a:extLst>
              <a:ext uri="{FF2B5EF4-FFF2-40B4-BE49-F238E27FC236}">
                <a16:creationId xmlns:a16="http://schemas.microsoft.com/office/drawing/2014/main" id="{D7D4C570-B0A3-9AA3-A01D-6ECCB693DB78}"/>
              </a:ext>
            </a:extLst>
          </p:cNvPr>
          <p:cNvSpPr/>
          <p:nvPr/>
        </p:nvSpPr>
        <p:spPr>
          <a:xfrm>
            <a:off x="3279371" y="3222328"/>
            <a:ext cx="93052" cy="145434"/>
          </a:xfrm>
          <a:custGeom>
            <a:avLst/>
            <a:gdLst>
              <a:gd name="csX0" fmla="*/ 192 w 84335"/>
              <a:gd name="csY0" fmla="*/ 66197 h 131810"/>
              <a:gd name="csX1" fmla="*/ 4756 w 84335"/>
              <a:gd name="csY1" fmla="*/ 29330 h 131810"/>
              <a:gd name="csX2" fmla="*/ 18845 w 84335"/>
              <a:gd name="csY2" fmla="*/ 7725 h 131810"/>
              <a:gd name="csX3" fmla="*/ 42260 w 84335"/>
              <a:gd name="csY3" fmla="*/ 193 h 131810"/>
              <a:gd name="csX4" fmla="*/ 60517 w 84335"/>
              <a:gd name="csY4" fmla="*/ 4355 h 131810"/>
              <a:gd name="csX5" fmla="*/ 73415 w 84335"/>
              <a:gd name="csY5" fmla="*/ 16446 h 131810"/>
              <a:gd name="csX6" fmla="*/ 81551 w 84335"/>
              <a:gd name="csY6" fmla="*/ 35673 h 131810"/>
              <a:gd name="csX7" fmla="*/ 84528 w 84335"/>
              <a:gd name="csY7" fmla="*/ 66197 h 131810"/>
              <a:gd name="csX8" fmla="*/ 79765 w 84335"/>
              <a:gd name="csY8" fmla="*/ 102867 h 131810"/>
              <a:gd name="csX9" fmla="*/ 65676 w 84335"/>
              <a:gd name="csY9" fmla="*/ 124472 h 131810"/>
              <a:gd name="csX10" fmla="*/ 42260 w 84335"/>
              <a:gd name="csY10" fmla="*/ 132004 h 131810"/>
              <a:gd name="csX11" fmla="*/ 12892 w 84335"/>
              <a:gd name="csY11" fmla="*/ 118724 h 131810"/>
              <a:gd name="csX12" fmla="*/ 192 w 84335"/>
              <a:gd name="csY12" fmla="*/ 66197 h 131810"/>
              <a:gd name="csX13" fmla="*/ 16464 w 84335"/>
              <a:gd name="csY13" fmla="*/ 66197 h 131810"/>
              <a:gd name="csX14" fmla="*/ 23806 w 84335"/>
              <a:gd name="csY14" fmla="*/ 108417 h 131810"/>
              <a:gd name="csX15" fmla="*/ 42260 w 84335"/>
              <a:gd name="csY15" fmla="*/ 118922 h 131810"/>
              <a:gd name="csX16" fmla="*/ 60517 w 84335"/>
              <a:gd name="csY16" fmla="*/ 108417 h 131810"/>
              <a:gd name="csX17" fmla="*/ 68057 w 84335"/>
              <a:gd name="csY17" fmla="*/ 66197 h 131810"/>
              <a:gd name="csX18" fmla="*/ 60517 w 84335"/>
              <a:gd name="csY18" fmla="*/ 23780 h 131810"/>
              <a:gd name="csX19" fmla="*/ 42062 w 84335"/>
              <a:gd name="csY19" fmla="*/ 13275 h 131810"/>
              <a:gd name="csX20" fmla="*/ 24600 w 84335"/>
              <a:gd name="csY20" fmla="*/ 22591 h 131810"/>
              <a:gd name="csX21" fmla="*/ 16464 w 84335"/>
              <a:gd name="csY21" fmla="*/ 66197 h 13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84335" h="131810">
                <a:moveTo>
                  <a:pt x="192" y="66197"/>
                </a:moveTo>
                <a:cubicBezTo>
                  <a:pt x="192" y="50886"/>
                  <a:pt x="1680" y="38596"/>
                  <a:pt x="4756" y="29330"/>
                </a:cubicBezTo>
                <a:cubicBezTo>
                  <a:pt x="7931" y="19964"/>
                  <a:pt x="12594" y="12779"/>
                  <a:pt x="18845" y="7725"/>
                </a:cubicBezTo>
                <a:cubicBezTo>
                  <a:pt x="25046" y="2720"/>
                  <a:pt x="32835" y="193"/>
                  <a:pt x="42260" y="193"/>
                </a:cubicBezTo>
                <a:cubicBezTo>
                  <a:pt x="49255" y="193"/>
                  <a:pt x="55357" y="1580"/>
                  <a:pt x="60517" y="4355"/>
                </a:cubicBezTo>
                <a:cubicBezTo>
                  <a:pt x="65775" y="7130"/>
                  <a:pt x="70091" y="11194"/>
                  <a:pt x="73415" y="16446"/>
                </a:cubicBezTo>
                <a:cubicBezTo>
                  <a:pt x="76838" y="21748"/>
                  <a:pt x="79567" y="28141"/>
                  <a:pt x="81551" y="35673"/>
                </a:cubicBezTo>
                <a:cubicBezTo>
                  <a:pt x="83535" y="43205"/>
                  <a:pt x="84528" y="53413"/>
                  <a:pt x="84528" y="66197"/>
                </a:cubicBezTo>
                <a:cubicBezTo>
                  <a:pt x="84528" y="81262"/>
                  <a:pt x="82940" y="93501"/>
                  <a:pt x="79765" y="102867"/>
                </a:cubicBezTo>
                <a:cubicBezTo>
                  <a:pt x="76590" y="112133"/>
                  <a:pt x="71877" y="119318"/>
                  <a:pt x="65676" y="124472"/>
                </a:cubicBezTo>
                <a:cubicBezTo>
                  <a:pt x="59574" y="129526"/>
                  <a:pt x="51785" y="132004"/>
                  <a:pt x="42260" y="132004"/>
                </a:cubicBezTo>
                <a:cubicBezTo>
                  <a:pt x="29809" y="132004"/>
                  <a:pt x="20035" y="127594"/>
                  <a:pt x="12892" y="118724"/>
                </a:cubicBezTo>
                <a:cubicBezTo>
                  <a:pt x="4409" y="107921"/>
                  <a:pt x="192" y="90379"/>
                  <a:pt x="192" y="66197"/>
                </a:cubicBezTo>
                <a:close/>
                <a:moveTo>
                  <a:pt x="16464" y="66197"/>
                </a:moveTo>
                <a:cubicBezTo>
                  <a:pt x="16464" y="87357"/>
                  <a:pt x="18894" y="101430"/>
                  <a:pt x="23806" y="108417"/>
                </a:cubicBezTo>
                <a:cubicBezTo>
                  <a:pt x="28816" y="115453"/>
                  <a:pt x="34968" y="118922"/>
                  <a:pt x="42260" y="118922"/>
                </a:cubicBezTo>
                <a:cubicBezTo>
                  <a:pt x="49503" y="118922"/>
                  <a:pt x="55605" y="115453"/>
                  <a:pt x="60517" y="108417"/>
                </a:cubicBezTo>
                <a:cubicBezTo>
                  <a:pt x="65527" y="101430"/>
                  <a:pt x="68057" y="87357"/>
                  <a:pt x="68057" y="66197"/>
                </a:cubicBezTo>
                <a:cubicBezTo>
                  <a:pt x="68057" y="44939"/>
                  <a:pt x="65527" y="30817"/>
                  <a:pt x="60517" y="23780"/>
                </a:cubicBezTo>
                <a:cubicBezTo>
                  <a:pt x="55605" y="16793"/>
                  <a:pt x="49454" y="13275"/>
                  <a:pt x="42062" y="13275"/>
                </a:cubicBezTo>
                <a:cubicBezTo>
                  <a:pt x="34769" y="13275"/>
                  <a:pt x="28965" y="16397"/>
                  <a:pt x="24600" y="22591"/>
                </a:cubicBezTo>
                <a:cubicBezTo>
                  <a:pt x="19143" y="30420"/>
                  <a:pt x="16464" y="44939"/>
                  <a:pt x="16464" y="66197"/>
                </a:cubicBezTo>
                <a:close/>
              </a:path>
            </a:pathLst>
          </a:custGeom>
          <a:solidFill>
            <a:srgbClr val="000000"/>
          </a:solidFill>
          <a:ln w="1270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10" name="Freihandform: Form 1409">
            <a:extLst>
              <a:ext uri="{FF2B5EF4-FFF2-40B4-BE49-F238E27FC236}">
                <a16:creationId xmlns:a16="http://schemas.microsoft.com/office/drawing/2014/main" id="{81EB8297-874E-076D-CFE6-DEC6EF753EDB}"/>
              </a:ext>
            </a:extLst>
          </p:cNvPr>
          <p:cNvSpPr/>
          <p:nvPr/>
        </p:nvSpPr>
        <p:spPr>
          <a:xfrm>
            <a:off x="799907" y="770379"/>
            <a:ext cx="14013" cy="2852879"/>
          </a:xfrm>
          <a:custGeom>
            <a:avLst/>
            <a:gdLst>
              <a:gd name="csX0" fmla="*/ 273 w 12700"/>
              <a:gd name="csY0" fmla="*/ 2585256 h 2585625"/>
              <a:gd name="csX1" fmla="*/ 273 w 12700"/>
              <a:gd name="csY1" fmla="*/ -370 h 2585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2585625">
                <a:moveTo>
                  <a:pt x="273" y="2585256"/>
                </a:moveTo>
                <a:lnTo>
                  <a:pt x="273" y="-37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11" name="Freihandform: Form 1410">
            <a:extLst>
              <a:ext uri="{FF2B5EF4-FFF2-40B4-BE49-F238E27FC236}">
                <a16:creationId xmlns:a16="http://schemas.microsoft.com/office/drawing/2014/main" id="{0EDA6D77-A80C-39E9-88A5-22A63EBF25C7}"/>
              </a:ext>
            </a:extLst>
          </p:cNvPr>
          <p:cNvSpPr/>
          <p:nvPr/>
        </p:nvSpPr>
        <p:spPr>
          <a:xfrm>
            <a:off x="758033" y="3294116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12" name="Freihandform: Form 1411">
            <a:extLst>
              <a:ext uri="{FF2B5EF4-FFF2-40B4-BE49-F238E27FC236}">
                <a16:creationId xmlns:a16="http://schemas.microsoft.com/office/drawing/2014/main" id="{34BE1283-3DA3-B352-B3E4-407F3CBA3B98}"/>
              </a:ext>
            </a:extLst>
          </p:cNvPr>
          <p:cNvSpPr/>
          <p:nvPr/>
        </p:nvSpPr>
        <p:spPr>
          <a:xfrm>
            <a:off x="758033" y="2745453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13" name="Freihandform: Form 1412">
            <a:extLst>
              <a:ext uri="{FF2B5EF4-FFF2-40B4-BE49-F238E27FC236}">
                <a16:creationId xmlns:a16="http://schemas.microsoft.com/office/drawing/2014/main" id="{A230CF5A-E3AC-02DB-159C-C64B425D25F3}"/>
              </a:ext>
            </a:extLst>
          </p:cNvPr>
          <p:cNvSpPr/>
          <p:nvPr/>
        </p:nvSpPr>
        <p:spPr>
          <a:xfrm>
            <a:off x="758033" y="2196846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14" name="Freihandform: Form 1413">
            <a:extLst>
              <a:ext uri="{FF2B5EF4-FFF2-40B4-BE49-F238E27FC236}">
                <a16:creationId xmlns:a16="http://schemas.microsoft.com/office/drawing/2014/main" id="{2E3FE931-B709-E3DB-F822-CE527A0EA18B}"/>
              </a:ext>
            </a:extLst>
          </p:cNvPr>
          <p:cNvSpPr/>
          <p:nvPr/>
        </p:nvSpPr>
        <p:spPr>
          <a:xfrm>
            <a:off x="758033" y="1648183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15" name="Freihandform: Form 1414">
            <a:extLst>
              <a:ext uri="{FF2B5EF4-FFF2-40B4-BE49-F238E27FC236}">
                <a16:creationId xmlns:a16="http://schemas.microsoft.com/office/drawing/2014/main" id="{479F306E-FBC1-FC96-2294-5F1E6A24E376}"/>
              </a:ext>
            </a:extLst>
          </p:cNvPr>
          <p:cNvSpPr/>
          <p:nvPr/>
        </p:nvSpPr>
        <p:spPr>
          <a:xfrm>
            <a:off x="758033" y="1099577"/>
            <a:ext cx="41874" cy="13996"/>
          </a:xfrm>
          <a:custGeom>
            <a:avLst/>
            <a:gdLst>
              <a:gd name="csX0" fmla="*/ 273 w 37951"/>
              <a:gd name="csY0" fmla="*/ -370 h 12685"/>
              <a:gd name="csX1" fmla="*/ 38224 w 37951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951" h="12685">
                <a:moveTo>
                  <a:pt x="273" y="-370"/>
                </a:moveTo>
                <a:lnTo>
                  <a:pt x="38224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16" name="Freihandform: Form 1415">
            <a:extLst>
              <a:ext uri="{FF2B5EF4-FFF2-40B4-BE49-F238E27FC236}">
                <a16:creationId xmlns:a16="http://schemas.microsoft.com/office/drawing/2014/main" id="{B8627419-237E-2E1D-7BE6-A3EDEE381893}"/>
              </a:ext>
            </a:extLst>
          </p:cNvPr>
          <p:cNvSpPr/>
          <p:nvPr/>
        </p:nvSpPr>
        <p:spPr>
          <a:xfrm>
            <a:off x="799907" y="3623259"/>
            <a:ext cx="2856126" cy="13996"/>
          </a:xfrm>
          <a:custGeom>
            <a:avLst/>
            <a:gdLst>
              <a:gd name="csX0" fmla="*/ 273 w 2588567"/>
              <a:gd name="csY0" fmla="*/ -370 h 12685"/>
              <a:gd name="csX1" fmla="*/ 2588841 w 2588567"/>
              <a:gd name="csY1" fmla="*/ -37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588567" h="12685">
                <a:moveTo>
                  <a:pt x="273" y="-370"/>
                </a:moveTo>
                <a:lnTo>
                  <a:pt x="2588841" y="-37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17" name="Freihandform: Form 1416">
            <a:extLst>
              <a:ext uri="{FF2B5EF4-FFF2-40B4-BE49-F238E27FC236}">
                <a16:creationId xmlns:a16="http://schemas.microsoft.com/office/drawing/2014/main" id="{A8A3FB50-624B-E97F-E0AA-93CDED654F7D}"/>
              </a:ext>
            </a:extLst>
          </p:cNvPr>
          <p:cNvSpPr/>
          <p:nvPr/>
        </p:nvSpPr>
        <p:spPr>
          <a:xfrm>
            <a:off x="1129424" y="362325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18" name="Freihandform: Form 1417">
            <a:extLst>
              <a:ext uri="{FF2B5EF4-FFF2-40B4-BE49-F238E27FC236}">
                <a16:creationId xmlns:a16="http://schemas.microsoft.com/office/drawing/2014/main" id="{B062CE49-2634-498E-D96F-0C093F2F33EE}"/>
              </a:ext>
            </a:extLst>
          </p:cNvPr>
          <p:cNvSpPr/>
          <p:nvPr/>
        </p:nvSpPr>
        <p:spPr>
          <a:xfrm>
            <a:off x="1678711" y="362325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19" name="Freihandform: Form 1418">
            <a:extLst>
              <a:ext uri="{FF2B5EF4-FFF2-40B4-BE49-F238E27FC236}">
                <a16:creationId xmlns:a16="http://schemas.microsoft.com/office/drawing/2014/main" id="{1CD26B55-15B7-697A-C769-8ADE346811D2}"/>
              </a:ext>
            </a:extLst>
          </p:cNvPr>
          <p:cNvSpPr/>
          <p:nvPr/>
        </p:nvSpPr>
        <p:spPr>
          <a:xfrm>
            <a:off x="2227943" y="362325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20" name="Freihandform: Form 1419">
            <a:extLst>
              <a:ext uri="{FF2B5EF4-FFF2-40B4-BE49-F238E27FC236}">
                <a16:creationId xmlns:a16="http://schemas.microsoft.com/office/drawing/2014/main" id="{1CD54432-67A4-EA60-8679-AFAE4DD23A62}"/>
              </a:ext>
            </a:extLst>
          </p:cNvPr>
          <p:cNvSpPr/>
          <p:nvPr/>
        </p:nvSpPr>
        <p:spPr>
          <a:xfrm>
            <a:off x="2777229" y="362325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21" name="Freihandform: Form 1420">
            <a:extLst>
              <a:ext uri="{FF2B5EF4-FFF2-40B4-BE49-F238E27FC236}">
                <a16:creationId xmlns:a16="http://schemas.microsoft.com/office/drawing/2014/main" id="{C032C317-C21B-8EEF-3397-4AAB22202C1B}"/>
              </a:ext>
            </a:extLst>
          </p:cNvPr>
          <p:cNvSpPr/>
          <p:nvPr/>
        </p:nvSpPr>
        <p:spPr>
          <a:xfrm>
            <a:off x="3326462" y="3623259"/>
            <a:ext cx="14013" cy="41826"/>
          </a:xfrm>
          <a:custGeom>
            <a:avLst/>
            <a:gdLst>
              <a:gd name="csX0" fmla="*/ 273 w 12700"/>
              <a:gd name="csY0" fmla="*/ 37539 h 37908"/>
              <a:gd name="csX1" fmla="*/ 273 w 12700"/>
              <a:gd name="csY1" fmla="*/ -370 h 37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7908">
                <a:moveTo>
                  <a:pt x="273" y="37539"/>
                </a:moveTo>
                <a:lnTo>
                  <a:pt x="273" y="-370"/>
                </a:lnTo>
              </a:path>
            </a:pathLst>
          </a:custGeom>
          <a:noFill/>
          <a:ln w="14783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22" name="Pfeil: nach rechts 1421">
            <a:extLst>
              <a:ext uri="{FF2B5EF4-FFF2-40B4-BE49-F238E27FC236}">
                <a16:creationId xmlns:a16="http://schemas.microsoft.com/office/drawing/2014/main" id="{A8AD87D3-764E-0142-092C-214D0F058547}"/>
              </a:ext>
            </a:extLst>
          </p:cNvPr>
          <p:cNvSpPr/>
          <p:nvPr/>
        </p:nvSpPr>
        <p:spPr>
          <a:xfrm>
            <a:off x="3775266" y="2286777"/>
            <a:ext cx="432000" cy="36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3" name="Textfeld 1422">
            <a:extLst>
              <a:ext uri="{FF2B5EF4-FFF2-40B4-BE49-F238E27FC236}">
                <a16:creationId xmlns:a16="http://schemas.microsoft.com/office/drawing/2014/main" id="{548AA622-15BA-73A6-5873-FB718F528AA4}"/>
              </a:ext>
            </a:extLst>
          </p:cNvPr>
          <p:cNvSpPr txBox="1"/>
          <p:nvPr/>
        </p:nvSpPr>
        <p:spPr>
          <a:xfrm>
            <a:off x="568883" y="-1862"/>
            <a:ext cx="32442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Beta diversity distances</a:t>
            </a:r>
          </a:p>
        </p:txBody>
      </p:sp>
      <p:sp>
        <p:nvSpPr>
          <p:cNvPr id="1424" name="Textfeld 1423">
            <a:extLst>
              <a:ext uri="{FF2B5EF4-FFF2-40B4-BE49-F238E27FC236}">
                <a16:creationId xmlns:a16="http://schemas.microsoft.com/office/drawing/2014/main" id="{D5CE1036-5368-8476-71C0-224AEC67C35D}"/>
              </a:ext>
            </a:extLst>
          </p:cNvPr>
          <p:cNvSpPr txBox="1"/>
          <p:nvPr/>
        </p:nvSpPr>
        <p:spPr>
          <a:xfrm>
            <a:off x="10028567" y="-1862"/>
            <a:ext cx="234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PERMANOVA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25" name="Tabelle 1424">
                <a:extLst>
                  <a:ext uri="{FF2B5EF4-FFF2-40B4-BE49-F238E27FC236}">
                    <a16:creationId xmlns:a16="http://schemas.microsoft.com/office/drawing/2014/main" id="{F4560D23-AC1B-7127-A1A3-FD83587890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7090712"/>
                  </p:ext>
                </p:extLst>
              </p:nvPr>
            </p:nvGraphicFramePr>
            <p:xfrm>
              <a:off x="299487" y="886143"/>
              <a:ext cx="612000" cy="27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128981362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25929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501454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631219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28895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14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25" name="Tabelle 1424">
                <a:extLst>
                  <a:ext uri="{FF2B5EF4-FFF2-40B4-BE49-F238E27FC236}">
                    <a16:creationId xmlns:a16="http://schemas.microsoft.com/office/drawing/2014/main" id="{F4560D23-AC1B-7127-A1A3-FD83587890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7090712"/>
                  </p:ext>
                </p:extLst>
              </p:nvPr>
            </p:nvGraphicFramePr>
            <p:xfrm>
              <a:off x="299487" y="886143"/>
              <a:ext cx="612000" cy="27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128981362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b="-3988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25929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0000" b="-2988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01454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2273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6312194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9887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8895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988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21452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26" name="Tabelle 1425">
                <a:extLst>
                  <a:ext uri="{FF2B5EF4-FFF2-40B4-BE49-F238E27FC236}">
                    <a16:creationId xmlns:a16="http://schemas.microsoft.com/office/drawing/2014/main" id="{79D625F2-1CEE-5F29-75D2-BDF337B0A7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1621076"/>
                  </p:ext>
                </p:extLst>
              </p:nvPr>
            </p:nvGraphicFramePr>
            <p:xfrm>
              <a:off x="867228" y="3623362"/>
              <a:ext cx="2790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58000">
                      <a:extLst>
                        <a:ext uri="{9D8B030D-6E8A-4147-A177-3AD203B41FA5}">
                          <a16:colId xmlns:a16="http://schemas.microsoft.com/office/drawing/2014/main" val="1160814562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729647419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2361071223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1110824729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2620255347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78637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26" name="Tabelle 1425">
                <a:extLst>
                  <a:ext uri="{FF2B5EF4-FFF2-40B4-BE49-F238E27FC236}">
                    <a16:creationId xmlns:a16="http://schemas.microsoft.com/office/drawing/2014/main" id="{79D625F2-1CEE-5F29-75D2-BDF337B0A7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1621076"/>
                  </p:ext>
                </p:extLst>
              </p:nvPr>
            </p:nvGraphicFramePr>
            <p:xfrm>
              <a:off x="867228" y="3623362"/>
              <a:ext cx="2790000" cy="41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58000">
                      <a:extLst>
                        <a:ext uri="{9D8B030D-6E8A-4147-A177-3AD203B41FA5}">
                          <a16:colId xmlns:a16="http://schemas.microsoft.com/office/drawing/2014/main" val="1160814562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729647419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2361071223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1110824729"/>
                        </a:ext>
                      </a:extLst>
                    </a:gridCol>
                    <a:gridCol w="558000">
                      <a:extLst>
                        <a:ext uri="{9D8B030D-6E8A-4147-A177-3AD203B41FA5}">
                          <a16:colId xmlns:a16="http://schemas.microsoft.com/office/drawing/2014/main" val="2620255347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797" r="-397826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8913" t="-5797" r="-198913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7826" t="-5797" b="-23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8637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27" name="Pfeil: nach rechts 1426">
            <a:extLst>
              <a:ext uri="{FF2B5EF4-FFF2-40B4-BE49-F238E27FC236}">
                <a16:creationId xmlns:a16="http://schemas.microsoft.com/office/drawing/2014/main" id="{CDB82FF8-2003-6FD3-89A1-C6D93CF9A9A1}"/>
              </a:ext>
            </a:extLst>
          </p:cNvPr>
          <p:cNvSpPr/>
          <p:nvPr/>
        </p:nvSpPr>
        <p:spPr>
          <a:xfrm>
            <a:off x="6233946" y="2277120"/>
            <a:ext cx="432000" cy="36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8" name="Textfeld 1427">
            <a:extLst>
              <a:ext uri="{FF2B5EF4-FFF2-40B4-BE49-F238E27FC236}">
                <a16:creationId xmlns:a16="http://schemas.microsoft.com/office/drawing/2014/main" id="{1FB06B72-B8D9-8E5C-AF7D-1EF36F3F598D}"/>
              </a:ext>
            </a:extLst>
          </p:cNvPr>
          <p:cNvSpPr txBox="1"/>
          <p:nvPr/>
        </p:nvSpPr>
        <p:spPr>
          <a:xfrm>
            <a:off x="2596132" y="3109450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29" name="Textfeld 1428">
            <a:extLst>
              <a:ext uri="{FF2B5EF4-FFF2-40B4-BE49-F238E27FC236}">
                <a16:creationId xmlns:a16="http://schemas.microsoft.com/office/drawing/2014/main" id="{C5798B62-A5A9-56F0-6C4B-02C9E079D449}"/>
              </a:ext>
            </a:extLst>
          </p:cNvPr>
          <p:cNvSpPr txBox="1"/>
          <p:nvPr/>
        </p:nvSpPr>
        <p:spPr>
          <a:xfrm>
            <a:off x="1496860" y="3109450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30" name="Textfeld 1429">
            <a:extLst>
              <a:ext uri="{FF2B5EF4-FFF2-40B4-BE49-F238E27FC236}">
                <a16:creationId xmlns:a16="http://schemas.microsoft.com/office/drawing/2014/main" id="{C0BCB186-437C-FDE0-F64C-905D9E6990E1}"/>
              </a:ext>
            </a:extLst>
          </p:cNvPr>
          <p:cNvSpPr txBox="1"/>
          <p:nvPr/>
        </p:nvSpPr>
        <p:spPr>
          <a:xfrm>
            <a:off x="953897" y="144812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31" name="Textfeld 1430">
            <a:extLst>
              <a:ext uri="{FF2B5EF4-FFF2-40B4-BE49-F238E27FC236}">
                <a16:creationId xmlns:a16="http://schemas.microsoft.com/office/drawing/2014/main" id="{85605EF0-11AB-BDF5-4C66-6A4456B26FAB}"/>
              </a:ext>
            </a:extLst>
          </p:cNvPr>
          <p:cNvSpPr txBox="1"/>
          <p:nvPr/>
        </p:nvSpPr>
        <p:spPr>
          <a:xfrm>
            <a:off x="2058870" y="144812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32" name="Textfeld 1431">
            <a:extLst>
              <a:ext uri="{FF2B5EF4-FFF2-40B4-BE49-F238E27FC236}">
                <a16:creationId xmlns:a16="http://schemas.microsoft.com/office/drawing/2014/main" id="{8A61A7C6-3CE8-B679-95D1-DA9D8C08A2AC}"/>
              </a:ext>
            </a:extLst>
          </p:cNvPr>
          <p:cNvSpPr txBox="1"/>
          <p:nvPr/>
        </p:nvSpPr>
        <p:spPr>
          <a:xfrm>
            <a:off x="2603752" y="144812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33" name="Textfeld 1432">
            <a:extLst>
              <a:ext uri="{FF2B5EF4-FFF2-40B4-BE49-F238E27FC236}">
                <a16:creationId xmlns:a16="http://schemas.microsoft.com/office/drawing/2014/main" id="{201F9BC3-653A-6F40-718C-8B6EFD1221B2}"/>
              </a:ext>
            </a:extLst>
          </p:cNvPr>
          <p:cNvSpPr txBox="1"/>
          <p:nvPr/>
        </p:nvSpPr>
        <p:spPr>
          <a:xfrm>
            <a:off x="3152689" y="144812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34" name="Textfeld 1433">
            <a:extLst>
              <a:ext uri="{FF2B5EF4-FFF2-40B4-BE49-F238E27FC236}">
                <a16:creationId xmlns:a16="http://schemas.microsoft.com/office/drawing/2014/main" id="{4F201682-B520-7490-E90B-CAC9B56CE61A}"/>
              </a:ext>
            </a:extLst>
          </p:cNvPr>
          <p:cNvSpPr txBox="1"/>
          <p:nvPr/>
        </p:nvSpPr>
        <p:spPr>
          <a:xfrm>
            <a:off x="2603752" y="902047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35" name="Textfeld 1434">
            <a:extLst>
              <a:ext uri="{FF2B5EF4-FFF2-40B4-BE49-F238E27FC236}">
                <a16:creationId xmlns:a16="http://schemas.microsoft.com/office/drawing/2014/main" id="{36D51597-487A-7DB0-CBAE-4779723F81EE}"/>
              </a:ext>
            </a:extLst>
          </p:cNvPr>
          <p:cNvSpPr txBox="1"/>
          <p:nvPr/>
        </p:nvSpPr>
        <p:spPr>
          <a:xfrm>
            <a:off x="1504480" y="902047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36" name="Textfeld 1435">
            <a:extLst>
              <a:ext uri="{FF2B5EF4-FFF2-40B4-BE49-F238E27FC236}">
                <a16:creationId xmlns:a16="http://schemas.microsoft.com/office/drawing/2014/main" id="{0036F423-44CB-892D-2A15-37694FA2867C}"/>
              </a:ext>
            </a:extLst>
          </p:cNvPr>
          <p:cNvSpPr txBox="1"/>
          <p:nvPr/>
        </p:nvSpPr>
        <p:spPr>
          <a:xfrm>
            <a:off x="2611372" y="1999327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37" name="Textfeld 1436">
            <a:extLst>
              <a:ext uri="{FF2B5EF4-FFF2-40B4-BE49-F238E27FC236}">
                <a16:creationId xmlns:a16="http://schemas.microsoft.com/office/drawing/2014/main" id="{984D82D3-52AA-ACAA-E7AD-D408DCE3A35A}"/>
              </a:ext>
            </a:extLst>
          </p:cNvPr>
          <p:cNvSpPr txBox="1"/>
          <p:nvPr/>
        </p:nvSpPr>
        <p:spPr>
          <a:xfrm>
            <a:off x="1512100" y="1999327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38" name="Textfeld 1437">
            <a:extLst>
              <a:ext uri="{FF2B5EF4-FFF2-40B4-BE49-F238E27FC236}">
                <a16:creationId xmlns:a16="http://schemas.microsoft.com/office/drawing/2014/main" id="{55BFF58B-7F29-2244-436F-3615F499AC2F}"/>
              </a:ext>
            </a:extLst>
          </p:cNvPr>
          <p:cNvSpPr txBox="1"/>
          <p:nvPr/>
        </p:nvSpPr>
        <p:spPr>
          <a:xfrm>
            <a:off x="963264" y="255646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39" name="Textfeld 1438">
            <a:extLst>
              <a:ext uri="{FF2B5EF4-FFF2-40B4-BE49-F238E27FC236}">
                <a16:creationId xmlns:a16="http://schemas.microsoft.com/office/drawing/2014/main" id="{F43D4391-A37D-F5BB-B2CE-C2010C76783E}"/>
              </a:ext>
            </a:extLst>
          </p:cNvPr>
          <p:cNvSpPr txBox="1"/>
          <p:nvPr/>
        </p:nvSpPr>
        <p:spPr>
          <a:xfrm>
            <a:off x="2068237" y="255646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40" name="Textfeld 1439">
            <a:extLst>
              <a:ext uri="{FF2B5EF4-FFF2-40B4-BE49-F238E27FC236}">
                <a16:creationId xmlns:a16="http://schemas.microsoft.com/office/drawing/2014/main" id="{24C7D1B5-17B0-D616-8F28-CA63423E517E}"/>
              </a:ext>
            </a:extLst>
          </p:cNvPr>
          <p:cNvSpPr txBox="1"/>
          <p:nvPr/>
        </p:nvSpPr>
        <p:spPr>
          <a:xfrm>
            <a:off x="3162056" y="255646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41" name="Textfeld 1440">
            <a:extLst>
              <a:ext uri="{FF2B5EF4-FFF2-40B4-BE49-F238E27FC236}">
                <a16:creationId xmlns:a16="http://schemas.microsoft.com/office/drawing/2014/main" id="{C07C7410-8951-8D7D-F8A2-F0ABFC682AFF}"/>
              </a:ext>
            </a:extLst>
          </p:cNvPr>
          <p:cNvSpPr txBox="1"/>
          <p:nvPr/>
        </p:nvSpPr>
        <p:spPr>
          <a:xfrm>
            <a:off x="1513847" y="255646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  <p:sp>
        <p:nvSpPr>
          <p:cNvPr id="1442" name="Textfeld 1441">
            <a:extLst>
              <a:ext uri="{FF2B5EF4-FFF2-40B4-BE49-F238E27FC236}">
                <a16:creationId xmlns:a16="http://schemas.microsoft.com/office/drawing/2014/main" id="{32B11772-9439-144F-77AF-5CC557B8930E}"/>
              </a:ext>
            </a:extLst>
          </p:cNvPr>
          <p:cNvSpPr txBox="1"/>
          <p:nvPr/>
        </p:nvSpPr>
        <p:spPr>
          <a:xfrm rot="16200000">
            <a:off x="-1234014" y="2031208"/>
            <a:ext cx="2811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1443" name="Textfeld 1442">
            <a:extLst>
              <a:ext uri="{FF2B5EF4-FFF2-40B4-BE49-F238E27FC236}">
                <a16:creationId xmlns:a16="http://schemas.microsoft.com/office/drawing/2014/main" id="{0168908B-C385-367D-BCB0-13B47A31F7C8}"/>
              </a:ext>
            </a:extLst>
          </p:cNvPr>
          <p:cNvSpPr txBox="1"/>
          <p:nvPr/>
        </p:nvSpPr>
        <p:spPr>
          <a:xfrm>
            <a:off x="799907" y="4022783"/>
            <a:ext cx="2801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1444" name="Textfeld 1443">
            <a:extLst>
              <a:ext uri="{FF2B5EF4-FFF2-40B4-BE49-F238E27FC236}">
                <a16:creationId xmlns:a16="http://schemas.microsoft.com/office/drawing/2014/main" id="{C0061EBF-D9B5-779F-FDC4-933F3ECAB8FE}"/>
              </a:ext>
            </a:extLst>
          </p:cNvPr>
          <p:cNvSpPr txBox="1"/>
          <p:nvPr/>
        </p:nvSpPr>
        <p:spPr>
          <a:xfrm>
            <a:off x="3874832" y="-1862"/>
            <a:ext cx="2682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Distance-based variation partitioning</a:t>
            </a:r>
          </a:p>
        </p:txBody>
      </p:sp>
      <p:sp>
        <p:nvSpPr>
          <p:cNvPr id="1445" name="Rechteck: abgerundete Ecken 1444">
            <a:extLst>
              <a:ext uri="{FF2B5EF4-FFF2-40B4-BE49-F238E27FC236}">
                <a16:creationId xmlns:a16="http://schemas.microsoft.com/office/drawing/2014/main" id="{A7A24DD0-B952-726E-9DE2-D03FF30ECFF4}"/>
              </a:ext>
            </a:extLst>
          </p:cNvPr>
          <p:cNvSpPr/>
          <p:nvPr/>
        </p:nvSpPr>
        <p:spPr>
          <a:xfrm>
            <a:off x="4352172" y="834267"/>
            <a:ext cx="1728000" cy="3420000"/>
          </a:xfrm>
          <a:prstGeom prst="roundRect">
            <a:avLst>
              <a:gd name="adj" fmla="val 6678"/>
            </a:avLst>
          </a:prstGeom>
          <a:noFill/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6" name="Textfeld 1445">
                <a:extLst>
                  <a:ext uri="{FF2B5EF4-FFF2-40B4-BE49-F238E27FC236}">
                    <a16:creationId xmlns:a16="http://schemas.microsoft.com/office/drawing/2014/main" id="{D2E9D6DC-62A9-81C9-3172-DE31C130432C}"/>
                  </a:ext>
                </a:extLst>
              </p:cNvPr>
              <p:cNvSpPr txBox="1"/>
              <p:nvPr/>
            </p:nvSpPr>
            <p:spPr>
              <a:xfrm>
                <a:off x="4317368" y="2084448"/>
                <a:ext cx="179760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Between-group</a:t>
                </a:r>
              </a:p>
              <a:p>
                <a:pPr algn="ctr"/>
                <a:r>
                  <a:rPr lang="en-US" sz="2000" dirty="0"/>
                  <a:t>variation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46" name="Textfeld 1445">
                <a:extLst>
                  <a:ext uri="{FF2B5EF4-FFF2-40B4-BE49-F238E27FC236}">
                    <a16:creationId xmlns:a16="http://schemas.microsoft.com/office/drawing/2014/main" id="{D2E9D6DC-62A9-81C9-3172-DE31C1304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368" y="2084448"/>
                <a:ext cx="1797608" cy="1015663"/>
              </a:xfrm>
              <a:prstGeom prst="rect">
                <a:avLst/>
              </a:prstGeom>
              <a:blipFill>
                <a:blip r:embed="rId4"/>
                <a:stretch>
                  <a:fillRect l="-3390" t="-3593" r="-3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7" name="Textfeld 1446">
                <a:extLst>
                  <a:ext uri="{FF2B5EF4-FFF2-40B4-BE49-F238E27FC236}">
                    <a16:creationId xmlns:a16="http://schemas.microsoft.com/office/drawing/2014/main" id="{4095532E-7F2E-A1E7-29B6-FBAE9ADB48EF}"/>
                  </a:ext>
                </a:extLst>
              </p:cNvPr>
              <p:cNvSpPr txBox="1"/>
              <p:nvPr/>
            </p:nvSpPr>
            <p:spPr>
              <a:xfrm>
                <a:off x="4428585" y="949216"/>
                <a:ext cx="157517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/>
                  <a:t>Within-group</a:t>
                </a:r>
              </a:p>
              <a:p>
                <a:pPr algn="ctr"/>
                <a:r>
                  <a:rPr lang="en-US" sz="2000" dirty="0"/>
                  <a:t>variation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47" name="Textfeld 1446">
                <a:extLst>
                  <a:ext uri="{FF2B5EF4-FFF2-40B4-BE49-F238E27FC236}">
                    <a16:creationId xmlns:a16="http://schemas.microsoft.com/office/drawing/2014/main" id="{4095532E-7F2E-A1E7-29B6-FBAE9ADB4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585" y="949216"/>
                <a:ext cx="1575175" cy="1015663"/>
              </a:xfrm>
              <a:prstGeom prst="rect">
                <a:avLst/>
              </a:prstGeom>
              <a:blipFill>
                <a:blip r:embed="rId5"/>
                <a:stretch>
                  <a:fillRect l="-3861" t="-3614" r="-3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8" name="Textfeld 1447">
                <a:extLst>
                  <a:ext uri="{FF2B5EF4-FFF2-40B4-BE49-F238E27FC236}">
                    <a16:creationId xmlns:a16="http://schemas.microsoft.com/office/drawing/2014/main" id="{D221808C-9AAF-4173-1154-156333D550F2}"/>
                  </a:ext>
                </a:extLst>
              </p:cNvPr>
              <p:cNvSpPr txBox="1"/>
              <p:nvPr/>
            </p:nvSpPr>
            <p:spPr>
              <a:xfrm>
                <a:off x="4497322" y="3219680"/>
                <a:ext cx="14377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Total</a:t>
                </a:r>
              </a:p>
              <a:p>
                <a:pPr algn="ctr"/>
                <a:r>
                  <a:rPr lang="en-US" sz="2000" dirty="0"/>
                  <a:t>variation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48" name="Textfeld 1447">
                <a:extLst>
                  <a:ext uri="{FF2B5EF4-FFF2-40B4-BE49-F238E27FC236}">
                    <a16:creationId xmlns:a16="http://schemas.microsoft.com/office/drawing/2014/main" id="{D221808C-9AAF-4173-1154-156333D55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322" y="3219680"/>
                <a:ext cx="1437700" cy="1015663"/>
              </a:xfrm>
              <a:prstGeom prst="rect">
                <a:avLst/>
              </a:prstGeom>
              <a:blipFill>
                <a:blip r:embed="rId6"/>
                <a:stretch>
                  <a:fillRect t="-2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9" name="Gerader Verbinder 1448">
            <a:extLst>
              <a:ext uri="{FF2B5EF4-FFF2-40B4-BE49-F238E27FC236}">
                <a16:creationId xmlns:a16="http://schemas.microsoft.com/office/drawing/2014/main" id="{E46BD317-2A61-6A88-2DC8-7C5BC64EEFB3}"/>
              </a:ext>
            </a:extLst>
          </p:cNvPr>
          <p:cNvCxnSpPr>
            <a:cxnSpLocks/>
          </p:cNvCxnSpPr>
          <p:nvPr/>
        </p:nvCxnSpPr>
        <p:spPr>
          <a:xfrm>
            <a:off x="4352172" y="1978497"/>
            <a:ext cx="1728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0" name="Gerader Verbinder 1449">
            <a:extLst>
              <a:ext uri="{FF2B5EF4-FFF2-40B4-BE49-F238E27FC236}">
                <a16:creationId xmlns:a16="http://schemas.microsoft.com/office/drawing/2014/main" id="{445288B7-DED3-7CA2-D493-BDE19869A07C}"/>
              </a:ext>
            </a:extLst>
          </p:cNvPr>
          <p:cNvCxnSpPr>
            <a:cxnSpLocks/>
          </p:cNvCxnSpPr>
          <p:nvPr/>
        </p:nvCxnSpPr>
        <p:spPr>
          <a:xfrm>
            <a:off x="4352172" y="3113729"/>
            <a:ext cx="1728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1" name="Textfeld 1450">
            <a:extLst>
              <a:ext uri="{FF2B5EF4-FFF2-40B4-BE49-F238E27FC236}">
                <a16:creationId xmlns:a16="http://schemas.microsoft.com/office/drawing/2014/main" id="{4820178C-3FFF-5FCA-E8D8-470794305992}"/>
              </a:ext>
            </a:extLst>
          </p:cNvPr>
          <p:cNvSpPr txBox="1"/>
          <p:nvPr/>
        </p:nvSpPr>
        <p:spPr>
          <a:xfrm>
            <a:off x="7081690" y="3611543"/>
            <a:ext cx="2181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Axis 1</a:t>
            </a:r>
          </a:p>
        </p:txBody>
      </p:sp>
      <p:sp>
        <p:nvSpPr>
          <p:cNvPr id="1452" name="Freihandform: Form 1451">
            <a:extLst>
              <a:ext uri="{FF2B5EF4-FFF2-40B4-BE49-F238E27FC236}">
                <a16:creationId xmlns:a16="http://schemas.microsoft.com/office/drawing/2014/main" id="{8F29BEA7-33F6-943B-81EF-81DECA25D0EB}"/>
              </a:ext>
            </a:extLst>
          </p:cNvPr>
          <p:cNvSpPr/>
          <p:nvPr/>
        </p:nvSpPr>
        <p:spPr>
          <a:xfrm>
            <a:off x="7358362" y="1283803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E75B6"/>
          </a:solidFill>
          <a:ln w="9818" cap="rnd">
            <a:solidFill>
              <a:srgbClr val="2E75B6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53" name="Freihandform: Form 1452">
            <a:extLst>
              <a:ext uri="{FF2B5EF4-FFF2-40B4-BE49-F238E27FC236}">
                <a16:creationId xmlns:a16="http://schemas.microsoft.com/office/drawing/2014/main" id="{05463805-3D63-1340-CE75-FFA21FFF0A9D}"/>
              </a:ext>
            </a:extLst>
          </p:cNvPr>
          <p:cNvSpPr>
            <a:spLocks noChangeAspect="1"/>
          </p:cNvSpPr>
          <p:nvPr/>
        </p:nvSpPr>
        <p:spPr>
          <a:xfrm>
            <a:off x="7473761" y="1759423"/>
            <a:ext cx="180156" cy="180000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E75B6"/>
          </a:solidFill>
          <a:ln w="9818" cap="rnd">
            <a:solidFill>
              <a:srgbClr val="2E75B6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54" name="Freihandform: Form 1453">
            <a:extLst>
              <a:ext uri="{FF2B5EF4-FFF2-40B4-BE49-F238E27FC236}">
                <a16:creationId xmlns:a16="http://schemas.microsoft.com/office/drawing/2014/main" id="{208D8FBA-72D7-F5B4-030A-73E5442CF4DF}"/>
              </a:ext>
            </a:extLst>
          </p:cNvPr>
          <p:cNvSpPr/>
          <p:nvPr/>
        </p:nvSpPr>
        <p:spPr>
          <a:xfrm>
            <a:off x="7683721" y="992776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E75B6"/>
          </a:solidFill>
          <a:ln w="9818" cap="rnd">
            <a:solidFill>
              <a:srgbClr val="2E75B6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55" name="Freihandform: Form 1454">
            <a:extLst>
              <a:ext uri="{FF2B5EF4-FFF2-40B4-BE49-F238E27FC236}">
                <a16:creationId xmlns:a16="http://schemas.microsoft.com/office/drawing/2014/main" id="{B569EA22-73EB-A968-147D-3DFD4210E9F3}"/>
              </a:ext>
            </a:extLst>
          </p:cNvPr>
          <p:cNvSpPr/>
          <p:nvPr/>
        </p:nvSpPr>
        <p:spPr>
          <a:xfrm>
            <a:off x="7140478" y="1562147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2E75B6"/>
          </a:solidFill>
          <a:ln w="9818" cap="rnd">
            <a:solidFill>
              <a:srgbClr val="2E75B6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56" name="Freihandform: Form 1455">
            <a:extLst>
              <a:ext uri="{FF2B5EF4-FFF2-40B4-BE49-F238E27FC236}">
                <a16:creationId xmlns:a16="http://schemas.microsoft.com/office/drawing/2014/main" id="{0422D795-E8E8-4B17-E66E-3D3693F0411E}"/>
              </a:ext>
            </a:extLst>
          </p:cNvPr>
          <p:cNvSpPr/>
          <p:nvPr/>
        </p:nvSpPr>
        <p:spPr>
          <a:xfrm>
            <a:off x="7563839" y="2834296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E75B6"/>
          </a:solidFill>
          <a:ln w="9818" cap="rnd">
            <a:solidFill>
              <a:srgbClr val="2E75B6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57" name="Freihandform: Form 1456">
            <a:extLst>
              <a:ext uri="{FF2B5EF4-FFF2-40B4-BE49-F238E27FC236}">
                <a16:creationId xmlns:a16="http://schemas.microsoft.com/office/drawing/2014/main" id="{3522BF32-0C51-3727-18A4-A374D7640F60}"/>
              </a:ext>
            </a:extLst>
          </p:cNvPr>
          <p:cNvSpPr/>
          <p:nvPr/>
        </p:nvSpPr>
        <p:spPr>
          <a:xfrm>
            <a:off x="8310818" y="1197997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/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58" name="Freihandform: Form 1457">
            <a:extLst>
              <a:ext uri="{FF2B5EF4-FFF2-40B4-BE49-F238E27FC236}">
                <a16:creationId xmlns:a16="http://schemas.microsoft.com/office/drawing/2014/main" id="{903EBB75-63D0-ACE2-FD0D-44CB3522D5C4}"/>
              </a:ext>
            </a:extLst>
          </p:cNvPr>
          <p:cNvSpPr/>
          <p:nvPr/>
        </p:nvSpPr>
        <p:spPr>
          <a:xfrm>
            <a:off x="7081691" y="832951"/>
            <a:ext cx="14270" cy="2767404"/>
          </a:xfrm>
          <a:custGeom>
            <a:avLst/>
            <a:gdLst>
              <a:gd name="csX0" fmla="*/ 0 w 12700"/>
              <a:gd name="csY0" fmla="*/ 2462933 h 2462932"/>
              <a:gd name="csX1" fmla="*/ 0 w 12700"/>
              <a:gd name="csY1" fmla="*/ 0 h 2462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2462932">
                <a:moveTo>
                  <a:pt x="0" y="2462933"/>
                </a:moveTo>
                <a:lnTo>
                  <a:pt x="0" y="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59" name="Freihandform: Form 1458">
            <a:extLst>
              <a:ext uri="{FF2B5EF4-FFF2-40B4-BE49-F238E27FC236}">
                <a16:creationId xmlns:a16="http://schemas.microsoft.com/office/drawing/2014/main" id="{3C7B07E9-73C4-2D2D-B69A-78EA8DBE58F2}"/>
              </a:ext>
            </a:extLst>
          </p:cNvPr>
          <p:cNvSpPr/>
          <p:nvPr/>
        </p:nvSpPr>
        <p:spPr>
          <a:xfrm>
            <a:off x="7083956" y="832951"/>
            <a:ext cx="2160000" cy="14253"/>
          </a:xfrm>
          <a:custGeom>
            <a:avLst/>
            <a:gdLst>
              <a:gd name="csX0" fmla="*/ 0 w 2299164"/>
              <a:gd name="csY0" fmla="*/ 0 h 12685"/>
              <a:gd name="csX1" fmla="*/ 2299164 w 2299164"/>
              <a:gd name="csY1" fmla="*/ 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299164" h="12685">
                <a:moveTo>
                  <a:pt x="0" y="0"/>
                </a:moveTo>
                <a:lnTo>
                  <a:pt x="2299164" y="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460" name="Freihandform: Form 1459">
            <a:extLst>
              <a:ext uri="{FF2B5EF4-FFF2-40B4-BE49-F238E27FC236}">
                <a16:creationId xmlns:a16="http://schemas.microsoft.com/office/drawing/2014/main" id="{7A25670B-A070-131C-2248-218249D47632}"/>
              </a:ext>
            </a:extLst>
          </p:cNvPr>
          <p:cNvSpPr/>
          <p:nvPr/>
        </p:nvSpPr>
        <p:spPr>
          <a:xfrm>
            <a:off x="9248922" y="832951"/>
            <a:ext cx="14270" cy="2767404"/>
          </a:xfrm>
          <a:custGeom>
            <a:avLst/>
            <a:gdLst>
              <a:gd name="csX0" fmla="*/ 0 w 12700"/>
              <a:gd name="csY0" fmla="*/ 2462933 h 2462932"/>
              <a:gd name="csX1" fmla="*/ 0 w 12700"/>
              <a:gd name="csY1" fmla="*/ 0 h 2462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2462932">
                <a:moveTo>
                  <a:pt x="0" y="2462933"/>
                </a:moveTo>
                <a:lnTo>
                  <a:pt x="0" y="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61" name="Freihandform: Form 1460">
            <a:extLst>
              <a:ext uri="{FF2B5EF4-FFF2-40B4-BE49-F238E27FC236}">
                <a16:creationId xmlns:a16="http://schemas.microsoft.com/office/drawing/2014/main" id="{BC1A434B-291D-1C1F-7C87-2426C528A63B}"/>
              </a:ext>
            </a:extLst>
          </p:cNvPr>
          <p:cNvSpPr/>
          <p:nvPr/>
        </p:nvSpPr>
        <p:spPr>
          <a:xfrm>
            <a:off x="7083956" y="3600356"/>
            <a:ext cx="2160000" cy="14253"/>
          </a:xfrm>
          <a:custGeom>
            <a:avLst/>
            <a:gdLst>
              <a:gd name="csX0" fmla="*/ 0 w 2299164"/>
              <a:gd name="csY0" fmla="*/ 0 h 12685"/>
              <a:gd name="csX1" fmla="*/ 2299164 w 2299164"/>
              <a:gd name="csY1" fmla="*/ 0 h 12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299164" h="12685">
                <a:moveTo>
                  <a:pt x="0" y="0"/>
                </a:moveTo>
                <a:lnTo>
                  <a:pt x="2299164" y="0"/>
                </a:lnTo>
              </a:path>
            </a:pathLst>
          </a:custGeom>
          <a:noFill/>
          <a:ln w="14783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62" name="Textfeld 1461">
            <a:extLst>
              <a:ext uri="{FF2B5EF4-FFF2-40B4-BE49-F238E27FC236}">
                <a16:creationId xmlns:a16="http://schemas.microsoft.com/office/drawing/2014/main" id="{AB475981-6275-387A-4849-FFE5ABC11058}"/>
              </a:ext>
            </a:extLst>
          </p:cNvPr>
          <p:cNvSpPr txBox="1"/>
          <p:nvPr/>
        </p:nvSpPr>
        <p:spPr>
          <a:xfrm rot="16200000">
            <a:off x="5486419" y="2024026"/>
            <a:ext cx="2781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Axis 2</a:t>
            </a:r>
          </a:p>
        </p:txBody>
      </p:sp>
      <p:sp>
        <p:nvSpPr>
          <p:cNvPr id="1463" name="Freihandform: Form 1462">
            <a:extLst>
              <a:ext uri="{FF2B5EF4-FFF2-40B4-BE49-F238E27FC236}">
                <a16:creationId xmlns:a16="http://schemas.microsoft.com/office/drawing/2014/main" id="{99634B4F-8664-2A94-6533-8AABCA0E08F3}"/>
              </a:ext>
            </a:extLst>
          </p:cNvPr>
          <p:cNvSpPr/>
          <p:nvPr/>
        </p:nvSpPr>
        <p:spPr>
          <a:xfrm>
            <a:off x="7911564" y="1410710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E75B6"/>
          </a:solidFill>
          <a:ln w="9818" cap="rnd">
            <a:solidFill>
              <a:srgbClr val="2E75B6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64" name="Freihandform: Form 1463">
            <a:extLst>
              <a:ext uri="{FF2B5EF4-FFF2-40B4-BE49-F238E27FC236}">
                <a16:creationId xmlns:a16="http://schemas.microsoft.com/office/drawing/2014/main" id="{1C27E53D-F7A6-5A33-6B97-39629679A0B7}"/>
              </a:ext>
            </a:extLst>
          </p:cNvPr>
          <p:cNvSpPr/>
          <p:nvPr/>
        </p:nvSpPr>
        <p:spPr>
          <a:xfrm>
            <a:off x="7219497" y="2362019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E75B6"/>
          </a:solidFill>
          <a:ln w="9818" cap="rnd">
            <a:solidFill>
              <a:srgbClr val="2E75B6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65" name="Freihandform: Form 1464">
            <a:extLst>
              <a:ext uri="{FF2B5EF4-FFF2-40B4-BE49-F238E27FC236}">
                <a16:creationId xmlns:a16="http://schemas.microsoft.com/office/drawing/2014/main" id="{C80BE203-51CA-C2E9-7917-8492A49DFEC5}"/>
              </a:ext>
            </a:extLst>
          </p:cNvPr>
          <p:cNvSpPr/>
          <p:nvPr/>
        </p:nvSpPr>
        <p:spPr>
          <a:xfrm>
            <a:off x="7831694" y="2433393"/>
            <a:ext cx="105408" cy="105316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2E75B6"/>
          </a:solidFill>
          <a:ln w="9818" cap="rnd">
            <a:solidFill>
              <a:srgbClr val="2E75B6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cxnSp>
        <p:nvCxnSpPr>
          <p:cNvPr id="1466" name="Gerader Verbinder 1465">
            <a:extLst>
              <a:ext uri="{FF2B5EF4-FFF2-40B4-BE49-F238E27FC236}">
                <a16:creationId xmlns:a16="http://schemas.microsoft.com/office/drawing/2014/main" id="{F186FC5D-DA98-B3F6-BBEC-DE2ED211A8FE}"/>
              </a:ext>
            </a:extLst>
          </p:cNvPr>
          <p:cNvCxnSpPr>
            <a:cxnSpLocks/>
          </p:cNvCxnSpPr>
          <p:nvPr/>
        </p:nvCxnSpPr>
        <p:spPr>
          <a:xfrm>
            <a:off x="7414357" y="1351011"/>
            <a:ext cx="149482" cy="470197"/>
          </a:xfrm>
          <a:prstGeom prst="line">
            <a:avLst/>
          </a:prstGeom>
          <a:ln w="19050">
            <a:solidFill>
              <a:srgbClr val="2E75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7" name="Gerader Verbinder 1466">
            <a:extLst>
              <a:ext uri="{FF2B5EF4-FFF2-40B4-BE49-F238E27FC236}">
                <a16:creationId xmlns:a16="http://schemas.microsoft.com/office/drawing/2014/main" id="{581F6740-700D-045B-2104-370D5491405F}"/>
              </a:ext>
            </a:extLst>
          </p:cNvPr>
          <p:cNvCxnSpPr>
            <a:cxnSpLocks/>
          </p:cNvCxnSpPr>
          <p:nvPr/>
        </p:nvCxnSpPr>
        <p:spPr>
          <a:xfrm flipH="1">
            <a:off x="7573949" y="1072708"/>
            <a:ext cx="147798" cy="814633"/>
          </a:xfrm>
          <a:prstGeom prst="line">
            <a:avLst/>
          </a:prstGeom>
          <a:ln w="19050">
            <a:solidFill>
              <a:srgbClr val="2E75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8" name="Gerader Verbinder 1467">
            <a:extLst>
              <a:ext uri="{FF2B5EF4-FFF2-40B4-BE49-F238E27FC236}">
                <a16:creationId xmlns:a16="http://schemas.microsoft.com/office/drawing/2014/main" id="{7257451A-F89E-956C-024F-91ED88AFF67C}"/>
              </a:ext>
            </a:extLst>
          </p:cNvPr>
          <p:cNvCxnSpPr>
            <a:cxnSpLocks/>
          </p:cNvCxnSpPr>
          <p:nvPr/>
        </p:nvCxnSpPr>
        <p:spPr>
          <a:xfrm flipH="1">
            <a:off x="7582225" y="1463368"/>
            <a:ext cx="380471" cy="378166"/>
          </a:xfrm>
          <a:prstGeom prst="line">
            <a:avLst/>
          </a:prstGeom>
          <a:ln w="19050">
            <a:solidFill>
              <a:srgbClr val="2E75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9" name="Gerader Verbinder 1468">
            <a:extLst>
              <a:ext uri="{FF2B5EF4-FFF2-40B4-BE49-F238E27FC236}">
                <a16:creationId xmlns:a16="http://schemas.microsoft.com/office/drawing/2014/main" id="{5679C26B-309E-A0DB-5159-E8565EF2B504}"/>
              </a:ext>
            </a:extLst>
          </p:cNvPr>
          <p:cNvCxnSpPr>
            <a:cxnSpLocks/>
          </p:cNvCxnSpPr>
          <p:nvPr/>
        </p:nvCxnSpPr>
        <p:spPr>
          <a:xfrm>
            <a:off x="7207746" y="1643380"/>
            <a:ext cx="356093" cy="197052"/>
          </a:xfrm>
          <a:prstGeom prst="line">
            <a:avLst/>
          </a:prstGeom>
          <a:ln w="19050">
            <a:solidFill>
              <a:srgbClr val="2E75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0" name="Gerader Verbinder 1469">
            <a:extLst>
              <a:ext uri="{FF2B5EF4-FFF2-40B4-BE49-F238E27FC236}">
                <a16:creationId xmlns:a16="http://schemas.microsoft.com/office/drawing/2014/main" id="{F36F1CF9-D861-B7C5-2E41-1FCA920DD82D}"/>
              </a:ext>
            </a:extLst>
          </p:cNvPr>
          <p:cNvCxnSpPr>
            <a:cxnSpLocks/>
          </p:cNvCxnSpPr>
          <p:nvPr/>
        </p:nvCxnSpPr>
        <p:spPr>
          <a:xfrm flipV="1">
            <a:off x="7282513" y="1846757"/>
            <a:ext cx="281326" cy="567920"/>
          </a:xfrm>
          <a:prstGeom prst="line">
            <a:avLst/>
          </a:prstGeom>
          <a:ln w="19050">
            <a:solidFill>
              <a:srgbClr val="2E75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1" name="Gerader Verbinder 1470">
            <a:extLst>
              <a:ext uri="{FF2B5EF4-FFF2-40B4-BE49-F238E27FC236}">
                <a16:creationId xmlns:a16="http://schemas.microsoft.com/office/drawing/2014/main" id="{E366E804-612E-02E0-3FBF-1C7C91BA6F31}"/>
              </a:ext>
            </a:extLst>
          </p:cNvPr>
          <p:cNvCxnSpPr>
            <a:cxnSpLocks/>
          </p:cNvCxnSpPr>
          <p:nvPr/>
        </p:nvCxnSpPr>
        <p:spPr>
          <a:xfrm flipH="1" flipV="1">
            <a:off x="7573949" y="1852739"/>
            <a:ext cx="47516" cy="1046720"/>
          </a:xfrm>
          <a:prstGeom prst="line">
            <a:avLst/>
          </a:prstGeom>
          <a:ln w="19050">
            <a:solidFill>
              <a:srgbClr val="2E75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2" name="Gerader Verbinder 1471">
            <a:extLst>
              <a:ext uri="{FF2B5EF4-FFF2-40B4-BE49-F238E27FC236}">
                <a16:creationId xmlns:a16="http://schemas.microsoft.com/office/drawing/2014/main" id="{8CB4CD6F-8967-03E3-ABA5-0E7D1D1B6F4A}"/>
              </a:ext>
            </a:extLst>
          </p:cNvPr>
          <p:cNvCxnSpPr>
            <a:cxnSpLocks/>
          </p:cNvCxnSpPr>
          <p:nvPr/>
        </p:nvCxnSpPr>
        <p:spPr>
          <a:xfrm flipH="1" flipV="1">
            <a:off x="7575596" y="1858721"/>
            <a:ext cx="299408" cy="627668"/>
          </a:xfrm>
          <a:prstGeom prst="line">
            <a:avLst/>
          </a:prstGeom>
          <a:ln w="19050">
            <a:solidFill>
              <a:srgbClr val="2E75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3" name="Freihandform: Form 1472">
            <a:extLst>
              <a:ext uri="{FF2B5EF4-FFF2-40B4-BE49-F238E27FC236}">
                <a16:creationId xmlns:a16="http://schemas.microsoft.com/office/drawing/2014/main" id="{61FF34DA-01B1-80DA-047E-08543071790D}"/>
              </a:ext>
            </a:extLst>
          </p:cNvPr>
          <p:cNvSpPr>
            <a:spLocks noChangeAspect="1"/>
          </p:cNvSpPr>
          <p:nvPr/>
        </p:nvSpPr>
        <p:spPr>
          <a:xfrm>
            <a:off x="8567685" y="2014567"/>
            <a:ext cx="180156" cy="180000"/>
          </a:xfrm>
          <a:custGeom>
            <a:avLst/>
            <a:gdLst>
              <a:gd name="csX0" fmla="*/ 93811 w 93811"/>
              <a:gd name="csY0" fmla="*/ 46865 h 93729"/>
              <a:gd name="csX1" fmla="*/ 0 w 93811"/>
              <a:gd name="csY1" fmla="*/ 46865 h 93729"/>
              <a:gd name="csX2" fmla="*/ 93811 w 93811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11" h="93729">
                <a:moveTo>
                  <a:pt x="93811" y="46865"/>
                </a:moveTo>
                <a:cubicBezTo>
                  <a:pt x="93811" y="109351"/>
                  <a:pt x="0" y="109351"/>
                  <a:pt x="0" y="46865"/>
                </a:cubicBezTo>
                <a:cubicBezTo>
                  <a:pt x="0" y="-15622"/>
                  <a:pt x="93811" y="-15622"/>
                  <a:pt x="93811" y="46865"/>
                </a:cubicBezTo>
              </a:path>
            </a:pathLst>
          </a:custGeom>
          <a:solidFill>
            <a:srgbClr val="528B3F"/>
          </a:solidFill>
          <a:ln w="9818" cap="rnd">
            <a:solidFill>
              <a:srgbClr val="528B3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cxnSp>
        <p:nvCxnSpPr>
          <p:cNvPr id="1474" name="Gerader Verbinder 1473">
            <a:extLst>
              <a:ext uri="{FF2B5EF4-FFF2-40B4-BE49-F238E27FC236}">
                <a16:creationId xmlns:a16="http://schemas.microsoft.com/office/drawing/2014/main" id="{47DFF689-B2D5-B59B-A1F3-E17BDEAE138C}"/>
              </a:ext>
            </a:extLst>
          </p:cNvPr>
          <p:cNvCxnSpPr>
            <a:cxnSpLocks/>
          </p:cNvCxnSpPr>
          <p:nvPr/>
        </p:nvCxnSpPr>
        <p:spPr>
          <a:xfrm>
            <a:off x="8376437" y="1283803"/>
            <a:ext cx="281326" cy="792549"/>
          </a:xfrm>
          <a:prstGeom prst="line">
            <a:avLst/>
          </a:prstGeom>
          <a:ln w="19050">
            <a:solidFill>
              <a:srgbClr val="528B3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5" name="Gerader Verbinder 1474">
            <a:extLst>
              <a:ext uri="{FF2B5EF4-FFF2-40B4-BE49-F238E27FC236}">
                <a16:creationId xmlns:a16="http://schemas.microsoft.com/office/drawing/2014/main" id="{7A51BF98-5887-1022-15E5-817714639ECC}"/>
              </a:ext>
            </a:extLst>
          </p:cNvPr>
          <p:cNvCxnSpPr>
            <a:cxnSpLocks/>
          </p:cNvCxnSpPr>
          <p:nvPr/>
        </p:nvCxnSpPr>
        <p:spPr>
          <a:xfrm flipH="1">
            <a:off x="8667873" y="1759423"/>
            <a:ext cx="79968" cy="383062"/>
          </a:xfrm>
          <a:prstGeom prst="line">
            <a:avLst/>
          </a:prstGeom>
          <a:ln w="19050">
            <a:solidFill>
              <a:srgbClr val="528B3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6" name="Gerader Verbinder 1475">
            <a:extLst>
              <a:ext uri="{FF2B5EF4-FFF2-40B4-BE49-F238E27FC236}">
                <a16:creationId xmlns:a16="http://schemas.microsoft.com/office/drawing/2014/main" id="{38B3B8DE-D164-354F-02F8-70A3825420B8}"/>
              </a:ext>
            </a:extLst>
          </p:cNvPr>
          <p:cNvCxnSpPr>
            <a:cxnSpLocks/>
          </p:cNvCxnSpPr>
          <p:nvPr/>
        </p:nvCxnSpPr>
        <p:spPr>
          <a:xfrm flipH="1">
            <a:off x="8676149" y="1939423"/>
            <a:ext cx="401195" cy="157255"/>
          </a:xfrm>
          <a:prstGeom prst="line">
            <a:avLst/>
          </a:prstGeom>
          <a:ln w="19050">
            <a:solidFill>
              <a:srgbClr val="528B3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7" name="Gerader Verbinder 1476">
            <a:extLst>
              <a:ext uri="{FF2B5EF4-FFF2-40B4-BE49-F238E27FC236}">
                <a16:creationId xmlns:a16="http://schemas.microsoft.com/office/drawing/2014/main" id="{7B069FFA-E120-7A09-17D9-DF28BAD87C13}"/>
              </a:ext>
            </a:extLst>
          </p:cNvPr>
          <p:cNvCxnSpPr>
            <a:cxnSpLocks/>
          </p:cNvCxnSpPr>
          <p:nvPr/>
        </p:nvCxnSpPr>
        <p:spPr>
          <a:xfrm>
            <a:off x="8167403" y="1846757"/>
            <a:ext cx="490360" cy="248819"/>
          </a:xfrm>
          <a:prstGeom prst="line">
            <a:avLst/>
          </a:prstGeom>
          <a:ln w="19050">
            <a:solidFill>
              <a:srgbClr val="528B3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" name="Gerader Verbinder 1477">
            <a:extLst>
              <a:ext uri="{FF2B5EF4-FFF2-40B4-BE49-F238E27FC236}">
                <a16:creationId xmlns:a16="http://schemas.microsoft.com/office/drawing/2014/main" id="{F9C5BC81-1F89-7DB0-3D03-63EF77C6BE9B}"/>
              </a:ext>
            </a:extLst>
          </p:cNvPr>
          <p:cNvCxnSpPr>
            <a:cxnSpLocks/>
          </p:cNvCxnSpPr>
          <p:nvPr/>
        </p:nvCxnSpPr>
        <p:spPr>
          <a:xfrm flipV="1">
            <a:off x="8137403" y="2101901"/>
            <a:ext cx="520360" cy="768299"/>
          </a:xfrm>
          <a:prstGeom prst="line">
            <a:avLst/>
          </a:prstGeom>
          <a:ln w="19050">
            <a:solidFill>
              <a:srgbClr val="528B3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Gerader Verbinder 1478">
            <a:extLst>
              <a:ext uri="{FF2B5EF4-FFF2-40B4-BE49-F238E27FC236}">
                <a16:creationId xmlns:a16="http://schemas.microsoft.com/office/drawing/2014/main" id="{628FE7CF-948A-0A2A-B782-185C6CA699A1}"/>
              </a:ext>
            </a:extLst>
          </p:cNvPr>
          <p:cNvCxnSpPr>
            <a:cxnSpLocks/>
          </p:cNvCxnSpPr>
          <p:nvPr/>
        </p:nvCxnSpPr>
        <p:spPr>
          <a:xfrm flipH="1" flipV="1">
            <a:off x="8667873" y="2107883"/>
            <a:ext cx="79968" cy="580694"/>
          </a:xfrm>
          <a:prstGeom prst="line">
            <a:avLst/>
          </a:prstGeom>
          <a:ln w="19050">
            <a:solidFill>
              <a:srgbClr val="528B3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0" name="Gerader Verbinder 1479">
            <a:extLst>
              <a:ext uri="{FF2B5EF4-FFF2-40B4-BE49-F238E27FC236}">
                <a16:creationId xmlns:a16="http://schemas.microsoft.com/office/drawing/2014/main" id="{30F60A1C-DCC8-B082-C44A-1837015BB702}"/>
              </a:ext>
            </a:extLst>
          </p:cNvPr>
          <p:cNvCxnSpPr>
            <a:cxnSpLocks/>
          </p:cNvCxnSpPr>
          <p:nvPr/>
        </p:nvCxnSpPr>
        <p:spPr>
          <a:xfrm flipH="1" flipV="1">
            <a:off x="8669520" y="2113865"/>
            <a:ext cx="407824" cy="575095"/>
          </a:xfrm>
          <a:prstGeom prst="line">
            <a:avLst/>
          </a:prstGeom>
          <a:ln w="19050">
            <a:solidFill>
              <a:srgbClr val="528B3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1" name="Gerader Verbinder 1480">
            <a:extLst>
              <a:ext uri="{FF2B5EF4-FFF2-40B4-BE49-F238E27FC236}">
                <a16:creationId xmlns:a16="http://schemas.microsoft.com/office/drawing/2014/main" id="{B83D2A9C-116D-6DD0-3F6B-D4F993182592}"/>
              </a:ext>
            </a:extLst>
          </p:cNvPr>
          <p:cNvCxnSpPr>
            <a:cxnSpLocks/>
          </p:cNvCxnSpPr>
          <p:nvPr/>
        </p:nvCxnSpPr>
        <p:spPr>
          <a:xfrm flipV="1">
            <a:off x="8393421" y="2107883"/>
            <a:ext cx="274452" cy="1132090"/>
          </a:xfrm>
          <a:prstGeom prst="line">
            <a:avLst/>
          </a:prstGeom>
          <a:ln w="19050">
            <a:solidFill>
              <a:srgbClr val="528B3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2" name="Freihandform: Form 1481">
            <a:extLst>
              <a:ext uri="{FF2B5EF4-FFF2-40B4-BE49-F238E27FC236}">
                <a16:creationId xmlns:a16="http://schemas.microsoft.com/office/drawing/2014/main" id="{B6E23557-A717-DCEE-CDD4-C96DBA695EDA}"/>
              </a:ext>
            </a:extLst>
          </p:cNvPr>
          <p:cNvSpPr/>
          <p:nvPr/>
        </p:nvSpPr>
        <p:spPr>
          <a:xfrm>
            <a:off x="8094212" y="1780261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/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3" name="Freihandform: Form 1482">
            <a:extLst>
              <a:ext uri="{FF2B5EF4-FFF2-40B4-BE49-F238E27FC236}">
                <a16:creationId xmlns:a16="http://schemas.microsoft.com/office/drawing/2014/main" id="{8FC30E99-2FF6-FB09-3801-C423C349F492}"/>
              </a:ext>
            </a:extLst>
          </p:cNvPr>
          <p:cNvSpPr/>
          <p:nvPr/>
        </p:nvSpPr>
        <p:spPr>
          <a:xfrm>
            <a:off x="8695109" y="1684467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/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4" name="Freihandform: Form 1483">
            <a:extLst>
              <a:ext uri="{FF2B5EF4-FFF2-40B4-BE49-F238E27FC236}">
                <a16:creationId xmlns:a16="http://schemas.microsoft.com/office/drawing/2014/main" id="{CF07A15F-058B-C225-B9A9-6E07FA4CB518}"/>
              </a:ext>
            </a:extLst>
          </p:cNvPr>
          <p:cNvSpPr/>
          <p:nvPr/>
        </p:nvSpPr>
        <p:spPr>
          <a:xfrm>
            <a:off x="9042566" y="1875710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/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5" name="Freihandform: Form 1484">
            <a:extLst>
              <a:ext uri="{FF2B5EF4-FFF2-40B4-BE49-F238E27FC236}">
                <a16:creationId xmlns:a16="http://schemas.microsoft.com/office/drawing/2014/main" id="{2EBCBB0D-8620-9825-7960-73C2D3C127B5}"/>
              </a:ext>
            </a:extLst>
          </p:cNvPr>
          <p:cNvSpPr/>
          <p:nvPr/>
        </p:nvSpPr>
        <p:spPr>
          <a:xfrm>
            <a:off x="9042566" y="2655377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/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6" name="Freihandform: Form 1485">
            <a:extLst>
              <a:ext uri="{FF2B5EF4-FFF2-40B4-BE49-F238E27FC236}">
                <a16:creationId xmlns:a16="http://schemas.microsoft.com/office/drawing/2014/main" id="{1B2F8CF7-1C5A-EF71-EBEB-CEDAF31AFD56}"/>
              </a:ext>
            </a:extLst>
          </p:cNvPr>
          <p:cNvSpPr/>
          <p:nvPr/>
        </p:nvSpPr>
        <p:spPr>
          <a:xfrm>
            <a:off x="8695109" y="2662375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/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7" name="Freihandform: Form 1486">
            <a:extLst>
              <a:ext uri="{FF2B5EF4-FFF2-40B4-BE49-F238E27FC236}">
                <a16:creationId xmlns:a16="http://schemas.microsoft.com/office/drawing/2014/main" id="{8AB24891-FF8A-4ADB-9E34-024C06CF917F}"/>
              </a:ext>
            </a:extLst>
          </p:cNvPr>
          <p:cNvSpPr/>
          <p:nvPr/>
        </p:nvSpPr>
        <p:spPr>
          <a:xfrm>
            <a:off x="8327942" y="3218036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/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8" name="Freihandform: Form 1487">
            <a:extLst>
              <a:ext uri="{FF2B5EF4-FFF2-40B4-BE49-F238E27FC236}">
                <a16:creationId xmlns:a16="http://schemas.microsoft.com/office/drawing/2014/main" id="{8C7C3108-CB6E-9DAA-7DAE-B31864A82BA6}"/>
              </a:ext>
            </a:extLst>
          </p:cNvPr>
          <p:cNvSpPr/>
          <p:nvPr/>
        </p:nvSpPr>
        <p:spPr>
          <a:xfrm>
            <a:off x="8063558" y="2845588"/>
            <a:ext cx="105463" cy="105316"/>
          </a:xfrm>
          <a:custGeom>
            <a:avLst/>
            <a:gdLst>
              <a:gd name="csX0" fmla="*/ 93861 w 93860"/>
              <a:gd name="csY0" fmla="*/ 46865 h 93729"/>
              <a:gd name="csX1" fmla="*/ 0 w 93860"/>
              <a:gd name="csY1" fmla="*/ 46865 h 93729"/>
              <a:gd name="csX2" fmla="*/ 93861 w 93860"/>
              <a:gd name="csY2" fmla="*/ 46865 h 937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3860" h="93729">
                <a:moveTo>
                  <a:pt x="93861" y="46865"/>
                </a:moveTo>
                <a:cubicBezTo>
                  <a:pt x="93861" y="109351"/>
                  <a:pt x="0" y="109351"/>
                  <a:pt x="0" y="46865"/>
                </a:cubicBezTo>
                <a:cubicBezTo>
                  <a:pt x="0" y="-15622"/>
                  <a:pt x="93861" y="-15622"/>
                  <a:pt x="93861" y="46865"/>
                </a:cubicBezTo>
              </a:path>
            </a:pathLst>
          </a:custGeom>
          <a:solidFill>
            <a:srgbClr val="3F7F2A"/>
          </a:solidFill>
          <a:ln w="9818" cap="rnd">
            <a:solidFill>
              <a:srgbClr val="3F7F2A">
                <a:alpha val="90000"/>
              </a:srgbClr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9" name="Textfeld 1488">
                <a:extLst>
                  <a:ext uri="{FF2B5EF4-FFF2-40B4-BE49-F238E27FC236}">
                    <a16:creationId xmlns:a16="http://schemas.microsoft.com/office/drawing/2014/main" id="{3C122820-C00B-2ECC-898D-DBC63819B14D}"/>
                  </a:ext>
                </a:extLst>
              </p:cNvPr>
              <p:cNvSpPr txBox="1"/>
              <p:nvPr/>
            </p:nvSpPr>
            <p:spPr>
              <a:xfrm>
                <a:off x="9729403" y="655819"/>
                <a:ext cx="2932982" cy="11749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de-DE" sz="2000" b="1" dirty="0"/>
                  <a:t>Hypotheses: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Equal group centroids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de-DE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Group centroids differ</a:t>
                </a:r>
              </a:p>
            </p:txBody>
          </p:sp>
        </mc:Choice>
        <mc:Fallback>
          <p:sp>
            <p:nvSpPr>
              <p:cNvPr id="1489" name="Textfeld 1488">
                <a:extLst>
                  <a:ext uri="{FF2B5EF4-FFF2-40B4-BE49-F238E27FC236}">
                    <a16:creationId xmlns:a16="http://schemas.microsoft.com/office/drawing/2014/main" id="{3C122820-C00B-2ECC-898D-DBC63819B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9403" y="655819"/>
                <a:ext cx="2932982" cy="1174937"/>
              </a:xfrm>
              <a:prstGeom prst="rect">
                <a:avLst/>
              </a:prstGeom>
              <a:blipFill>
                <a:blip r:embed="rId7"/>
                <a:stretch>
                  <a:fillRect l="-2079" r="-1871" b="-8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0" name="Textfeld 1489">
            <a:extLst>
              <a:ext uri="{FF2B5EF4-FFF2-40B4-BE49-F238E27FC236}">
                <a16:creationId xmlns:a16="http://schemas.microsoft.com/office/drawing/2014/main" id="{1E0BAFA0-13BE-E902-5B0A-6AE1AC28A3B2}"/>
              </a:ext>
            </a:extLst>
          </p:cNvPr>
          <p:cNvSpPr txBox="1"/>
          <p:nvPr/>
        </p:nvSpPr>
        <p:spPr>
          <a:xfrm>
            <a:off x="7087163" y="-1862"/>
            <a:ext cx="21760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Illustration of</a:t>
            </a:r>
          </a:p>
          <a:p>
            <a:pPr algn="ctr"/>
            <a:r>
              <a:rPr lang="en-US" sz="2200" b="1" dirty="0"/>
              <a:t>group separation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91" name="Textfeld 1490">
                <a:extLst>
                  <a:ext uri="{FF2B5EF4-FFF2-40B4-BE49-F238E27FC236}">
                    <a16:creationId xmlns:a16="http://schemas.microsoft.com/office/drawing/2014/main" id="{F77D69EE-6DC1-C17E-049A-3AA1BDE8B9BB}"/>
                  </a:ext>
                </a:extLst>
              </p:cNvPr>
              <p:cNvSpPr txBox="1"/>
              <p:nvPr/>
            </p:nvSpPr>
            <p:spPr>
              <a:xfrm>
                <a:off x="9751321" y="1943589"/>
                <a:ext cx="2434193" cy="12306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000" b="1" dirty="0"/>
                  <a:t>Test statistic: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91" name="Textfeld 1490">
                <a:extLst>
                  <a:ext uri="{FF2B5EF4-FFF2-40B4-BE49-F238E27FC236}">
                    <a16:creationId xmlns:a16="http://schemas.microsoft.com/office/drawing/2014/main" id="{F77D69EE-6DC1-C17E-049A-3AA1BDE8B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321" y="1943589"/>
                <a:ext cx="2434193" cy="1230658"/>
              </a:xfrm>
              <a:prstGeom prst="rect">
                <a:avLst/>
              </a:prstGeom>
              <a:blipFill>
                <a:blip r:embed="rId8"/>
                <a:stretch>
                  <a:fillRect l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2" name="Pfeil: nach rechts 1491">
            <a:extLst>
              <a:ext uri="{FF2B5EF4-FFF2-40B4-BE49-F238E27FC236}">
                <a16:creationId xmlns:a16="http://schemas.microsoft.com/office/drawing/2014/main" id="{3C7563D2-AABB-5029-B332-5160EF47A1AA}"/>
              </a:ext>
            </a:extLst>
          </p:cNvPr>
          <p:cNvSpPr/>
          <p:nvPr/>
        </p:nvSpPr>
        <p:spPr>
          <a:xfrm>
            <a:off x="9402424" y="2291150"/>
            <a:ext cx="432000" cy="360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93" name="Gruppieren 1492">
            <a:extLst>
              <a:ext uri="{FF2B5EF4-FFF2-40B4-BE49-F238E27FC236}">
                <a16:creationId xmlns:a16="http://schemas.microsoft.com/office/drawing/2014/main" id="{7E04325E-6B18-BADB-0C20-09523A4F80E3}"/>
              </a:ext>
            </a:extLst>
          </p:cNvPr>
          <p:cNvGrpSpPr/>
          <p:nvPr/>
        </p:nvGrpSpPr>
        <p:grpSpPr>
          <a:xfrm>
            <a:off x="6805722" y="4007549"/>
            <a:ext cx="1216901" cy="400110"/>
            <a:chOff x="6950502" y="4000024"/>
            <a:chExt cx="1216901" cy="400110"/>
          </a:xfrm>
        </p:grpSpPr>
        <p:sp>
          <p:nvSpPr>
            <p:cNvPr id="1494" name="Textfeld 1493">
              <a:extLst>
                <a:ext uri="{FF2B5EF4-FFF2-40B4-BE49-F238E27FC236}">
                  <a16:creationId xmlns:a16="http://schemas.microsoft.com/office/drawing/2014/main" id="{B1BD48B2-1421-C6AE-B784-F37ABFB909BB}"/>
                </a:ext>
              </a:extLst>
            </p:cNvPr>
            <p:cNvSpPr txBox="1"/>
            <p:nvPr/>
          </p:nvSpPr>
          <p:spPr>
            <a:xfrm>
              <a:off x="7129876" y="4000024"/>
              <a:ext cx="10375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2E75B6"/>
                  </a:solidFill>
                </a:rPr>
                <a:t>Group 1</a:t>
              </a:r>
            </a:p>
          </p:txBody>
        </p:sp>
        <p:sp>
          <p:nvSpPr>
            <p:cNvPr id="1495" name="Freihandform: Form 1494">
              <a:extLst>
                <a:ext uri="{FF2B5EF4-FFF2-40B4-BE49-F238E27FC236}">
                  <a16:creationId xmlns:a16="http://schemas.microsoft.com/office/drawing/2014/main" id="{9AD26061-9A93-DF48-3A70-63FB0A950F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50502" y="4128079"/>
              <a:ext cx="144125" cy="144000"/>
            </a:xfrm>
            <a:custGeom>
              <a:avLst/>
              <a:gdLst>
                <a:gd name="csX0" fmla="*/ 93811 w 93811"/>
                <a:gd name="csY0" fmla="*/ 46865 h 93729"/>
                <a:gd name="csX1" fmla="*/ 0 w 93811"/>
                <a:gd name="csY1" fmla="*/ 46865 h 93729"/>
                <a:gd name="csX2" fmla="*/ 93811 w 93811"/>
                <a:gd name="csY2" fmla="*/ 46865 h 937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3811" h="93729">
                  <a:moveTo>
                    <a:pt x="93811" y="46865"/>
                  </a:moveTo>
                  <a:cubicBezTo>
                    <a:pt x="93811" y="109351"/>
                    <a:pt x="0" y="109351"/>
                    <a:pt x="0" y="46865"/>
                  </a:cubicBezTo>
                  <a:cubicBezTo>
                    <a:pt x="0" y="-15622"/>
                    <a:pt x="93811" y="-15622"/>
                    <a:pt x="93811" y="46865"/>
                  </a:cubicBezTo>
                </a:path>
              </a:pathLst>
            </a:custGeom>
            <a:solidFill>
              <a:srgbClr val="2E75B6"/>
            </a:solidFill>
            <a:ln w="9818" cap="rnd">
              <a:solidFill>
                <a:srgbClr val="2E75B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96" name="Gruppieren 1495">
            <a:extLst>
              <a:ext uri="{FF2B5EF4-FFF2-40B4-BE49-F238E27FC236}">
                <a16:creationId xmlns:a16="http://schemas.microsoft.com/office/drawing/2014/main" id="{6684493B-963A-913F-25D7-5089F8F80236}"/>
              </a:ext>
            </a:extLst>
          </p:cNvPr>
          <p:cNvGrpSpPr/>
          <p:nvPr/>
        </p:nvGrpSpPr>
        <p:grpSpPr>
          <a:xfrm>
            <a:off x="8138986" y="4007549"/>
            <a:ext cx="1216901" cy="400110"/>
            <a:chOff x="6950502" y="4311352"/>
            <a:chExt cx="1216901" cy="400110"/>
          </a:xfrm>
        </p:grpSpPr>
        <p:sp>
          <p:nvSpPr>
            <p:cNvPr id="1497" name="Textfeld 1496">
              <a:extLst>
                <a:ext uri="{FF2B5EF4-FFF2-40B4-BE49-F238E27FC236}">
                  <a16:creationId xmlns:a16="http://schemas.microsoft.com/office/drawing/2014/main" id="{59139973-D975-87AB-AEC6-2140C73287E6}"/>
                </a:ext>
              </a:extLst>
            </p:cNvPr>
            <p:cNvSpPr txBox="1"/>
            <p:nvPr/>
          </p:nvSpPr>
          <p:spPr>
            <a:xfrm>
              <a:off x="7129876" y="4311352"/>
              <a:ext cx="10375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Group 2</a:t>
              </a:r>
            </a:p>
          </p:txBody>
        </p:sp>
        <p:sp>
          <p:nvSpPr>
            <p:cNvPr id="1498" name="Freihandform: Form 1497">
              <a:extLst>
                <a:ext uri="{FF2B5EF4-FFF2-40B4-BE49-F238E27FC236}">
                  <a16:creationId xmlns:a16="http://schemas.microsoft.com/office/drawing/2014/main" id="{4A279AB6-4424-4CE8-0E28-49425F960A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50502" y="4439407"/>
              <a:ext cx="144125" cy="144000"/>
            </a:xfrm>
            <a:custGeom>
              <a:avLst/>
              <a:gdLst>
                <a:gd name="csX0" fmla="*/ 93811 w 93811"/>
                <a:gd name="csY0" fmla="*/ 46865 h 93729"/>
                <a:gd name="csX1" fmla="*/ 0 w 93811"/>
                <a:gd name="csY1" fmla="*/ 46865 h 93729"/>
                <a:gd name="csX2" fmla="*/ 93811 w 93811"/>
                <a:gd name="csY2" fmla="*/ 46865 h 937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3811" h="93729">
                  <a:moveTo>
                    <a:pt x="93811" y="46865"/>
                  </a:moveTo>
                  <a:cubicBezTo>
                    <a:pt x="93811" y="109351"/>
                    <a:pt x="0" y="109351"/>
                    <a:pt x="0" y="46865"/>
                  </a:cubicBezTo>
                  <a:cubicBezTo>
                    <a:pt x="0" y="-15622"/>
                    <a:pt x="93811" y="-15622"/>
                    <a:pt x="93811" y="46865"/>
                  </a:cubicBezTo>
                </a:path>
              </a:pathLst>
            </a:custGeom>
            <a:solidFill>
              <a:srgbClr val="3F7F2A">
                <a:alpha val="90000"/>
              </a:srgbClr>
            </a:solidFill>
            <a:ln w="9818" cap="rnd">
              <a:solidFill>
                <a:srgbClr val="3F7F2A">
                  <a:alpha val="9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75</Words>
  <Application>Microsoft Office PowerPoint</Application>
  <PresentationFormat>Benutzerdefiniert</PresentationFormat>
  <Paragraphs>49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78</cp:revision>
  <dcterms:created xsi:type="dcterms:W3CDTF">2026-05-10T08:14:00Z</dcterms:created>
  <dcterms:modified xsi:type="dcterms:W3CDTF">2026-07-05T16:34:52Z</dcterms:modified>
</cp:coreProperties>
</file>