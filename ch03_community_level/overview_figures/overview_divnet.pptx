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1" r:id="rId1"/>
  </p:sldMasterIdLst>
  <p:notesMasterIdLst>
    <p:notesMasterId r:id="rId3"/>
  </p:notesMasterIdLst>
  <p:sldIdLst>
    <p:sldId id="258" r:id="rId2"/>
  </p:sldIdLst>
  <p:sldSz cx="12599988" cy="6372225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AF2"/>
    <a:srgbClr val="E2F1FE"/>
    <a:srgbClr val="CCECCC"/>
    <a:srgbClr val="BBDEFD"/>
    <a:srgbClr val="D8EBCD"/>
    <a:srgbClr val="E2F0D9"/>
    <a:srgbClr val="FCFEFC"/>
    <a:srgbClr val="F0F7FE"/>
    <a:srgbClr val="C00000"/>
    <a:srgbClr val="D6EB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65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951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1pPr>
    <a:lvl2pPr marL="418489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2pPr>
    <a:lvl3pPr marL="836978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3pPr>
    <a:lvl4pPr marL="1255467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4pPr>
    <a:lvl5pPr marL="1673956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5pPr>
    <a:lvl6pPr marL="2092445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6pPr>
    <a:lvl7pPr marL="2510934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7pPr>
    <a:lvl8pPr marL="2929423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8pPr>
    <a:lvl9pPr marL="3347913" algn="l" defTabSz="836978" rtl="0" eaLnBrk="1" latinLnBrk="0" hangingPunct="1">
      <a:defRPr sz="10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4999" y="1042862"/>
            <a:ext cx="9449991" cy="2218478"/>
          </a:xfrm>
        </p:spPr>
        <p:txBody>
          <a:bodyPr anchor="b"/>
          <a:lstStyle>
            <a:lvl1pPr algn="ctr">
              <a:defRPr sz="557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3346894"/>
            <a:ext cx="9449991" cy="1538479"/>
          </a:xfrm>
        </p:spPr>
        <p:txBody>
          <a:bodyPr/>
          <a:lstStyle>
            <a:lvl1pPr marL="0" indent="0" algn="ctr">
              <a:buNone/>
              <a:defRPr sz="2230"/>
            </a:lvl1pPr>
            <a:lvl2pPr marL="424830" indent="0" algn="ctr">
              <a:buNone/>
              <a:defRPr sz="1858"/>
            </a:lvl2pPr>
            <a:lvl3pPr marL="849660" indent="0" algn="ctr">
              <a:buNone/>
              <a:defRPr sz="1673"/>
            </a:lvl3pPr>
            <a:lvl4pPr marL="1274491" indent="0" algn="ctr">
              <a:buNone/>
              <a:defRPr sz="1487"/>
            </a:lvl4pPr>
            <a:lvl5pPr marL="1699321" indent="0" algn="ctr">
              <a:buNone/>
              <a:defRPr sz="1487"/>
            </a:lvl5pPr>
            <a:lvl6pPr marL="2124151" indent="0" algn="ctr">
              <a:buNone/>
              <a:defRPr sz="1487"/>
            </a:lvl6pPr>
            <a:lvl7pPr marL="2548981" indent="0" algn="ctr">
              <a:buNone/>
              <a:defRPr sz="1487"/>
            </a:lvl7pPr>
            <a:lvl8pPr marL="2973812" indent="0" algn="ctr">
              <a:buNone/>
              <a:defRPr sz="1487"/>
            </a:lvl8pPr>
            <a:lvl9pPr marL="3398642" indent="0" algn="ctr">
              <a:buNone/>
              <a:defRPr sz="1487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32103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9064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1588632"/>
            <a:ext cx="10867490" cy="2650668"/>
          </a:xfrm>
        </p:spPr>
        <p:txBody>
          <a:bodyPr anchor="b"/>
          <a:lstStyle>
            <a:lvl1pPr>
              <a:defRPr sz="557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4264376"/>
            <a:ext cx="10867490" cy="1393924"/>
          </a:xfrm>
        </p:spPr>
        <p:txBody>
          <a:bodyPr/>
          <a:lstStyle>
            <a:lvl1pPr marL="0" indent="0">
              <a:buNone/>
              <a:defRPr sz="2230">
                <a:solidFill>
                  <a:schemeClr val="tx1">
                    <a:tint val="75000"/>
                  </a:schemeClr>
                </a:solidFill>
              </a:defRPr>
            </a:lvl1pPr>
            <a:lvl2pPr marL="424830" indent="0">
              <a:buNone/>
              <a:defRPr sz="1858">
                <a:solidFill>
                  <a:schemeClr val="tx1">
                    <a:tint val="75000"/>
                  </a:schemeClr>
                </a:solidFill>
              </a:defRPr>
            </a:lvl2pPr>
            <a:lvl3pPr marL="849660" indent="0">
              <a:buNone/>
              <a:defRPr sz="1673">
                <a:solidFill>
                  <a:schemeClr val="tx1">
                    <a:tint val="75000"/>
                  </a:schemeClr>
                </a:solidFill>
              </a:defRPr>
            </a:lvl3pPr>
            <a:lvl4pPr marL="1274491" indent="0">
              <a:buNone/>
              <a:defRPr sz="1487">
                <a:solidFill>
                  <a:schemeClr val="tx1">
                    <a:tint val="75000"/>
                  </a:schemeClr>
                </a:solidFill>
              </a:defRPr>
            </a:lvl4pPr>
            <a:lvl5pPr marL="1699321" indent="0">
              <a:buNone/>
              <a:defRPr sz="1487">
                <a:solidFill>
                  <a:schemeClr val="tx1">
                    <a:tint val="75000"/>
                  </a:schemeClr>
                </a:solidFill>
              </a:defRPr>
            </a:lvl5pPr>
            <a:lvl6pPr marL="2124151" indent="0">
              <a:buNone/>
              <a:defRPr sz="1487">
                <a:solidFill>
                  <a:schemeClr val="tx1">
                    <a:tint val="75000"/>
                  </a:schemeClr>
                </a:solidFill>
              </a:defRPr>
            </a:lvl6pPr>
            <a:lvl7pPr marL="2548981" indent="0">
              <a:buNone/>
              <a:defRPr sz="1487">
                <a:solidFill>
                  <a:schemeClr val="tx1">
                    <a:tint val="75000"/>
                  </a:schemeClr>
                </a:solidFill>
              </a:defRPr>
            </a:lvl7pPr>
            <a:lvl8pPr marL="2973812" indent="0">
              <a:buNone/>
              <a:defRPr sz="1487">
                <a:solidFill>
                  <a:schemeClr val="tx1">
                    <a:tint val="75000"/>
                  </a:schemeClr>
                </a:solidFill>
              </a:defRPr>
            </a:lvl8pPr>
            <a:lvl9pPr marL="3398642" indent="0">
              <a:buNone/>
              <a:defRPr sz="148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80054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1696310"/>
            <a:ext cx="5354995" cy="404311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1696310"/>
            <a:ext cx="5354995" cy="404311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65227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339262"/>
            <a:ext cx="10867490" cy="123166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1" y="1562080"/>
            <a:ext cx="5330385" cy="765552"/>
          </a:xfrm>
        </p:spPr>
        <p:txBody>
          <a:bodyPr anchor="b"/>
          <a:lstStyle>
            <a:lvl1pPr marL="0" indent="0">
              <a:buNone/>
              <a:defRPr sz="2230" b="1"/>
            </a:lvl1pPr>
            <a:lvl2pPr marL="424830" indent="0">
              <a:buNone/>
              <a:defRPr sz="1858" b="1"/>
            </a:lvl2pPr>
            <a:lvl3pPr marL="849660" indent="0">
              <a:buNone/>
              <a:defRPr sz="1673" b="1"/>
            </a:lvl3pPr>
            <a:lvl4pPr marL="1274491" indent="0">
              <a:buNone/>
              <a:defRPr sz="1487" b="1"/>
            </a:lvl4pPr>
            <a:lvl5pPr marL="1699321" indent="0">
              <a:buNone/>
              <a:defRPr sz="1487" b="1"/>
            </a:lvl5pPr>
            <a:lvl6pPr marL="2124151" indent="0">
              <a:buNone/>
              <a:defRPr sz="1487" b="1"/>
            </a:lvl6pPr>
            <a:lvl7pPr marL="2548981" indent="0">
              <a:buNone/>
              <a:defRPr sz="1487" b="1"/>
            </a:lvl7pPr>
            <a:lvl8pPr marL="2973812" indent="0">
              <a:buNone/>
              <a:defRPr sz="1487" b="1"/>
            </a:lvl8pPr>
            <a:lvl9pPr marL="3398642" indent="0">
              <a:buNone/>
              <a:defRPr sz="1487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1" y="2327632"/>
            <a:ext cx="5330385" cy="342359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4" y="1562080"/>
            <a:ext cx="5356636" cy="765552"/>
          </a:xfrm>
        </p:spPr>
        <p:txBody>
          <a:bodyPr anchor="b"/>
          <a:lstStyle>
            <a:lvl1pPr marL="0" indent="0">
              <a:buNone/>
              <a:defRPr sz="2230" b="1"/>
            </a:lvl1pPr>
            <a:lvl2pPr marL="424830" indent="0">
              <a:buNone/>
              <a:defRPr sz="1858" b="1"/>
            </a:lvl2pPr>
            <a:lvl3pPr marL="849660" indent="0">
              <a:buNone/>
              <a:defRPr sz="1673" b="1"/>
            </a:lvl3pPr>
            <a:lvl4pPr marL="1274491" indent="0">
              <a:buNone/>
              <a:defRPr sz="1487" b="1"/>
            </a:lvl4pPr>
            <a:lvl5pPr marL="1699321" indent="0">
              <a:buNone/>
              <a:defRPr sz="1487" b="1"/>
            </a:lvl5pPr>
            <a:lvl6pPr marL="2124151" indent="0">
              <a:buNone/>
              <a:defRPr sz="1487" b="1"/>
            </a:lvl6pPr>
            <a:lvl7pPr marL="2548981" indent="0">
              <a:buNone/>
              <a:defRPr sz="1487" b="1"/>
            </a:lvl7pPr>
            <a:lvl8pPr marL="2973812" indent="0">
              <a:buNone/>
              <a:defRPr sz="1487" b="1"/>
            </a:lvl8pPr>
            <a:lvl9pPr marL="3398642" indent="0">
              <a:buNone/>
              <a:defRPr sz="1487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4" y="2327632"/>
            <a:ext cx="5356636" cy="342359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44554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86112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5308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424815"/>
            <a:ext cx="4063824" cy="1486853"/>
          </a:xfrm>
        </p:spPr>
        <p:txBody>
          <a:bodyPr anchor="b"/>
          <a:lstStyle>
            <a:lvl1pPr>
              <a:defRPr sz="29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917483"/>
            <a:ext cx="6378744" cy="4528410"/>
          </a:xfrm>
        </p:spPr>
        <p:txBody>
          <a:bodyPr/>
          <a:lstStyle>
            <a:lvl1pPr>
              <a:defRPr sz="2973"/>
            </a:lvl1pPr>
            <a:lvl2pPr>
              <a:defRPr sz="2602"/>
            </a:lvl2pPr>
            <a:lvl3pPr>
              <a:defRPr sz="2230"/>
            </a:lvl3pPr>
            <a:lvl4pPr>
              <a:defRPr sz="1858"/>
            </a:lvl4pPr>
            <a:lvl5pPr>
              <a:defRPr sz="1858"/>
            </a:lvl5pPr>
            <a:lvl6pPr>
              <a:defRPr sz="1858"/>
            </a:lvl6pPr>
            <a:lvl7pPr>
              <a:defRPr sz="1858"/>
            </a:lvl7pPr>
            <a:lvl8pPr>
              <a:defRPr sz="1858"/>
            </a:lvl8pPr>
            <a:lvl9pPr>
              <a:defRPr sz="185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1911667"/>
            <a:ext cx="4063824" cy="3541601"/>
          </a:xfrm>
        </p:spPr>
        <p:txBody>
          <a:bodyPr/>
          <a:lstStyle>
            <a:lvl1pPr marL="0" indent="0">
              <a:buNone/>
              <a:defRPr sz="1487"/>
            </a:lvl1pPr>
            <a:lvl2pPr marL="424830" indent="0">
              <a:buNone/>
              <a:defRPr sz="1301"/>
            </a:lvl2pPr>
            <a:lvl3pPr marL="849660" indent="0">
              <a:buNone/>
              <a:defRPr sz="1115"/>
            </a:lvl3pPr>
            <a:lvl4pPr marL="1274491" indent="0">
              <a:buNone/>
              <a:defRPr sz="929"/>
            </a:lvl4pPr>
            <a:lvl5pPr marL="1699321" indent="0">
              <a:buNone/>
              <a:defRPr sz="929"/>
            </a:lvl5pPr>
            <a:lvl6pPr marL="2124151" indent="0">
              <a:buNone/>
              <a:defRPr sz="929"/>
            </a:lvl6pPr>
            <a:lvl7pPr marL="2548981" indent="0">
              <a:buNone/>
              <a:defRPr sz="929"/>
            </a:lvl7pPr>
            <a:lvl8pPr marL="2973812" indent="0">
              <a:buNone/>
              <a:defRPr sz="929"/>
            </a:lvl8pPr>
            <a:lvl9pPr marL="3398642" indent="0">
              <a:buNone/>
              <a:defRPr sz="92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1933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424815"/>
            <a:ext cx="4063824" cy="1486853"/>
          </a:xfrm>
        </p:spPr>
        <p:txBody>
          <a:bodyPr anchor="b"/>
          <a:lstStyle>
            <a:lvl1pPr>
              <a:defRPr sz="29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917483"/>
            <a:ext cx="6378744" cy="4528410"/>
          </a:xfrm>
        </p:spPr>
        <p:txBody>
          <a:bodyPr anchor="t"/>
          <a:lstStyle>
            <a:lvl1pPr marL="0" indent="0">
              <a:buNone/>
              <a:defRPr sz="2973"/>
            </a:lvl1pPr>
            <a:lvl2pPr marL="424830" indent="0">
              <a:buNone/>
              <a:defRPr sz="2602"/>
            </a:lvl2pPr>
            <a:lvl3pPr marL="849660" indent="0">
              <a:buNone/>
              <a:defRPr sz="2230"/>
            </a:lvl3pPr>
            <a:lvl4pPr marL="1274491" indent="0">
              <a:buNone/>
              <a:defRPr sz="1858"/>
            </a:lvl4pPr>
            <a:lvl5pPr marL="1699321" indent="0">
              <a:buNone/>
              <a:defRPr sz="1858"/>
            </a:lvl5pPr>
            <a:lvl6pPr marL="2124151" indent="0">
              <a:buNone/>
              <a:defRPr sz="1858"/>
            </a:lvl6pPr>
            <a:lvl7pPr marL="2548981" indent="0">
              <a:buNone/>
              <a:defRPr sz="1858"/>
            </a:lvl7pPr>
            <a:lvl8pPr marL="2973812" indent="0">
              <a:buNone/>
              <a:defRPr sz="1858"/>
            </a:lvl8pPr>
            <a:lvl9pPr marL="3398642" indent="0">
              <a:buNone/>
              <a:defRPr sz="185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1911667"/>
            <a:ext cx="4063824" cy="3541601"/>
          </a:xfrm>
        </p:spPr>
        <p:txBody>
          <a:bodyPr/>
          <a:lstStyle>
            <a:lvl1pPr marL="0" indent="0">
              <a:buNone/>
              <a:defRPr sz="1487"/>
            </a:lvl1pPr>
            <a:lvl2pPr marL="424830" indent="0">
              <a:buNone/>
              <a:defRPr sz="1301"/>
            </a:lvl2pPr>
            <a:lvl3pPr marL="849660" indent="0">
              <a:buNone/>
              <a:defRPr sz="1115"/>
            </a:lvl3pPr>
            <a:lvl4pPr marL="1274491" indent="0">
              <a:buNone/>
              <a:defRPr sz="929"/>
            </a:lvl4pPr>
            <a:lvl5pPr marL="1699321" indent="0">
              <a:buNone/>
              <a:defRPr sz="929"/>
            </a:lvl5pPr>
            <a:lvl6pPr marL="2124151" indent="0">
              <a:buNone/>
              <a:defRPr sz="929"/>
            </a:lvl6pPr>
            <a:lvl7pPr marL="2548981" indent="0">
              <a:buNone/>
              <a:defRPr sz="929"/>
            </a:lvl7pPr>
            <a:lvl8pPr marL="2973812" indent="0">
              <a:buNone/>
              <a:defRPr sz="929"/>
            </a:lvl8pPr>
            <a:lvl9pPr marL="3398642" indent="0">
              <a:buNone/>
              <a:defRPr sz="92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0855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1296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339262"/>
            <a:ext cx="2716872" cy="540016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49" y="339262"/>
            <a:ext cx="7993117" cy="540016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99730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1543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339262"/>
            <a:ext cx="10867490" cy="1231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1696310"/>
            <a:ext cx="10867490" cy="4043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5906109"/>
            <a:ext cx="2834997" cy="3392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5906109"/>
            <a:ext cx="4252496" cy="3392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5906109"/>
            <a:ext cx="2834997" cy="3392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262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2" r:id="rId1"/>
    <p:sldLayoutId id="2147483873" r:id="rId2"/>
    <p:sldLayoutId id="2147483874" r:id="rId3"/>
    <p:sldLayoutId id="2147483875" r:id="rId4"/>
    <p:sldLayoutId id="2147483876" r:id="rId5"/>
    <p:sldLayoutId id="2147483877" r:id="rId6"/>
    <p:sldLayoutId id="2147483878" r:id="rId7"/>
    <p:sldLayoutId id="2147483879" r:id="rId8"/>
    <p:sldLayoutId id="2147483880" r:id="rId9"/>
    <p:sldLayoutId id="2147483881" r:id="rId10"/>
    <p:sldLayoutId id="2147483882" r:id="rId11"/>
    <p:sldLayoutId id="2147483883" r:id="rId12"/>
  </p:sldLayoutIdLst>
  <p:hf sldNum="0" hdr="0" ftr="0" dt="0"/>
  <p:txStyles>
    <p:titleStyle>
      <a:lvl1pPr algn="l" defTabSz="849660" rtl="0" eaLnBrk="1" latinLnBrk="0" hangingPunct="1">
        <a:lnSpc>
          <a:spcPct val="90000"/>
        </a:lnSpc>
        <a:spcBef>
          <a:spcPct val="0"/>
        </a:spcBef>
        <a:buNone/>
        <a:defRPr sz="40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2415" indent="-212415" algn="l" defTabSz="849660" rtl="0" eaLnBrk="1" latinLnBrk="0" hangingPunct="1">
        <a:lnSpc>
          <a:spcPct val="90000"/>
        </a:lnSpc>
        <a:spcBef>
          <a:spcPts val="929"/>
        </a:spcBef>
        <a:buFont typeface="Arial" panose="020B0604020202020204" pitchFamily="34" charset="0"/>
        <a:buChar char="•"/>
        <a:defRPr sz="2602" kern="1200">
          <a:solidFill>
            <a:schemeClr val="tx1"/>
          </a:solidFill>
          <a:latin typeface="+mn-lt"/>
          <a:ea typeface="+mn-ea"/>
          <a:cs typeface="+mn-cs"/>
        </a:defRPr>
      </a:lvl1pPr>
      <a:lvl2pPr marL="637245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2230" kern="1200">
          <a:solidFill>
            <a:schemeClr val="tx1"/>
          </a:solidFill>
          <a:latin typeface="+mn-lt"/>
          <a:ea typeface="+mn-ea"/>
          <a:cs typeface="+mn-cs"/>
        </a:defRPr>
      </a:lvl2pPr>
      <a:lvl3pPr marL="1062076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858" kern="1200">
          <a:solidFill>
            <a:schemeClr val="tx1"/>
          </a:solidFill>
          <a:latin typeface="+mn-lt"/>
          <a:ea typeface="+mn-ea"/>
          <a:cs typeface="+mn-cs"/>
        </a:defRPr>
      </a:lvl3pPr>
      <a:lvl4pPr marL="1486906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4pPr>
      <a:lvl5pPr marL="1911736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5pPr>
      <a:lvl6pPr marL="2336566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6pPr>
      <a:lvl7pPr marL="2761397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7pPr>
      <a:lvl8pPr marL="3186227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8pPr>
      <a:lvl9pPr marL="3611057" indent="-212415" algn="l" defTabSz="84966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1pPr>
      <a:lvl2pPr marL="424830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2pPr>
      <a:lvl3pPr marL="849660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3pPr>
      <a:lvl4pPr marL="1274491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4pPr>
      <a:lvl5pPr marL="1699321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5pPr>
      <a:lvl6pPr marL="2124151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6pPr>
      <a:lvl7pPr marL="2548981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7pPr>
      <a:lvl8pPr marL="2973812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8pPr>
      <a:lvl9pPr marL="3398642" algn="l" defTabSz="849660" rtl="0" eaLnBrk="1" latinLnBrk="0" hangingPunct="1">
        <a:defRPr sz="167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82056-E32C-0F52-059E-9DE5A9FE3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8" name="Tabelle 127">
                <a:extLst>
                  <a:ext uri="{FF2B5EF4-FFF2-40B4-BE49-F238E27FC236}">
                    <a16:creationId xmlns:a16="http://schemas.microsoft.com/office/drawing/2014/main" id="{05C2890C-371D-7223-392A-E0F176EED4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1155247"/>
                  </p:ext>
                </p:extLst>
              </p:nvPr>
            </p:nvGraphicFramePr>
            <p:xfrm>
              <a:off x="913110" y="674079"/>
              <a:ext cx="4536000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1332392455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684235349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660443349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1505342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oMath>
                            </m:oMathPara>
                          </a14:m>
                          <a:endParaRPr lang="de-DE" sz="2000" b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84966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730224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84966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242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8" name="Tabelle 127">
                <a:extLst>
                  <a:ext uri="{FF2B5EF4-FFF2-40B4-BE49-F238E27FC236}">
                    <a16:creationId xmlns:a16="http://schemas.microsoft.com/office/drawing/2014/main" id="{05C2890C-371D-7223-392A-E0F176EED4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1155247"/>
                  </p:ext>
                </p:extLst>
              </p:nvPr>
            </p:nvGraphicFramePr>
            <p:xfrm>
              <a:off x="913110" y="674079"/>
              <a:ext cx="4536000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1332392455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684235349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660443349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1505342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000" t="-4412" r="-545000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010" t="-4412" r="-439604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3000" t="-4412" r="-273000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68317" t="-4412" r="-170297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37624" t="-4412" r="-990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4412" r="-638614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4412" r="-638614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000" t="-204412" r="-545000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010" t="-204412" r="-439604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3000" t="-204412" r="-273000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68317" t="-204412" r="-170297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37624" t="-204412" r="-990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4412" r="-638614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404412" r="-638614" b="-2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730224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504412" r="-638614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000" t="-504412" r="-545000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010" t="-504412" r="-439604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3000" t="-504412" r="-273000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68317" t="-504412" r="-170297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37624" t="-504412" r="-990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604412" r="-638614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242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9" name="Tabelle 128">
                <a:extLst>
                  <a:ext uri="{FF2B5EF4-FFF2-40B4-BE49-F238E27FC236}">
                    <a16:creationId xmlns:a16="http://schemas.microsoft.com/office/drawing/2014/main" id="{56312326-7148-BE8C-2732-AF9BD3D97E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940415"/>
                  </p:ext>
                </p:extLst>
              </p:nvPr>
            </p:nvGraphicFramePr>
            <p:xfrm>
              <a:off x="911935" y="3816035"/>
              <a:ext cx="4536000" cy="24484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503415780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90618815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1423201059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1509302849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 b="0" spc="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de-DE" sz="2000" b="0" i="1" spc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marL="0" marR="0" lvl="0" indent="0" algn="ctr" defTabSz="84966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 b="0" spc="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de-DE" sz="2000" b="0" i="1" spc="0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5690494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84966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84966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6179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9" name="Tabelle 128">
                <a:extLst>
                  <a:ext uri="{FF2B5EF4-FFF2-40B4-BE49-F238E27FC236}">
                    <a16:creationId xmlns:a16="http://schemas.microsoft.com/office/drawing/2014/main" id="{56312326-7148-BE8C-2732-AF9BD3D97E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940415"/>
                  </p:ext>
                </p:extLst>
              </p:nvPr>
            </p:nvGraphicFramePr>
            <p:xfrm>
              <a:off x="911935" y="3816035"/>
              <a:ext cx="4536000" cy="24484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503415780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90618815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1423201059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1509302849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692" r="-638614" b="-54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107692" r="-638614" b="-44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5690494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195652" r="-638614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000" t="-195652" r="-545000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9010" t="-195652" r="-439604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73000" t="-195652" r="-273000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68317" t="-195652" r="-170297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7624" t="-195652" r="-990" b="-3188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300000" r="-638614" b="-2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400000" r="-638614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000" t="-400000" r="-545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9010" t="-400000" r="-439604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73000" t="-400000" r="-273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68317" t="-400000" r="-170297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7624" t="-400000" r="-990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6179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500000" r="-638614" b="-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0" name="Textfeld 129">
            <a:extLst>
              <a:ext uri="{FF2B5EF4-FFF2-40B4-BE49-F238E27FC236}">
                <a16:creationId xmlns:a16="http://schemas.microsoft.com/office/drawing/2014/main" id="{88637761-15A6-E3BC-600A-A48F8D491E7A}"/>
              </a:ext>
            </a:extLst>
          </p:cNvPr>
          <p:cNvSpPr txBox="1"/>
          <p:nvPr/>
        </p:nvSpPr>
        <p:spPr>
          <a:xfrm rot="16200000">
            <a:off x="-343786" y="2114896"/>
            <a:ext cx="11221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accent1">
                    <a:lumMod val="75000"/>
                  </a:schemeClr>
                </a:solidFill>
              </a:rPr>
              <a:t>Group 1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4E0D6BDB-7AF9-E6D4-EFA5-5453318B5D65}"/>
              </a:ext>
            </a:extLst>
          </p:cNvPr>
          <p:cNvSpPr txBox="1"/>
          <p:nvPr/>
        </p:nvSpPr>
        <p:spPr>
          <a:xfrm rot="16200000">
            <a:off x="-343787" y="4818415"/>
            <a:ext cx="11221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accent6">
                    <a:lumMod val="75000"/>
                  </a:schemeClr>
                </a:solidFill>
              </a:rPr>
              <a:t>Group 2</a:t>
            </a:r>
          </a:p>
        </p:txBody>
      </p:sp>
      <p:sp>
        <p:nvSpPr>
          <p:cNvPr id="132" name="Geschweifte Klammer links 131">
            <a:extLst>
              <a:ext uri="{FF2B5EF4-FFF2-40B4-BE49-F238E27FC236}">
                <a16:creationId xmlns:a16="http://schemas.microsoft.com/office/drawing/2014/main" id="{9BA00417-A420-7F71-004F-A93965163415}"/>
              </a:ext>
            </a:extLst>
          </p:cNvPr>
          <p:cNvSpPr/>
          <p:nvPr/>
        </p:nvSpPr>
        <p:spPr>
          <a:xfrm>
            <a:off x="382327" y="1088075"/>
            <a:ext cx="118872" cy="2484004"/>
          </a:xfrm>
          <a:prstGeom prst="leftBrace">
            <a:avLst>
              <a:gd name="adj1" fmla="val 38058"/>
              <a:gd name="adj2" fmla="val 50000"/>
            </a:avLst>
          </a:prstGeom>
          <a:ln w="158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Geschweifte Klammer links 132">
            <a:extLst>
              <a:ext uri="{FF2B5EF4-FFF2-40B4-BE49-F238E27FC236}">
                <a16:creationId xmlns:a16="http://schemas.microsoft.com/office/drawing/2014/main" id="{C566DD4A-457F-C90A-2698-0DE654EC95C1}"/>
              </a:ext>
            </a:extLst>
          </p:cNvPr>
          <p:cNvSpPr/>
          <p:nvPr/>
        </p:nvSpPr>
        <p:spPr>
          <a:xfrm>
            <a:off x="382327" y="3817248"/>
            <a:ext cx="118872" cy="2441910"/>
          </a:xfrm>
          <a:prstGeom prst="leftBrace">
            <a:avLst>
              <a:gd name="adj1" fmla="val 38058"/>
              <a:gd name="adj2" fmla="val 50000"/>
            </a:avLst>
          </a:prstGeom>
          <a:ln w="15875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E85D8C81-A2AE-6214-30E2-93B043C7450F}"/>
              </a:ext>
            </a:extLst>
          </p:cNvPr>
          <p:cNvSpPr txBox="1"/>
          <p:nvPr/>
        </p:nvSpPr>
        <p:spPr>
          <a:xfrm>
            <a:off x="1517024" y="8280"/>
            <a:ext cx="39268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Aggregated count matrix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9995F235-B985-30AC-8EDB-57990D3C8B27}"/>
              </a:ext>
            </a:extLst>
          </p:cNvPr>
          <p:cNvSpPr txBox="1"/>
          <p:nvPr/>
        </p:nvSpPr>
        <p:spPr>
          <a:xfrm rot="16200000">
            <a:off x="-600181" y="2134188"/>
            <a:ext cx="24756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D078FC73-B0D6-C76A-048B-FB2D4C1DD8D0}"/>
              </a:ext>
            </a:extLst>
          </p:cNvPr>
          <p:cNvSpPr txBox="1"/>
          <p:nvPr/>
        </p:nvSpPr>
        <p:spPr>
          <a:xfrm rot="16200000">
            <a:off x="-579406" y="4841100"/>
            <a:ext cx="24467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7" name="Tabelle 136">
                <a:extLst>
                  <a:ext uri="{FF2B5EF4-FFF2-40B4-BE49-F238E27FC236}">
                    <a16:creationId xmlns:a16="http://schemas.microsoft.com/office/drawing/2014/main" id="{3D1B50AA-9DD9-8BE5-60AF-4C776C0CE2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602306"/>
                  </p:ext>
                </p:extLst>
              </p:nvPr>
            </p:nvGraphicFramePr>
            <p:xfrm>
              <a:off x="5977925" y="668145"/>
              <a:ext cx="1836000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3559879621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409761558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052845429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36068588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850733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911272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41428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760052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173666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68028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7" name="Tabelle 136">
                <a:extLst>
                  <a:ext uri="{FF2B5EF4-FFF2-40B4-BE49-F238E27FC236}">
                    <a16:creationId xmlns:a16="http://schemas.microsoft.com/office/drawing/2014/main" id="{3D1B50AA-9DD9-8BE5-60AF-4C776C0CE2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602306"/>
                  </p:ext>
                </p:extLst>
              </p:nvPr>
            </p:nvGraphicFramePr>
            <p:xfrm>
              <a:off x="5977925" y="668145"/>
              <a:ext cx="1836000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3559879621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409761558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052845429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200000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1000" r="-102000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99010" r="-990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6068588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850733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200000" r="-200000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000" t="-200000" r="-102000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99010" t="-200000" r="-990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911272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41428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760052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500000" r="-200000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000" t="-500000" r="-102000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99010" t="-500000" r="-990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173666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68028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9" name="Tabelle 138">
                <a:extLst>
                  <a:ext uri="{FF2B5EF4-FFF2-40B4-BE49-F238E27FC236}">
                    <a16:creationId xmlns:a16="http://schemas.microsoft.com/office/drawing/2014/main" id="{B40A1D4A-5010-208E-F1E2-52906193D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2137609"/>
                  </p:ext>
                </p:extLst>
              </p:nvPr>
            </p:nvGraphicFramePr>
            <p:xfrm>
              <a:off x="5977925" y="3816035"/>
              <a:ext cx="1836000" cy="24484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981746092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632414542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927760763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391326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487085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262049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5975791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54429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16063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9" name="Tabelle 138">
                <a:extLst>
                  <a:ext uri="{FF2B5EF4-FFF2-40B4-BE49-F238E27FC236}">
                    <a16:creationId xmlns:a16="http://schemas.microsoft.com/office/drawing/2014/main" id="{B40A1D4A-5010-208E-F1E2-52906193D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2137609"/>
                  </p:ext>
                </p:extLst>
              </p:nvPr>
            </p:nvGraphicFramePr>
            <p:xfrm>
              <a:off x="5977925" y="3816035"/>
              <a:ext cx="1836000" cy="24484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981746092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632414542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92776076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39132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487085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195652" r="-200000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000" t="-195652" r="-102000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99010" t="-195652" r="-990" b="-3188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262049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5975791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400000" r="-200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000" t="-400000" r="-102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99010" t="-400000" r="-990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54429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160636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1" name="Textfeld 140">
            <a:extLst>
              <a:ext uri="{FF2B5EF4-FFF2-40B4-BE49-F238E27FC236}">
                <a16:creationId xmlns:a16="http://schemas.microsoft.com/office/drawing/2014/main" id="{8F270011-6B9C-2E75-99A0-F4329578C013}"/>
              </a:ext>
            </a:extLst>
          </p:cNvPr>
          <p:cNvSpPr txBox="1"/>
          <p:nvPr/>
        </p:nvSpPr>
        <p:spPr>
          <a:xfrm>
            <a:off x="5977924" y="133"/>
            <a:ext cx="183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Covariates</a:t>
            </a:r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11D7605A-CD6B-2431-0462-3F4D5E99904F}"/>
              </a:ext>
            </a:extLst>
          </p:cNvPr>
          <p:cNvSpPr txBox="1"/>
          <p:nvPr/>
        </p:nvSpPr>
        <p:spPr>
          <a:xfrm>
            <a:off x="1673494" y="402365"/>
            <a:ext cx="39227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Genera</a:t>
            </a:r>
          </a:p>
        </p:txBody>
      </p:sp>
      <p:sp>
        <p:nvSpPr>
          <p:cNvPr id="151" name="Textfeld 150">
            <a:extLst>
              <a:ext uri="{FF2B5EF4-FFF2-40B4-BE49-F238E27FC236}">
                <a16:creationId xmlns:a16="http://schemas.microsoft.com/office/drawing/2014/main" id="{EE42BB77-0E68-FC5E-701C-A3EF063C22FD}"/>
              </a:ext>
            </a:extLst>
          </p:cNvPr>
          <p:cNvSpPr txBox="1"/>
          <p:nvPr/>
        </p:nvSpPr>
        <p:spPr>
          <a:xfrm>
            <a:off x="9700035" y="0"/>
            <a:ext cx="29345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Model coefficients </a:t>
            </a:r>
          </a:p>
          <a:p>
            <a:pPr algn="ctr"/>
            <a:r>
              <a:rPr lang="en-US" sz="2200" dirty="0"/>
              <a:t>(with 95% CI)</a:t>
            </a:r>
          </a:p>
        </p:txBody>
      </p:sp>
      <p:sp>
        <p:nvSpPr>
          <p:cNvPr id="152" name="Textfeld 151">
            <a:extLst>
              <a:ext uri="{FF2B5EF4-FFF2-40B4-BE49-F238E27FC236}">
                <a16:creationId xmlns:a16="http://schemas.microsoft.com/office/drawing/2014/main" id="{9EC8128E-9FD7-E72D-F6F6-E4024E768C87}"/>
              </a:ext>
            </a:extLst>
          </p:cNvPr>
          <p:cNvSpPr txBox="1"/>
          <p:nvPr/>
        </p:nvSpPr>
        <p:spPr>
          <a:xfrm>
            <a:off x="5501087" y="3349613"/>
            <a:ext cx="4395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+</a:t>
            </a:r>
          </a:p>
        </p:txBody>
      </p:sp>
      <p:sp>
        <p:nvSpPr>
          <p:cNvPr id="153" name="Textfeld 152">
            <a:extLst>
              <a:ext uri="{FF2B5EF4-FFF2-40B4-BE49-F238E27FC236}">
                <a16:creationId xmlns:a16="http://schemas.microsoft.com/office/drawing/2014/main" id="{A05D3A15-886D-861D-3DAE-1B059C2E7941}"/>
              </a:ext>
            </a:extLst>
          </p:cNvPr>
          <p:cNvSpPr txBox="1"/>
          <p:nvPr/>
        </p:nvSpPr>
        <p:spPr>
          <a:xfrm>
            <a:off x="7947544" y="3198114"/>
            <a:ext cx="1694695" cy="471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2200" dirty="0"/>
              <a:t>Model-based</a:t>
            </a:r>
          </a:p>
        </p:txBody>
      </p:sp>
      <p:cxnSp>
        <p:nvCxnSpPr>
          <p:cNvPr id="154" name="Gerade Verbindung mit Pfeil 153">
            <a:extLst>
              <a:ext uri="{FF2B5EF4-FFF2-40B4-BE49-F238E27FC236}">
                <a16:creationId xmlns:a16="http://schemas.microsoft.com/office/drawing/2014/main" id="{E6875EF1-1AED-1FB4-DB22-13F6D2E834FC}"/>
              </a:ext>
            </a:extLst>
          </p:cNvPr>
          <p:cNvCxnSpPr>
            <a:cxnSpLocks/>
          </p:cNvCxnSpPr>
          <p:nvPr/>
        </p:nvCxnSpPr>
        <p:spPr>
          <a:xfrm flipV="1">
            <a:off x="7947544" y="3690241"/>
            <a:ext cx="1795896" cy="270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Gerader Verbinder 155">
            <a:extLst>
              <a:ext uri="{FF2B5EF4-FFF2-40B4-BE49-F238E27FC236}">
                <a16:creationId xmlns:a16="http://schemas.microsoft.com/office/drawing/2014/main" id="{22EC6627-53A2-2B85-64D5-E7630E86541E}"/>
              </a:ext>
            </a:extLst>
          </p:cNvPr>
          <p:cNvCxnSpPr/>
          <p:nvPr/>
        </p:nvCxnSpPr>
        <p:spPr>
          <a:xfrm>
            <a:off x="10817508" y="1060948"/>
            <a:ext cx="0" cy="2393499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29ED47CA-589B-34E0-B6AA-D3BB2A905D4F}"/>
              </a:ext>
            </a:extLst>
          </p:cNvPr>
          <p:cNvCxnSpPr>
            <a:cxnSpLocks/>
          </p:cNvCxnSpPr>
          <p:nvPr/>
        </p:nvCxnSpPr>
        <p:spPr>
          <a:xfrm>
            <a:off x="10174780" y="3377269"/>
            <a:ext cx="191632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8D322C75-408A-F286-D464-1C681E327F5C}"/>
              </a:ext>
            </a:extLst>
          </p:cNvPr>
          <p:cNvCxnSpPr>
            <a:cxnSpLocks/>
          </p:cNvCxnSpPr>
          <p:nvPr/>
        </p:nvCxnSpPr>
        <p:spPr>
          <a:xfrm>
            <a:off x="10267629" y="3377269"/>
            <a:ext cx="0" cy="1007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AED6C9B5-E7FD-4BC0-B2B1-86DA6F5BFB6C}"/>
              </a:ext>
            </a:extLst>
          </p:cNvPr>
          <p:cNvCxnSpPr/>
          <p:nvPr/>
        </p:nvCxnSpPr>
        <p:spPr>
          <a:xfrm>
            <a:off x="10817508" y="3377269"/>
            <a:ext cx="0" cy="1007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C5621B52-7E89-E2E4-DD36-DF0EA7F4DE4B}"/>
              </a:ext>
            </a:extLst>
          </p:cNvPr>
          <p:cNvCxnSpPr/>
          <p:nvPr/>
        </p:nvCxnSpPr>
        <p:spPr>
          <a:xfrm>
            <a:off x="11377578" y="3377269"/>
            <a:ext cx="0" cy="1007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Gerader Verbinder 160">
            <a:extLst>
              <a:ext uri="{FF2B5EF4-FFF2-40B4-BE49-F238E27FC236}">
                <a16:creationId xmlns:a16="http://schemas.microsoft.com/office/drawing/2014/main" id="{428592DF-C37A-A89C-D33C-BA438B550FEE}"/>
              </a:ext>
            </a:extLst>
          </p:cNvPr>
          <p:cNvCxnSpPr/>
          <p:nvPr/>
        </p:nvCxnSpPr>
        <p:spPr>
          <a:xfrm>
            <a:off x="11937648" y="3377269"/>
            <a:ext cx="0" cy="1007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feld 161">
            <a:extLst>
              <a:ext uri="{FF2B5EF4-FFF2-40B4-BE49-F238E27FC236}">
                <a16:creationId xmlns:a16="http://schemas.microsoft.com/office/drawing/2014/main" id="{45F96C64-9178-77DA-EFE6-73C60CA123CC}"/>
              </a:ext>
            </a:extLst>
          </p:cNvPr>
          <p:cNvSpPr txBox="1"/>
          <p:nvPr/>
        </p:nvSpPr>
        <p:spPr>
          <a:xfrm>
            <a:off x="10047163" y="3456454"/>
            <a:ext cx="4138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-1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7D0EB7DB-2FBF-65EC-5CCE-4D8CC922B66D}"/>
              </a:ext>
            </a:extLst>
          </p:cNvPr>
          <p:cNvSpPr txBox="1"/>
          <p:nvPr/>
        </p:nvSpPr>
        <p:spPr>
          <a:xfrm>
            <a:off x="10659695" y="3448834"/>
            <a:ext cx="327334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200" dirty="0"/>
              <a:t>0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5F2D7893-7EE1-E6BB-27BF-982448787F5E}"/>
              </a:ext>
            </a:extLst>
          </p:cNvPr>
          <p:cNvSpPr txBox="1"/>
          <p:nvPr/>
        </p:nvSpPr>
        <p:spPr>
          <a:xfrm>
            <a:off x="11214395" y="3437550"/>
            <a:ext cx="3273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1</a:t>
            </a: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99B60D59-9D3A-642C-BEEE-39C0D5EA4BCA}"/>
              </a:ext>
            </a:extLst>
          </p:cNvPr>
          <p:cNvSpPr txBox="1"/>
          <p:nvPr/>
        </p:nvSpPr>
        <p:spPr>
          <a:xfrm>
            <a:off x="11779254" y="3437550"/>
            <a:ext cx="3273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2</a:t>
            </a:r>
          </a:p>
        </p:txBody>
      </p: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58BCB985-40E3-D582-A8F1-659338EF34F3}"/>
              </a:ext>
            </a:extLst>
          </p:cNvPr>
          <p:cNvGrpSpPr/>
          <p:nvPr/>
        </p:nvGrpSpPr>
        <p:grpSpPr>
          <a:xfrm>
            <a:off x="10617249" y="2260994"/>
            <a:ext cx="1457860" cy="144000"/>
            <a:chOff x="10678894" y="3153436"/>
            <a:chExt cx="1457860" cy="144000"/>
          </a:xfrm>
        </p:grpSpPr>
        <p:grpSp>
          <p:nvGrpSpPr>
            <p:cNvPr id="212" name="Gruppieren 211">
              <a:extLst>
                <a:ext uri="{FF2B5EF4-FFF2-40B4-BE49-F238E27FC236}">
                  <a16:creationId xmlns:a16="http://schemas.microsoft.com/office/drawing/2014/main" id="{8BF09BEE-8AB2-8DF0-DC19-895217BC1EB6}"/>
                </a:ext>
              </a:extLst>
            </p:cNvPr>
            <p:cNvGrpSpPr/>
            <p:nvPr/>
          </p:nvGrpSpPr>
          <p:grpSpPr>
            <a:xfrm>
              <a:off x="10678894" y="3171529"/>
              <a:ext cx="1457860" cy="100739"/>
              <a:chOff x="10790345" y="3175067"/>
              <a:chExt cx="1229904" cy="100739"/>
            </a:xfrm>
          </p:grpSpPr>
          <p:cxnSp>
            <p:nvCxnSpPr>
              <p:cNvPr id="214" name="Gerader Verbinder 213">
                <a:extLst>
                  <a:ext uri="{FF2B5EF4-FFF2-40B4-BE49-F238E27FC236}">
                    <a16:creationId xmlns:a16="http://schemas.microsoft.com/office/drawing/2014/main" id="{24719486-B49E-43C8-A964-77C83D5777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92872" y="3225437"/>
                <a:ext cx="1227377" cy="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Gerader Verbinder 214">
                <a:extLst>
                  <a:ext uri="{FF2B5EF4-FFF2-40B4-BE49-F238E27FC236}">
                    <a16:creationId xmlns:a16="http://schemas.microsoft.com/office/drawing/2014/main" id="{57655327-1266-B36B-CAD4-C129B6E8D8B0}"/>
                  </a:ext>
                </a:extLst>
              </p:cNvPr>
              <p:cNvCxnSpPr/>
              <p:nvPr/>
            </p:nvCxnSpPr>
            <p:spPr>
              <a:xfrm>
                <a:off x="10790345" y="3175067"/>
                <a:ext cx="0" cy="10073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Gerader Verbinder 215">
                <a:extLst>
                  <a:ext uri="{FF2B5EF4-FFF2-40B4-BE49-F238E27FC236}">
                    <a16:creationId xmlns:a16="http://schemas.microsoft.com/office/drawing/2014/main" id="{C53F632B-2429-8CE9-64DE-38891EF19BC4}"/>
                  </a:ext>
                </a:extLst>
              </p:cNvPr>
              <p:cNvCxnSpPr/>
              <p:nvPr/>
            </p:nvCxnSpPr>
            <p:spPr>
              <a:xfrm>
                <a:off x="12020249" y="3175067"/>
                <a:ext cx="0" cy="10073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3" name="Ellipse 212">
              <a:extLst>
                <a:ext uri="{FF2B5EF4-FFF2-40B4-BE49-F238E27FC236}">
                  <a16:creationId xmlns:a16="http://schemas.microsoft.com/office/drawing/2014/main" id="{43602ED4-9067-318B-9329-D00CA78215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334946" y="3153436"/>
              <a:ext cx="143228" cy="14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79D21A8F-7E4F-184A-2F95-98757DCCE879}"/>
              </a:ext>
            </a:extLst>
          </p:cNvPr>
          <p:cNvGrpSpPr/>
          <p:nvPr/>
        </p:nvGrpSpPr>
        <p:grpSpPr>
          <a:xfrm>
            <a:off x="10902012" y="2986427"/>
            <a:ext cx="930750" cy="144000"/>
            <a:chOff x="11206004" y="3841346"/>
            <a:chExt cx="930750" cy="144000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E09007A7-06E5-B84F-7FB5-D1FC089A50BE}"/>
                </a:ext>
              </a:extLst>
            </p:cNvPr>
            <p:cNvGrpSpPr/>
            <p:nvPr/>
          </p:nvGrpSpPr>
          <p:grpSpPr>
            <a:xfrm>
              <a:off x="11206004" y="3869286"/>
              <a:ext cx="930750" cy="100739"/>
              <a:chOff x="10861959" y="2769054"/>
              <a:chExt cx="1229904" cy="100739"/>
            </a:xfrm>
          </p:grpSpPr>
          <p:cxnSp>
            <p:nvCxnSpPr>
              <p:cNvPr id="204" name="Gerader Verbinder 203">
                <a:extLst>
                  <a:ext uri="{FF2B5EF4-FFF2-40B4-BE49-F238E27FC236}">
                    <a16:creationId xmlns:a16="http://schemas.microsoft.com/office/drawing/2014/main" id="{343192D8-B6E3-C3A0-0B03-09504A7F4D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4486" y="2819424"/>
                <a:ext cx="1227377" cy="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Gerader Verbinder 204">
                <a:extLst>
                  <a:ext uri="{FF2B5EF4-FFF2-40B4-BE49-F238E27FC236}">
                    <a16:creationId xmlns:a16="http://schemas.microsoft.com/office/drawing/2014/main" id="{E27827A1-6532-09CE-C6E1-14A23520C39B}"/>
                  </a:ext>
                </a:extLst>
              </p:cNvPr>
              <p:cNvCxnSpPr/>
              <p:nvPr/>
            </p:nvCxnSpPr>
            <p:spPr>
              <a:xfrm>
                <a:off x="10861959" y="2769054"/>
                <a:ext cx="0" cy="10073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Gerader Verbinder 205">
                <a:extLst>
                  <a:ext uri="{FF2B5EF4-FFF2-40B4-BE49-F238E27FC236}">
                    <a16:creationId xmlns:a16="http://schemas.microsoft.com/office/drawing/2014/main" id="{2C6F3BA9-2D1F-B3FA-471D-F1EA07FF76A3}"/>
                  </a:ext>
                </a:extLst>
              </p:cNvPr>
              <p:cNvCxnSpPr/>
              <p:nvPr/>
            </p:nvCxnSpPr>
            <p:spPr>
              <a:xfrm>
                <a:off x="12091863" y="2769054"/>
                <a:ext cx="0" cy="10073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3" name="Ellipse 202">
              <a:extLst>
                <a:ext uri="{FF2B5EF4-FFF2-40B4-BE49-F238E27FC236}">
                  <a16:creationId xmlns:a16="http://schemas.microsoft.com/office/drawing/2014/main" id="{0BE3A713-41A3-67CE-95A7-A5DBA0F789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601028" y="3841346"/>
              <a:ext cx="143228" cy="14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AF7BE3C3-DE73-1844-C868-A05C931C8973}"/>
                  </a:ext>
                </a:extLst>
              </p:cNvPr>
              <p:cNvSpPr txBox="1"/>
              <p:nvPr/>
            </p:nvSpPr>
            <p:spPr>
              <a:xfrm>
                <a:off x="9694047" y="1308446"/>
                <a:ext cx="520527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AF7BE3C3-DE73-1844-C868-A05C931C8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047" y="1308446"/>
                <a:ext cx="52052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feld 198">
                <a:extLst>
                  <a:ext uri="{FF2B5EF4-FFF2-40B4-BE49-F238E27FC236}">
                    <a16:creationId xmlns:a16="http://schemas.microsoft.com/office/drawing/2014/main" id="{9A650995-9BDD-027F-1307-CEC548D6ECFB}"/>
                  </a:ext>
                </a:extLst>
              </p:cNvPr>
              <p:cNvSpPr txBox="1"/>
              <p:nvPr/>
            </p:nvSpPr>
            <p:spPr>
              <a:xfrm>
                <a:off x="9690777" y="2048294"/>
                <a:ext cx="527067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>
          <p:sp>
            <p:nvSpPr>
              <p:cNvPr id="199" name="Textfeld 198">
                <a:extLst>
                  <a:ext uri="{FF2B5EF4-FFF2-40B4-BE49-F238E27FC236}">
                    <a16:creationId xmlns:a16="http://schemas.microsoft.com/office/drawing/2014/main" id="{9A650995-9BDD-027F-1307-CEC548D6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0777" y="2048294"/>
                <a:ext cx="527067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Textfeld 199">
                <a:extLst>
                  <a:ext uri="{FF2B5EF4-FFF2-40B4-BE49-F238E27FC236}">
                    <a16:creationId xmlns:a16="http://schemas.microsoft.com/office/drawing/2014/main" id="{369405A8-DA9B-4E8E-88DC-42DF14724F9E}"/>
                  </a:ext>
                </a:extLst>
              </p:cNvPr>
              <p:cNvSpPr txBox="1"/>
              <p:nvPr/>
            </p:nvSpPr>
            <p:spPr>
              <a:xfrm>
                <a:off x="9690777" y="2819383"/>
                <a:ext cx="527067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>
          <p:sp>
            <p:nvSpPr>
              <p:cNvPr id="200" name="Textfeld 199">
                <a:extLst>
                  <a:ext uri="{FF2B5EF4-FFF2-40B4-BE49-F238E27FC236}">
                    <a16:creationId xmlns:a16="http://schemas.microsoft.com/office/drawing/2014/main" id="{369405A8-DA9B-4E8E-88DC-42DF14724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0777" y="2819383"/>
                <a:ext cx="52706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EF068201-85AA-6219-4A95-BC86C92CDCAF}"/>
              </a:ext>
            </a:extLst>
          </p:cNvPr>
          <p:cNvSpPr txBox="1"/>
          <p:nvPr/>
        </p:nvSpPr>
        <p:spPr>
          <a:xfrm>
            <a:off x="9798356" y="3781681"/>
            <a:ext cx="26742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Effect on alpha diversity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525BED08-3E01-543F-378D-96AA2719D00B}"/>
                  </a:ext>
                </a:extLst>
              </p:cNvPr>
              <p:cNvSpPr txBox="1"/>
              <p:nvPr/>
            </p:nvSpPr>
            <p:spPr>
              <a:xfrm>
                <a:off x="10241055" y="5023766"/>
                <a:ext cx="175124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≠0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525BED08-3E01-543F-378D-96AA2719D0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055" y="5023766"/>
                <a:ext cx="1751245" cy="830997"/>
              </a:xfrm>
              <a:prstGeom prst="rect">
                <a:avLst/>
              </a:prstGeom>
              <a:blipFill>
                <a:blip r:embed="rId9"/>
                <a:stretch>
                  <a:fillRect b="-9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9" name="Textfeld 218">
            <a:extLst>
              <a:ext uri="{FF2B5EF4-FFF2-40B4-BE49-F238E27FC236}">
                <a16:creationId xmlns:a16="http://schemas.microsoft.com/office/drawing/2014/main" id="{2DCBA81D-D198-AF1D-0F5C-8F6174C5E1B4}"/>
              </a:ext>
            </a:extLst>
          </p:cNvPr>
          <p:cNvSpPr txBox="1"/>
          <p:nvPr/>
        </p:nvSpPr>
        <p:spPr>
          <a:xfrm>
            <a:off x="10241055" y="4502582"/>
            <a:ext cx="1795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Hypotheses: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55237FEE-5894-C55D-5F2B-BD639002B3A6}"/>
              </a:ext>
            </a:extLst>
          </p:cNvPr>
          <p:cNvSpPr txBox="1"/>
          <p:nvPr/>
        </p:nvSpPr>
        <p:spPr>
          <a:xfrm>
            <a:off x="8092295" y="3716233"/>
            <a:ext cx="140519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diversity </a:t>
            </a:r>
          </a:p>
          <a:p>
            <a:pPr algn="ctr"/>
            <a:r>
              <a:rPr lang="en-US" sz="2200" dirty="0"/>
              <a:t>estimation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9404AF7C-7906-3042-CE2B-61292EF85668}"/>
              </a:ext>
            </a:extLst>
          </p:cNvPr>
          <p:cNvGrpSpPr/>
          <p:nvPr/>
        </p:nvGrpSpPr>
        <p:grpSpPr>
          <a:xfrm>
            <a:off x="11159171" y="1469346"/>
            <a:ext cx="679606" cy="144000"/>
            <a:chOff x="11137108" y="2719483"/>
            <a:chExt cx="679606" cy="144000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83783FBF-EF1A-92D6-A839-7EA574A3F3B9}"/>
                </a:ext>
              </a:extLst>
            </p:cNvPr>
            <p:cNvGrpSpPr/>
            <p:nvPr/>
          </p:nvGrpSpPr>
          <p:grpSpPr>
            <a:xfrm>
              <a:off x="11137108" y="2747423"/>
              <a:ext cx="679606" cy="100739"/>
              <a:chOff x="10861959" y="2769054"/>
              <a:chExt cx="1229904" cy="100739"/>
            </a:xfrm>
          </p:grpSpPr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562DCE8F-1A8B-7EC6-3030-BCA7042A87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4486" y="2819424"/>
                <a:ext cx="1227377" cy="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481542EC-714B-8D41-AEC3-D89F380404A1}"/>
                  </a:ext>
                </a:extLst>
              </p:cNvPr>
              <p:cNvCxnSpPr/>
              <p:nvPr/>
            </p:nvCxnSpPr>
            <p:spPr>
              <a:xfrm>
                <a:off x="10861959" y="2769054"/>
                <a:ext cx="0" cy="10073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4AC4E5F3-AAD6-1AAD-D671-76A29D901D79}"/>
                  </a:ext>
                </a:extLst>
              </p:cNvPr>
              <p:cNvCxnSpPr/>
              <p:nvPr/>
            </p:nvCxnSpPr>
            <p:spPr>
              <a:xfrm>
                <a:off x="12091863" y="2769054"/>
                <a:ext cx="0" cy="10073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FE444ED0-792A-C05A-148F-8EC58358FF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06560" y="2719483"/>
              <a:ext cx="143228" cy="14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AB20448F-83A1-5AEA-52E8-0A5108AD5E02}"/>
              </a:ext>
            </a:extLst>
          </p:cNvPr>
          <p:cNvCxnSpPr>
            <a:cxnSpLocks/>
          </p:cNvCxnSpPr>
          <p:nvPr/>
        </p:nvCxnSpPr>
        <p:spPr>
          <a:xfrm>
            <a:off x="10174780" y="1060948"/>
            <a:ext cx="0" cy="231632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D4DC084-9EE1-423E-05E9-288C27EB2A6A}"/>
              </a:ext>
            </a:extLst>
          </p:cNvPr>
          <p:cNvCxnSpPr>
            <a:cxnSpLocks/>
          </p:cNvCxnSpPr>
          <p:nvPr/>
        </p:nvCxnSpPr>
        <p:spPr>
          <a:xfrm flipH="1">
            <a:off x="10077059" y="3064737"/>
            <a:ext cx="9772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26A67BC-4F8E-7356-681B-D1DFD7740C2A}"/>
              </a:ext>
            </a:extLst>
          </p:cNvPr>
          <p:cNvCxnSpPr>
            <a:cxnSpLocks/>
          </p:cNvCxnSpPr>
          <p:nvPr/>
        </p:nvCxnSpPr>
        <p:spPr>
          <a:xfrm flipH="1">
            <a:off x="10077059" y="2277932"/>
            <a:ext cx="9772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C956F0D9-85B5-12A8-E13A-B1463B652FF6}"/>
              </a:ext>
            </a:extLst>
          </p:cNvPr>
          <p:cNvCxnSpPr>
            <a:cxnSpLocks/>
          </p:cNvCxnSpPr>
          <p:nvPr/>
        </p:nvCxnSpPr>
        <p:spPr>
          <a:xfrm flipH="1">
            <a:off x="10077059" y="1547656"/>
            <a:ext cx="9772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0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193</Words>
  <Application>Microsoft Office PowerPoint</Application>
  <PresentationFormat>Benutzerdefiniert</PresentationFormat>
  <Paragraphs>166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2013 – 2022-Design</vt:lpstr>
      <vt:lpstr>PowerPoint-Präsentation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replacement in microbiome count matrices</dc:title>
  <dc:subject>Zero handling schematic</dc:subject>
  <dc:creator>OpenAI</dc:creator>
  <cp:lastModifiedBy>Stefanie Peschel</cp:lastModifiedBy>
  <cp:revision>72</cp:revision>
  <dcterms:created xsi:type="dcterms:W3CDTF">2026-05-10T08:14:00Z</dcterms:created>
  <dcterms:modified xsi:type="dcterms:W3CDTF">2026-07-05T16:34:24Z</dcterms:modified>
</cp:coreProperties>
</file>