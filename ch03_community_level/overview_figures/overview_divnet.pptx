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71" r:id="rId1"/>
  </p:sldMasterIdLst>
  <p:notesMasterIdLst>
    <p:notesMasterId r:id="rId3"/>
  </p:notesMasterIdLst>
  <p:sldIdLst>
    <p:sldId id="258" r:id="rId2"/>
  </p:sldIdLst>
  <p:sldSz cx="12599988" cy="6372225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AF2"/>
    <a:srgbClr val="E2F1FE"/>
    <a:srgbClr val="CCECCC"/>
    <a:srgbClr val="BBDEFD"/>
    <a:srgbClr val="D8EBCD"/>
    <a:srgbClr val="E2F0D9"/>
    <a:srgbClr val="FCFEFC"/>
    <a:srgbClr val="F0F7FE"/>
    <a:srgbClr val="C00000"/>
    <a:srgbClr val="D6EB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06" autoAdjust="0"/>
    <p:restoredTop sz="94610"/>
  </p:normalViewPr>
  <p:slideViewPr>
    <p:cSldViewPr snapToGrid="0" snapToObjects="1">
      <p:cViewPr>
        <p:scale>
          <a:sx n="75" d="100"/>
          <a:sy n="75" d="100"/>
        </p:scale>
        <p:origin x="1651" y="1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9519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36978" rtl="0" eaLnBrk="1" latinLnBrk="0" hangingPunct="1">
      <a:defRPr sz="1099" kern="1200">
        <a:solidFill>
          <a:schemeClr val="tx1"/>
        </a:solidFill>
        <a:latin typeface="+mn-lt"/>
        <a:ea typeface="+mn-ea"/>
        <a:cs typeface="+mn-cs"/>
      </a:defRPr>
    </a:lvl1pPr>
    <a:lvl2pPr marL="418489" algn="l" defTabSz="836978" rtl="0" eaLnBrk="1" latinLnBrk="0" hangingPunct="1">
      <a:defRPr sz="1099" kern="1200">
        <a:solidFill>
          <a:schemeClr val="tx1"/>
        </a:solidFill>
        <a:latin typeface="+mn-lt"/>
        <a:ea typeface="+mn-ea"/>
        <a:cs typeface="+mn-cs"/>
      </a:defRPr>
    </a:lvl2pPr>
    <a:lvl3pPr marL="836978" algn="l" defTabSz="836978" rtl="0" eaLnBrk="1" latinLnBrk="0" hangingPunct="1">
      <a:defRPr sz="1099" kern="1200">
        <a:solidFill>
          <a:schemeClr val="tx1"/>
        </a:solidFill>
        <a:latin typeface="+mn-lt"/>
        <a:ea typeface="+mn-ea"/>
        <a:cs typeface="+mn-cs"/>
      </a:defRPr>
    </a:lvl3pPr>
    <a:lvl4pPr marL="1255467" algn="l" defTabSz="836978" rtl="0" eaLnBrk="1" latinLnBrk="0" hangingPunct="1">
      <a:defRPr sz="1099" kern="1200">
        <a:solidFill>
          <a:schemeClr val="tx1"/>
        </a:solidFill>
        <a:latin typeface="+mn-lt"/>
        <a:ea typeface="+mn-ea"/>
        <a:cs typeface="+mn-cs"/>
      </a:defRPr>
    </a:lvl4pPr>
    <a:lvl5pPr marL="1673956" algn="l" defTabSz="836978" rtl="0" eaLnBrk="1" latinLnBrk="0" hangingPunct="1">
      <a:defRPr sz="1099" kern="1200">
        <a:solidFill>
          <a:schemeClr val="tx1"/>
        </a:solidFill>
        <a:latin typeface="+mn-lt"/>
        <a:ea typeface="+mn-ea"/>
        <a:cs typeface="+mn-cs"/>
      </a:defRPr>
    </a:lvl5pPr>
    <a:lvl6pPr marL="2092445" algn="l" defTabSz="836978" rtl="0" eaLnBrk="1" latinLnBrk="0" hangingPunct="1">
      <a:defRPr sz="1099" kern="1200">
        <a:solidFill>
          <a:schemeClr val="tx1"/>
        </a:solidFill>
        <a:latin typeface="+mn-lt"/>
        <a:ea typeface="+mn-ea"/>
        <a:cs typeface="+mn-cs"/>
      </a:defRPr>
    </a:lvl6pPr>
    <a:lvl7pPr marL="2510934" algn="l" defTabSz="836978" rtl="0" eaLnBrk="1" latinLnBrk="0" hangingPunct="1">
      <a:defRPr sz="1099" kern="1200">
        <a:solidFill>
          <a:schemeClr val="tx1"/>
        </a:solidFill>
        <a:latin typeface="+mn-lt"/>
        <a:ea typeface="+mn-ea"/>
        <a:cs typeface="+mn-cs"/>
      </a:defRPr>
    </a:lvl7pPr>
    <a:lvl8pPr marL="2929423" algn="l" defTabSz="836978" rtl="0" eaLnBrk="1" latinLnBrk="0" hangingPunct="1">
      <a:defRPr sz="1099" kern="1200">
        <a:solidFill>
          <a:schemeClr val="tx1"/>
        </a:solidFill>
        <a:latin typeface="+mn-lt"/>
        <a:ea typeface="+mn-ea"/>
        <a:cs typeface="+mn-cs"/>
      </a:defRPr>
    </a:lvl8pPr>
    <a:lvl9pPr marL="3347913" algn="l" defTabSz="836978" rtl="0" eaLnBrk="1" latinLnBrk="0" hangingPunct="1">
      <a:defRPr sz="109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74999" y="1042862"/>
            <a:ext cx="9449991" cy="2218478"/>
          </a:xfrm>
        </p:spPr>
        <p:txBody>
          <a:bodyPr anchor="b"/>
          <a:lstStyle>
            <a:lvl1pPr algn="ctr">
              <a:defRPr sz="5575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74999" y="3346894"/>
            <a:ext cx="9449991" cy="1538479"/>
          </a:xfrm>
        </p:spPr>
        <p:txBody>
          <a:bodyPr/>
          <a:lstStyle>
            <a:lvl1pPr marL="0" indent="0" algn="ctr">
              <a:buNone/>
              <a:defRPr sz="2230"/>
            </a:lvl1pPr>
            <a:lvl2pPr marL="424830" indent="0" algn="ctr">
              <a:buNone/>
              <a:defRPr sz="1858"/>
            </a:lvl2pPr>
            <a:lvl3pPr marL="849660" indent="0" algn="ctr">
              <a:buNone/>
              <a:defRPr sz="1673"/>
            </a:lvl3pPr>
            <a:lvl4pPr marL="1274491" indent="0" algn="ctr">
              <a:buNone/>
              <a:defRPr sz="1487"/>
            </a:lvl4pPr>
            <a:lvl5pPr marL="1699321" indent="0" algn="ctr">
              <a:buNone/>
              <a:defRPr sz="1487"/>
            </a:lvl5pPr>
            <a:lvl6pPr marL="2124151" indent="0" algn="ctr">
              <a:buNone/>
              <a:defRPr sz="1487"/>
            </a:lvl6pPr>
            <a:lvl7pPr marL="2548981" indent="0" algn="ctr">
              <a:buNone/>
              <a:defRPr sz="1487"/>
            </a:lvl7pPr>
            <a:lvl8pPr marL="2973812" indent="0" algn="ctr">
              <a:buNone/>
              <a:defRPr sz="1487"/>
            </a:lvl8pPr>
            <a:lvl9pPr marL="3398642" indent="0" algn="ctr">
              <a:buNone/>
              <a:defRPr sz="1487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632103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90642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9687" y="1588632"/>
            <a:ext cx="10867490" cy="2650668"/>
          </a:xfrm>
        </p:spPr>
        <p:txBody>
          <a:bodyPr anchor="b"/>
          <a:lstStyle>
            <a:lvl1pPr>
              <a:defRPr sz="5575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687" y="4264376"/>
            <a:ext cx="10867490" cy="1393924"/>
          </a:xfrm>
        </p:spPr>
        <p:txBody>
          <a:bodyPr/>
          <a:lstStyle>
            <a:lvl1pPr marL="0" indent="0">
              <a:buNone/>
              <a:defRPr sz="2230">
                <a:solidFill>
                  <a:schemeClr val="tx1">
                    <a:tint val="75000"/>
                  </a:schemeClr>
                </a:solidFill>
              </a:defRPr>
            </a:lvl1pPr>
            <a:lvl2pPr marL="424830" indent="0">
              <a:buNone/>
              <a:defRPr sz="1858">
                <a:solidFill>
                  <a:schemeClr val="tx1">
                    <a:tint val="75000"/>
                  </a:schemeClr>
                </a:solidFill>
              </a:defRPr>
            </a:lvl2pPr>
            <a:lvl3pPr marL="849660" indent="0">
              <a:buNone/>
              <a:defRPr sz="1673">
                <a:solidFill>
                  <a:schemeClr val="tx1">
                    <a:tint val="75000"/>
                  </a:schemeClr>
                </a:solidFill>
              </a:defRPr>
            </a:lvl3pPr>
            <a:lvl4pPr marL="1274491" indent="0">
              <a:buNone/>
              <a:defRPr sz="1487">
                <a:solidFill>
                  <a:schemeClr val="tx1">
                    <a:tint val="75000"/>
                  </a:schemeClr>
                </a:solidFill>
              </a:defRPr>
            </a:lvl4pPr>
            <a:lvl5pPr marL="1699321" indent="0">
              <a:buNone/>
              <a:defRPr sz="1487">
                <a:solidFill>
                  <a:schemeClr val="tx1">
                    <a:tint val="75000"/>
                  </a:schemeClr>
                </a:solidFill>
              </a:defRPr>
            </a:lvl5pPr>
            <a:lvl6pPr marL="2124151" indent="0">
              <a:buNone/>
              <a:defRPr sz="1487">
                <a:solidFill>
                  <a:schemeClr val="tx1">
                    <a:tint val="75000"/>
                  </a:schemeClr>
                </a:solidFill>
              </a:defRPr>
            </a:lvl6pPr>
            <a:lvl7pPr marL="2548981" indent="0">
              <a:buNone/>
              <a:defRPr sz="1487">
                <a:solidFill>
                  <a:schemeClr val="tx1">
                    <a:tint val="75000"/>
                  </a:schemeClr>
                </a:solidFill>
              </a:defRPr>
            </a:lvl7pPr>
            <a:lvl8pPr marL="2973812" indent="0">
              <a:buNone/>
              <a:defRPr sz="1487">
                <a:solidFill>
                  <a:schemeClr val="tx1">
                    <a:tint val="75000"/>
                  </a:schemeClr>
                </a:solidFill>
              </a:defRPr>
            </a:lvl8pPr>
            <a:lvl9pPr marL="3398642" indent="0">
              <a:buNone/>
              <a:defRPr sz="148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180054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249" y="1696310"/>
            <a:ext cx="5354995" cy="404311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8744" y="1696310"/>
            <a:ext cx="5354995" cy="404311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165227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890" y="339262"/>
            <a:ext cx="10867490" cy="1231669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7891" y="1562080"/>
            <a:ext cx="5330385" cy="765552"/>
          </a:xfrm>
        </p:spPr>
        <p:txBody>
          <a:bodyPr anchor="b"/>
          <a:lstStyle>
            <a:lvl1pPr marL="0" indent="0">
              <a:buNone/>
              <a:defRPr sz="2230" b="1"/>
            </a:lvl1pPr>
            <a:lvl2pPr marL="424830" indent="0">
              <a:buNone/>
              <a:defRPr sz="1858" b="1"/>
            </a:lvl2pPr>
            <a:lvl3pPr marL="849660" indent="0">
              <a:buNone/>
              <a:defRPr sz="1673" b="1"/>
            </a:lvl3pPr>
            <a:lvl4pPr marL="1274491" indent="0">
              <a:buNone/>
              <a:defRPr sz="1487" b="1"/>
            </a:lvl4pPr>
            <a:lvl5pPr marL="1699321" indent="0">
              <a:buNone/>
              <a:defRPr sz="1487" b="1"/>
            </a:lvl5pPr>
            <a:lvl6pPr marL="2124151" indent="0">
              <a:buNone/>
              <a:defRPr sz="1487" b="1"/>
            </a:lvl6pPr>
            <a:lvl7pPr marL="2548981" indent="0">
              <a:buNone/>
              <a:defRPr sz="1487" b="1"/>
            </a:lvl7pPr>
            <a:lvl8pPr marL="2973812" indent="0">
              <a:buNone/>
              <a:defRPr sz="1487" b="1"/>
            </a:lvl8pPr>
            <a:lvl9pPr marL="3398642" indent="0">
              <a:buNone/>
              <a:defRPr sz="1487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7891" y="2327632"/>
            <a:ext cx="5330385" cy="342359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8744" y="1562080"/>
            <a:ext cx="5356636" cy="765552"/>
          </a:xfrm>
        </p:spPr>
        <p:txBody>
          <a:bodyPr anchor="b"/>
          <a:lstStyle>
            <a:lvl1pPr marL="0" indent="0">
              <a:buNone/>
              <a:defRPr sz="2230" b="1"/>
            </a:lvl1pPr>
            <a:lvl2pPr marL="424830" indent="0">
              <a:buNone/>
              <a:defRPr sz="1858" b="1"/>
            </a:lvl2pPr>
            <a:lvl3pPr marL="849660" indent="0">
              <a:buNone/>
              <a:defRPr sz="1673" b="1"/>
            </a:lvl3pPr>
            <a:lvl4pPr marL="1274491" indent="0">
              <a:buNone/>
              <a:defRPr sz="1487" b="1"/>
            </a:lvl4pPr>
            <a:lvl5pPr marL="1699321" indent="0">
              <a:buNone/>
              <a:defRPr sz="1487" b="1"/>
            </a:lvl5pPr>
            <a:lvl6pPr marL="2124151" indent="0">
              <a:buNone/>
              <a:defRPr sz="1487" b="1"/>
            </a:lvl6pPr>
            <a:lvl7pPr marL="2548981" indent="0">
              <a:buNone/>
              <a:defRPr sz="1487" b="1"/>
            </a:lvl7pPr>
            <a:lvl8pPr marL="2973812" indent="0">
              <a:buNone/>
              <a:defRPr sz="1487" b="1"/>
            </a:lvl8pPr>
            <a:lvl9pPr marL="3398642" indent="0">
              <a:buNone/>
              <a:defRPr sz="1487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8744" y="2327632"/>
            <a:ext cx="5356636" cy="342359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344554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486112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453089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891" y="424815"/>
            <a:ext cx="4063824" cy="1486853"/>
          </a:xfrm>
        </p:spPr>
        <p:txBody>
          <a:bodyPr anchor="b"/>
          <a:lstStyle>
            <a:lvl1pPr>
              <a:defRPr sz="2973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56636" y="917483"/>
            <a:ext cx="6378744" cy="4528410"/>
          </a:xfrm>
        </p:spPr>
        <p:txBody>
          <a:bodyPr/>
          <a:lstStyle>
            <a:lvl1pPr>
              <a:defRPr sz="2973"/>
            </a:lvl1pPr>
            <a:lvl2pPr>
              <a:defRPr sz="2602"/>
            </a:lvl2pPr>
            <a:lvl3pPr>
              <a:defRPr sz="2230"/>
            </a:lvl3pPr>
            <a:lvl4pPr>
              <a:defRPr sz="1858"/>
            </a:lvl4pPr>
            <a:lvl5pPr>
              <a:defRPr sz="1858"/>
            </a:lvl5pPr>
            <a:lvl6pPr>
              <a:defRPr sz="1858"/>
            </a:lvl6pPr>
            <a:lvl7pPr>
              <a:defRPr sz="1858"/>
            </a:lvl7pPr>
            <a:lvl8pPr>
              <a:defRPr sz="1858"/>
            </a:lvl8pPr>
            <a:lvl9pPr>
              <a:defRPr sz="1858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7891" y="1911667"/>
            <a:ext cx="4063824" cy="3541601"/>
          </a:xfrm>
        </p:spPr>
        <p:txBody>
          <a:bodyPr/>
          <a:lstStyle>
            <a:lvl1pPr marL="0" indent="0">
              <a:buNone/>
              <a:defRPr sz="1487"/>
            </a:lvl1pPr>
            <a:lvl2pPr marL="424830" indent="0">
              <a:buNone/>
              <a:defRPr sz="1301"/>
            </a:lvl2pPr>
            <a:lvl3pPr marL="849660" indent="0">
              <a:buNone/>
              <a:defRPr sz="1115"/>
            </a:lvl3pPr>
            <a:lvl4pPr marL="1274491" indent="0">
              <a:buNone/>
              <a:defRPr sz="929"/>
            </a:lvl4pPr>
            <a:lvl5pPr marL="1699321" indent="0">
              <a:buNone/>
              <a:defRPr sz="929"/>
            </a:lvl5pPr>
            <a:lvl6pPr marL="2124151" indent="0">
              <a:buNone/>
              <a:defRPr sz="929"/>
            </a:lvl6pPr>
            <a:lvl7pPr marL="2548981" indent="0">
              <a:buNone/>
              <a:defRPr sz="929"/>
            </a:lvl7pPr>
            <a:lvl8pPr marL="2973812" indent="0">
              <a:buNone/>
              <a:defRPr sz="929"/>
            </a:lvl8pPr>
            <a:lvl9pPr marL="3398642" indent="0">
              <a:buNone/>
              <a:defRPr sz="929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319333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891" y="424815"/>
            <a:ext cx="4063824" cy="1486853"/>
          </a:xfrm>
        </p:spPr>
        <p:txBody>
          <a:bodyPr anchor="b"/>
          <a:lstStyle>
            <a:lvl1pPr>
              <a:defRPr sz="2973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356636" y="917483"/>
            <a:ext cx="6378744" cy="4528410"/>
          </a:xfrm>
        </p:spPr>
        <p:txBody>
          <a:bodyPr anchor="t"/>
          <a:lstStyle>
            <a:lvl1pPr marL="0" indent="0">
              <a:buNone/>
              <a:defRPr sz="2973"/>
            </a:lvl1pPr>
            <a:lvl2pPr marL="424830" indent="0">
              <a:buNone/>
              <a:defRPr sz="2602"/>
            </a:lvl2pPr>
            <a:lvl3pPr marL="849660" indent="0">
              <a:buNone/>
              <a:defRPr sz="2230"/>
            </a:lvl3pPr>
            <a:lvl4pPr marL="1274491" indent="0">
              <a:buNone/>
              <a:defRPr sz="1858"/>
            </a:lvl4pPr>
            <a:lvl5pPr marL="1699321" indent="0">
              <a:buNone/>
              <a:defRPr sz="1858"/>
            </a:lvl5pPr>
            <a:lvl6pPr marL="2124151" indent="0">
              <a:buNone/>
              <a:defRPr sz="1858"/>
            </a:lvl6pPr>
            <a:lvl7pPr marL="2548981" indent="0">
              <a:buNone/>
              <a:defRPr sz="1858"/>
            </a:lvl7pPr>
            <a:lvl8pPr marL="2973812" indent="0">
              <a:buNone/>
              <a:defRPr sz="1858"/>
            </a:lvl8pPr>
            <a:lvl9pPr marL="3398642" indent="0">
              <a:buNone/>
              <a:defRPr sz="1858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7891" y="1911667"/>
            <a:ext cx="4063824" cy="3541601"/>
          </a:xfrm>
        </p:spPr>
        <p:txBody>
          <a:bodyPr/>
          <a:lstStyle>
            <a:lvl1pPr marL="0" indent="0">
              <a:buNone/>
              <a:defRPr sz="1487"/>
            </a:lvl1pPr>
            <a:lvl2pPr marL="424830" indent="0">
              <a:buNone/>
              <a:defRPr sz="1301"/>
            </a:lvl2pPr>
            <a:lvl3pPr marL="849660" indent="0">
              <a:buNone/>
              <a:defRPr sz="1115"/>
            </a:lvl3pPr>
            <a:lvl4pPr marL="1274491" indent="0">
              <a:buNone/>
              <a:defRPr sz="929"/>
            </a:lvl4pPr>
            <a:lvl5pPr marL="1699321" indent="0">
              <a:buNone/>
              <a:defRPr sz="929"/>
            </a:lvl5pPr>
            <a:lvl6pPr marL="2124151" indent="0">
              <a:buNone/>
              <a:defRPr sz="929"/>
            </a:lvl6pPr>
            <a:lvl7pPr marL="2548981" indent="0">
              <a:buNone/>
              <a:defRPr sz="929"/>
            </a:lvl7pPr>
            <a:lvl8pPr marL="2973812" indent="0">
              <a:buNone/>
              <a:defRPr sz="929"/>
            </a:lvl8pPr>
            <a:lvl9pPr marL="3398642" indent="0">
              <a:buNone/>
              <a:defRPr sz="929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708555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412960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16867" y="339262"/>
            <a:ext cx="2716872" cy="5400166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249" y="339262"/>
            <a:ext cx="7993117" cy="5400166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599730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1543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66249" y="339262"/>
            <a:ext cx="10867490" cy="1231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249" y="1696310"/>
            <a:ext cx="10867490" cy="40431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6249" y="5906109"/>
            <a:ext cx="2834997" cy="3392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7/5/2026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73746" y="5906109"/>
            <a:ext cx="4252496" cy="3392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898742" y="5906109"/>
            <a:ext cx="2834997" cy="3392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2262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  <p:sldLayoutId id="2147483882" r:id="rId11"/>
    <p:sldLayoutId id="2147483883" r:id="rId12"/>
  </p:sldLayoutIdLst>
  <p:hf sldNum="0" hdr="0" ftr="0" dt="0"/>
  <p:txStyles>
    <p:titleStyle>
      <a:lvl1pPr algn="l" defTabSz="849660" rtl="0" eaLnBrk="1" latinLnBrk="0" hangingPunct="1">
        <a:lnSpc>
          <a:spcPct val="90000"/>
        </a:lnSpc>
        <a:spcBef>
          <a:spcPct val="0"/>
        </a:spcBef>
        <a:buNone/>
        <a:defRPr sz="408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2415" indent="-212415" algn="l" defTabSz="849660" rtl="0" eaLnBrk="1" latinLnBrk="0" hangingPunct="1">
        <a:lnSpc>
          <a:spcPct val="90000"/>
        </a:lnSpc>
        <a:spcBef>
          <a:spcPts val="929"/>
        </a:spcBef>
        <a:buFont typeface="Arial" panose="020B0604020202020204" pitchFamily="34" charset="0"/>
        <a:buChar char="•"/>
        <a:defRPr sz="2602" kern="1200">
          <a:solidFill>
            <a:schemeClr val="tx1"/>
          </a:solidFill>
          <a:latin typeface="+mn-lt"/>
          <a:ea typeface="+mn-ea"/>
          <a:cs typeface="+mn-cs"/>
        </a:defRPr>
      </a:lvl1pPr>
      <a:lvl2pPr marL="637245" indent="-212415" algn="l" defTabSz="849660" rtl="0" eaLnBrk="1" latinLnBrk="0" hangingPunct="1">
        <a:lnSpc>
          <a:spcPct val="90000"/>
        </a:lnSpc>
        <a:spcBef>
          <a:spcPts val="465"/>
        </a:spcBef>
        <a:buFont typeface="Arial" panose="020B0604020202020204" pitchFamily="34" charset="0"/>
        <a:buChar char="•"/>
        <a:defRPr sz="2230" kern="1200">
          <a:solidFill>
            <a:schemeClr val="tx1"/>
          </a:solidFill>
          <a:latin typeface="+mn-lt"/>
          <a:ea typeface="+mn-ea"/>
          <a:cs typeface="+mn-cs"/>
        </a:defRPr>
      </a:lvl2pPr>
      <a:lvl3pPr marL="1062076" indent="-212415" algn="l" defTabSz="849660" rtl="0" eaLnBrk="1" latinLnBrk="0" hangingPunct="1">
        <a:lnSpc>
          <a:spcPct val="90000"/>
        </a:lnSpc>
        <a:spcBef>
          <a:spcPts val="465"/>
        </a:spcBef>
        <a:buFont typeface="Arial" panose="020B0604020202020204" pitchFamily="34" charset="0"/>
        <a:buChar char="•"/>
        <a:defRPr sz="1858" kern="1200">
          <a:solidFill>
            <a:schemeClr val="tx1"/>
          </a:solidFill>
          <a:latin typeface="+mn-lt"/>
          <a:ea typeface="+mn-ea"/>
          <a:cs typeface="+mn-cs"/>
        </a:defRPr>
      </a:lvl3pPr>
      <a:lvl4pPr marL="1486906" indent="-212415" algn="l" defTabSz="849660" rtl="0" eaLnBrk="1" latinLnBrk="0" hangingPunct="1">
        <a:lnSpc>
          <a:spcPct val="90000"/>
        </a:lnSpc>
        <a:spcBef>
          <a:spcPts val="465"/>
        </a:spcBef>
        <a:buFont typeface="Arial" panose="020B0604020202020204" pitchFamily="34" charset="0"/>
        <a:buChar char="•"/>
        <a:defRPr sz="1673" kern="1200">
          <a:solidFill>
            <a:schemeClr val="tx1"/>
          </a:solidFill>
          <a:latin typeface="+mn-lt"/>
          <a:ea typeface="+mn-ea"/>
          <a:cs typeface="+mn-cs"/>
        </a:defRPr>
      </a:lvl4pPr>
      <a:lvl5pPr marL="1911736" indent="-212415" algn="l" defTabSz="849660" rtl="0" eaLnBrk="1" latinLnBrk="0" hangingPunct="1">
        <a:lnSpc>
          <a:spcPct val="90000"/>
        </a:lnSpc>
        <a:spcBef>
          <a:spcPts val="465"/>
        </a:spcBef>
        <a:buFont typeface="Arial" panose="020B0604020202020204" pitchFamily="34" charset="0"/>
        <a:buChar char="•"/>
        <a:defRPr sz="1673" kern="1200">
          <a:solidFill>
            <a:schemeClr val="tx1"/>
          </a:solidFill>
          <a:latin typeface="+mn-lt"/>
          <a:ea typeface="+mn-ea"/>
          <a:cs typeface="+mn-cs"/>
        </a:defRPr>
      </a:lvl5pPr>
      <a:lvl6pPr marL="2336566" indent="-212415" algn="l" defTabSz="849660" rtl="0" eaLnBrk="1" latinLnBrk="0" hangingPunct="1">
        <a:lnSpc>
          <a:spcPct val="90000"/>
        </a:lnSpc>
        <a:spcBef>
          <a:spcPts val="465"/>
        </a:spcBef>
        <a:buFont typeface="Arial" panose="020B0604020202020204" pitchFamily="34" charset="0"/>
        <a:buChar char="•"/>
        <a:defRPr sz="1673" kern="1200">
          <a:solidFill>
            <a:schemeClr val="tx1"/>
          </a:solidFill>
          <a:latin typeface="+mn-lt"/>
          <a:ea typeface="+mn-ea"/>
          <a:cs typeface="+mn-cs"/>
        </a:defRPr>
      </a:lvl6pPr>
      <a:lvl7pPr marL="2761397" indent="-212415" algn="l" defTabSz="849660" rtl="0" eaLnBrk="1" latinLnBrk="0" hangingPunct="1">
        <a:lnSpc>
          <a:spcPct val="90000"/>
        </a:lnSpc>
        <a:spcBef>
          <a:spcPts val="465"/>
        </a:spcBef>
        <a:buFont typeface="Arial" panose="020B0604020202020204" pitchFamily="34" charset="0"/>
        <a:buChar char="•"/>
        <a:defRPr sz="1673" kern="1200">
          <a:solidFill>
            <a:schemeClr val="tx1"/>
          </a:solidFill>
          <a:latin typeface="+mn-lt"/>
          <a:ea typeface="+mn-ea"/>
          <a:cs typeface="+mn-cs"/>
        </a:defRPr>
      </a:lvl7pPr>
      <a:lvl8pPr marL="3186227" indent="-212415" algn="l" defTabSz="849660" rtl="0" eaLnBrk="1" latinLnBrk="0" hangingPunct="1">
        <a:lnSpc>
          <a:spcPct val="90000"/>
        </a:lnSpc>
        <a:spcBef>
          <a:spcPts val="465"/>
        </a:spcBef>
        <a:buFont typeface="Arial" panose="020B0604020202020204" pitchFamily="34" charset="0"/>
        <a:buChar char="•"/>
        <a:defRPr sz="1673" kern="1200">
          <a:solidFill>
            <a:schemeClr val="tx1"/>
          </a:solidFill>
          <a:latin typeface="+mn-lt"/>
          <a:ea typeface="+mn-ea"/>
          <a:cs typeface="+mn-cs"/>
        </a:defRPr>
      </a:lvl8pPr>
      <a:lvl9pPr marL="3611057" indent="-212415" algn="l" defTabSz="849660" rtl="0" eaLnBrk="1" latinLnBrk="0" hangingPunct="1">
        <a:lnSpc>
          <a:spcPct val="90000"/>
        </a:lnSpc>
        <a:spcBef>
          <a:spcPts val="465"/>
        </a:spcBef>
        <a:buFont typeface="Arial" panose="020B0604020202020204" pitchFamily="34" charset="0"/>
        <a:buChar char="•"/>
        <a:defRPr sz="167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49660" rtl="0" eaLnBrk="1" latinLnBrk="0" hangingPunct="1">
        <a:defRPr sz="1673" kern="1200">
          <a:solidFill>
            <a:schemeClr val="tx1"/>
          </a:solidFill>
          <a:latin typeface="+mn-lt"/>
          <a:ea typeface="+mn-ea"/>
          <a:cs typeface="+mn-cs"/>
        </a:defRPr>
      </a:lvl1pPr>
      <a:lvl2pPr marL="424830" algn="l" defTabSz="849660" rtl="0" eaLnBrk="1" latinLnBrk="0" hangingPunct="1">
        <a:defRPr sz="1673" kern="1200">
          <a:solidFill>
            <a:schemeClr val="tx1"/>
          </a:solidFill>
          <a:latin typeface="+mn-lt"/>
          <a:ea typeface="+mn-ea"/>
          <a:cs typeface="+mn-cs"/>
        </a:defRPr>
      </a:lvl2pPr>
      <a:lvl3pPr marL="849660" algn="l" defTabSz="849660" rtl="0" eaLnBrk="1" latinLnBrk="0" hangingPunct="1">
        <a:defRPr sz="1673" kern="1200">
          <a:solidFill>
            <a:schemeClr val="tx1"/>
          </a:solidFill>
          <a:latin typeface="+mn-lt"/>
          <a:ea typeface="+mn-ea"/>
          <a:cs typeface="+mn-cs"/>
        </a:defRPr>
      </a:lvl3pPr>
      <a:lvl4pPr marL="1274491" algn="l" defTabSz="849660" rtl="0" eaLnBrk="1" latinLnBrk="0" hangingPunct="1">
        <a:defRPr sz="1673" kern="1200">
          <a:solidFill>
            <a:schemeClr val="tx1"/>
          </a:solidFill>
          <a:latin typeface="+mn-lt"/>
          <a:ea typeface="+mn-ea"/>
          <a:cs typeface="+mn-cs"/>
        </a:defRPr>
      </a:lvl4pPr>
      <a:lvl5pPr marL="1699321" algn="l" defTabSz="849660" rtl="0" eaLnBrk="1" latinLnBrk="0" hangingPunct="1">
        <a:defRPr sz="1673" kern="1200">
          <a:solidFill>
            <a:schemeClr val="tx1"/>
          </a:solidFill>
          <a:latin typeface="+mn-lt"/>
          <a:ea typeface="+mn-ea"/>
          <a:cs typeface="+mn-cs"/>
        </a:defRPr>
      </a:lvl5pPr>
      <a:lvl6pPr marL="2124151" algn="l" defTabSz="849660" rtl="0" eaLnBrk="1" latinLnBrk="0" hangingPunct="1">
        <a:defRPr sz="1673" kern="1200">
          <a:solidFill>
            <a:schemeClr val="tx1"/>
          </a:solidFill>
          <a:latin typeface="+mn-lt"/>
          <a:ea typeface="+mn-ea"/>
          <a:cs typeface="+mn-cs"/>
        </a:defRPr>
      </a:lvl6pPr>
      <a:lvl7pPr marL="2548981" algn="l" defTabSz="849660" rtl="0" eaLnBrk="1" latinLnBrk="0" hangingPunct="1">
        <a:defRPr sz="1673" kern="1200">
          <a:solidFill>
            <a:schemeClr val="tx1"/>
          </a:solidFill>
          <a:latin typeface="+mn-lt"/>
          <a:ea typeface="+mn-ea"/>
          <a:cs typeface="+mn-cs"/>
        </a:defRPr>
      </a:lvl7pPr>
      <a:lvl8pPr marL="2973812" algn="l" defTabSz="849660" rtl="0" eaLnBrk="1" latinLnBrk="0" hangingPunct="1">
        <a:defRPr sz="1673" kern="1200">
          <a:solidFill>
            <a:schemeClr val="tx1"/>
          </a:solidFill>
          <a:latin typeface="+mn-lt"/>
          <a:ea typeface="+mn-ea"/>
          <a:cs typeface="+mn-cs"/>
        </a:defRPr>
      </a:lvl8pPr>
      <a:lvl9pPr marL="3398642" algn="l" defTabSz="849660" rtl="0" eaLnBrk="1" latinLnBrk="0" hangingPunct="1">
        <a:defRPr sz="167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82056-E32C-0F52-059E-9DE5A9FE3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28" name="Tabelle 127">
                <a:extLst>
                  <a:ext uri="{FF2B5EF4-FFF2-40B4-BE49-F238E27FC236}">
                    <a16:creationId xmlns:a16="http://schemas.microsoft.com/office/drawing/2014/main" id="{05C2890C-371D-7223-392A-E0F176EED4C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31155247"/>
                  </p:ext>
                </p:extLst>
              </p:nvPr>
            </p:nvGraphicFramePr>
            <p:xfrm>
              <a:off x="913110" y="674079"/>
              <a:ext cx="4536000" cy="2898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12000">
                      <a:extLst>
                        <a:ext uri="{9D8B030D-6E8A-4147-A177-3AD203B41FA5}">
                          <a16:colId xmlns:a16="http://schemas.microsoft.com/office/drawing/2014/main" val="2608480187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753834404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1332392455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2684235349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3788594237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660443349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3315053427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3848392705"/>
                        </a:ext>
                      </a:extLst>
                    </a:gridCol>
                  </a:tblGrid>
                  <a:tr h="414000"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oMath>
                            </m:oMathPara>
                          </a14:m>
                          <a:endParaRPr lang="de-DE" sz="2000" b="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992283216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127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4025773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marL="0" marR="0" lvl="0" indent="0" algn="ctr" defTabSz="72009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84966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44368992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27233137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27302244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marL="0" marR="0" lvl="0" indent="0" algn="ctr" defTabSz="72009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84966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362136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20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de-DE" sz="20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242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375570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28" name="Tabelle 127">
                <a:extLst>
                  <a:ext uri="{FF2B5EF4-FFF2-40B4-BE49-F238E27FC236}">
                    <a16:creationId xmlns:a16="http://schemas.microsoft.com/office/drawing/2014/main" id="{05C2890C-371D-7223-392A-E0F176EED4C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31155247"/>
                  </p:ext>
                </p:extLst>
              </p:nvPr>
            </p:nvGraphicFramePr>
            <p:xfrm>
              <a:off x="913110" y="674079"/>
              <a:ext cx="4536000" cy="2898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12000">
                      <a:extLst>
                        <a:ext uri="{9D8B030D-6E8A-4147-A177-3AD203B41FA5}">
                          <a16:colId xmlns:a16="http://schemas.microsoft.com/office/drawing/2014/main" val="2608480187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753834404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1332392455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2684235349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3788594237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660443349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3315053427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3848392705"/>
                        </a:ext>
                      </a:extLst>
                    </a:gridCol>
                  </a:tblGrid>
                  <a:tr h="414000">
                    <a:tc>
                      <a:txBody>
                        <a:bodyPr/>
                        <a:lstStyle/>
                        <a:p>
                          <a:pPr algn="ctr"/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1000" t="-4412" r="-545000" b="-6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99010" t="-4412" r="-439604" b="-6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73000" t="-4412" r="-273000" b="-6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68317" t="-4412" r="-170297" b="-6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637624" t="-4412" r="-990" b="-6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2283216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104412" r="-638614" b="-5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127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4025773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204412" r="-638614" b="-4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000" t="-204412" r="-545000" b="-4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99010" t="-204412" r="-439604" b="-4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73000" t="-204412" r="-273000" b="-4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68317" t="-204412" r="-170297" b="-4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37624" t="-204412" r="-990" b="-4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44368992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304412" r="-638614" b="-3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27233137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404412" r="-638614" b="-2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27302244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504412" r="-638614" b="-1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000" t="-504412" r="-545000" b="-1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99010" t="-504412" r="-439604" b="-1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73000" t="-504412" r="-273000" b="-1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68317" t="-504412" r="-170297" b="-1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37624" t="-504412" r="-990" b="-1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362136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604412" r="-638614" b="-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242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375570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29" name="Tabelle 128">
                <a:extLst>
                  <a:ext uri="{FF2B5EF4-FFF2-40B4-BE49-F238E27FC236}">
                    <a16:creationId xmlns:a16="http://schemas.microsoft.com/office/drawing/2014/main" id="{56312326-7148-BE8C-2732-AF9BD3D97EE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01940415"/>
                  </p:ext>
                </p:extLst>
              </p:nvPr>
            </p:nvGraphicFramePr>
            <p:xfrm>
              <a:off x="911935" y="3816035"/>
              <a:ext cx="4536000" cy="24484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12000">
                      <a:extLst>
                        <a:ext uri="{9D8B030D-6E8A-4147-A177-3AD203B41FA5}">
                          <a16:colId xmlns:a16="http://schemas.microsoft.com/office/drawing/2014/main" val="2608480187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753834404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2503415780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2906188155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3788594237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1423201059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1509302849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3848392705"/>
                        </a:ext>
                      </a:extLst>
                    </a:gridCol>
                  </a:tblGrid>
                  <a:tr h="396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sz="2000" b="0" i="1" spc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2000" b="0" i="1" spc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de-DE" sz="2000" b="0" i="1" spc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en-US" sz="2000" b="0" spc="0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de-DE" sz="2000" b="0" i="1" spc="0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4025773"/>
                      </a:ext>
                    </a:extLst>
                  </a:tr>
                  <a:tr h="396000">
                    <a:tc>
                      <a:txBody>
                        <a:bodyPr/>
                        <a:lstStyle/>
                        <a:p>
                          <a:pPr marL="0" marR="0" lvl="0" indent="0" algn="ctr" defTabSz="84966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sz="2000" b="0" i="1" spc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2000" b="0" i="1" spc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de-DE" sz="2000" b="0" i="1" spc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en-US" sz="2000" b="0" spc="0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de-DE" sz="2000" b="0" i="1" spc="0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56904942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84966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8877184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37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362136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marL="0" marR="0" lvl="0" indent="0" algn="ctr" defTabSz="72009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84966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0161794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n-US" sz="2000" b="0" dirty="0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375570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29" name="Tabelle 128">
                <a:extLst>
                  <a:ext uri="{FF2B5EF4-FFF2-40B4-BE49-F238E27FC236}">
                    <a16:creationId xmlns:a16="http://schemas.microsoft.com/office/drawing/2014/main" id="{56312326-7148-BE8C-2732-AF9BD3D97EE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01940415"/>
                  </p:ext>
                </p:extLst>
              </p:nvPr>
            </p:nvGraphicFramePr>
            <p:xfrm>
              <a:off x="911935" y="3816035"/>
              <a:ext cx="4536000" cy="24484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12000">
                      <a:extLst>
                        <a:ext uri="{9D8B030D-6E8A-4147-A177-3AD203B41FA5}">
                          <a16:colId xmlns:a16="http://schemas.microsoft.com/office/drawing/2014/main" val="2608480187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753834404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2503415780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2906188155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3788594237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1423201059"/>
                        </a:ext>
                      </a:extLst>
                    </a:gridCol>
                    <a:gridCol w="432000">
                      <a:extLst>
                        <a:ext uri="{9D8B030D-6E8A-4147-A177-3AD203B41FA5}">
                          <a16:colId xmlns:a16="http://schemas.microsoft.com/office/drawing/2014/main" val="1509302849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3848392705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7692" r="-638614" b="-54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664025773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107692" r="-638614" b="-4446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56904942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195652" r="-638614" b="-3188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000" t="-195652" r="-545000" b="-3188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99010" t="-195652" r="-439604" b="-3188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73000" t="-195652" r="-273000" b="-3188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68317" t="-195652" r="-170297" b="-3188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37624" t="-195652" r="-990" b="-3188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68877184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300000" r="-638614" b="-2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37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5362136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400000" r="-638614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000" t="-400000" r="-545000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99010" t="-400000" r="-439604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73000" t="-400000" r="-273000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68317" t="-400000" r="-170297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37624" t="-400000" r="-990" b="-1235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0161794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t="-500000" r="-638614" b="-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14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…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37557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30" name="Textfeld 129">
            <a:extLst>
              <a:ext uri="{FF2B5EF4-FFF2-40B4-BE49-F238E27FC236}">
                <a16:creationId xmlns:a16="http://schemas.microsoft.com/office/drawing/2014/main" id="{88637761-15A6-E3BC-600A-A48F8D491E7A}"/>
              </a:ext>
            </a:extLst>
          </p:cNvPr>
          <p:cNvSpPr txBox="1"/>
          <p:nvPr/>
        </p:nvSpPr>
        <p:spPr>
          <a:xfrm rot="16200000">
            <a:off x="-343786" y="2114896"/>
            <a:ext cx="112216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b="1" dirty="0">
                <a:solidFill>
                  <a:schemeClr val="accent1">
                    <a:lumMod val="75000"/>
                  </a:schemeClr>
                </a:solidFill>
              </a:rPr>
              <a:t>Group 1</a:t>
            </a:r>
          </a:p>
        </p:txBody>
      </p:sp>
      <p:sp>
        <p:nvSpPr>
          <p:cNvPr id="131" name="Textfeld 130">
            <a:extLst>
              <a:ext uri="{FF2B5EF4-FFF2-40B4-BE49-F238E27FC236}">
                <a16:creationId xmlns:a16="http://schemas.microsoft.com/office/drawing/2014/main" id="{4E0D6BDB-7AF9-E6D4-EFA5-5453318B5D65}"/>
              </a:ext>
            </a:extLst>
          </p:cNvPr>
          <p:cNvSpPr txBox="1"/>
          <p:nvPr/>
        </p:nvSpPr>
        <p:spPr>
          <a:xfrm rot="16200000">
            <a:off x="-343787" y="4625375"/>
            <a:ext cx="112216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b="1" dirty="0">
                <a:solidFill>
                  <a:schemeClr val="accent6">
                    <a:lumMod val="75000"/>
                  </a:schemeClr>
                </a:solidFill>
              </a:rPr>
              <a:t>Group 2</a:t>
            </a:r>
          </a:p>
        </p:txBody>
      </p:sp>
      <p:sp>
        <p:nvSpPr>
          <p:cNvPr id="132" name="Geschweifte Klammer links 131">
            <a:extLst>
              <a:ext uri="{FF2B5EF4-FFF2-40B4-BE49-F238E27FC236}">
                <a16:creationId xmlns:a16="http://schemas.microsoft.com/office/drawing/2014/main" id="{9BA00417-A420-7F71-004F-A93965163415}"/>
              </a:ext>
            </a:extLst>
          </p:cNvPr>
          <p:cNvSpPr/>
          <p:nvPr/>
        </p:nvSpPr>
        <p:spPr>
          <a:xfrm>
            <a:off x="382327" y="1088075"/>
            <a:ext cx="118872" cy="2484004"/>
          </a:xfrm>
          <a:prstGeom prst="leftBrace">
            <a:avLst>
              <a:gd name="adj1" fmla="val 38058"/>
              <a:gd name="adj2" fmla="val 50000"/>
            </a:avLst>
          </a:prstGeom>
          <a:ln w="158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Geschweifte Klammer links 132">
            <a:extLst>
              <a:ext uri="{FF2B5EF4-FFF2-40B4-BE49-F238E27FC236}">
                <a16:creationId xmlns:a16="http://schemas.microsoft.com/office/drawing/2014/main" id="{C566DD4A-457F-C90A-2698-0DE654EC95C1}"/>
              </a:ext>
            </a:extLst>
          </p:cNvPr>
          <p:cNvSpPr/>
          <p:nvPr/>
        </p:nvSpPr>
        <p:spPr>
          <a:xfrm>
            <a:off x="382327" y="3817248"/>
            <a:ext cx="118872" cy="2051027"/>
          </a:xfrm>
          <a:prstGeom prst="leftBrace">
            <a:avLst>
              <a:gd name="adj1" fmla="val 38058"/>
              <a:gd name="adj2" fmla="val 50000"/>
            </a:avLst>
          </a:prstGeom>
          <a:ln w="158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Textfeld 133">
            <a:extLst>
              <a:ext uri="{FF2B5EF4-FFF2-40B4-BE49-F238E27FC236}">
                <a16:creationId xmlns:a16="http://schemas.microsoft.com/office/drawing/2014/main" id="{E85D8C81-A2AE-6214-30E2-93B043C7450F}"/>
              </a:ext>
            </a:extLst>
          </p:cNvPr>
          <p:cNvSpPr txBox="1"/>
          <p:nvPr/>
        </p:nvSpPr>
        <p:spPr>
          <a:xfrm>
            <a:off x="1517024" y="8280"/>
            <a:ext cx="392684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/>
              <a:t>Aggregated count matrix</a:t>
            </a:r>
          </a:p>
        </p:txBody>
      </p:sp>
      <p:sp>
        <p:nvSpPr>
          <p:cNvPr id="135" name="Textfeld 134">
            <a:extLst>
              <a:ext uri="{FF2B5EF4-FFF2-40B4-BE49-F238E27FC236}">
                <a16:creationId xmlns:a16="http://schemas.microsoft.com/office/drawing/2014/main" id="{9995F235-B985-30AC-8EDB-57990D3C8B27}"/>
              </a:ext>
            </a:extLst>
          </p:cNvPr>
          <p:cNvSpPr txBox="1"/>
          <p:nvPr/>
        </p:nvSpPr>
        <p:spPr>
          <a:xfrm rot="16200000">
            <a:off x="-600181" y="2134188"/>
            <a:ext cx="24756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Samples</a:t>
            </a:r>
          </a:p>
        </p:txBody>
      </p:sp>
      <p:sp>
        <p:nvSpPr>
          <p:cNvPr id="136" name="Textfeld 135">
            <a:extLst>
              <a:ext uri="{FF2B5EF4-FFF2-40B4-BE49-F238E27FC236}">
                <a16:creationId xmlns:a16="http://schemas.microsoft.com/office/drawing/2014/main" id="{D078FC73-B0D6-C76A-048B-FB2D4C1DD8D0}"/>
              </a:ext>
            </a:extLst>
          </p:cNvPr>
          <p:cNvSpPr txBox="1"/>
          <p:nvPr/>
        </p:nvSpPr>
        <p:spPr>
          <a:xfrm rot="16200000">
            <a:off x="-579406" y="4841100"/>
            <a:ext cx="24467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Samples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37" name="Tabelle 136">
                <a:extLst>
                  <a:ext uri="{FF2B5EF4-FFF2-40B4-BE49-F238E27FC236}">
                    <a16:creationId xmlns:a16="http://schemas.microsoft.com/office/drawing/2014/main" id="{3D1B50AA-9DD9-8BE5-60AF-4C776C0CE23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3290440"/>
                  </p:ext>
                </p:extLst>
              </p:nvPr>
            </p:nvGraphicFramePr>
            <p:xfrm>
              <a:off x="5977925" y="668145"/>
              <a:ext cx="1836000" cy="2898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12000">
                      <a:extLst>
                        <a:ext uri="{9D8B030D-6E8A-4147-A177-3AD203B41FA5}">
                          <a16:colId xmlns:a16="http://schemas.microsoft.com/office/drawing/2014/main" val="3559879621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4097615584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3052845429"/>
                        </a:ext>
                      </a:extLst>
                    </a:gridCol>
                  </a:tblGrid>
                  <a:tr h="41400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2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de-DE" sz="20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2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de-DE" sz="20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e-DE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de-DE" sz="2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de-DE" sz="20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536068588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5.1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48507333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59112723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1.2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2.2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41428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3.0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67600522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1736663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1.5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1680283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37" name="Tabelle 136">
                <a:extLst>
                  <a:ext uri="{FF2B5EF4-FFF2-40B4-BE49-F238E27FC236}">
                    <a16:creationId xmlns:a16="http://schemas.microsoft.com/office/drawing/2014/main" id="{3D1B50AA-9DD9-8BE5-60AF-4C776C0CE23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3290440"/>
                  </p:ext>
                </p:extLst>
              </p:nvPr>
            </p:nvGraphicFramePr>
            <p:xfrm>
              <a:off x="5977925" y="668145"/>
              <a:ext cx="1836000" cy="28980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12000">
                      <a:extLst>
                        <a:ext uri="{9D8B030D-6E8A-4147-A177-3AD203B41FA5}">
                          <a16:colId xmlns:a16="http://schemas.microsoft.com/office/drawing/2014/main" val="3559879621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4097615584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3052845429"/>
                        </a:ext>
                      </a:extLst>
                    </a:gridCol>
                  </a:tblGrid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r="-200000" b="-6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01000" r="-102000" b="-6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99010" r="-990" b="-6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36068588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5.1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48507333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200000" r="-200000" b="-4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1000" t="-200000" r="-102000" b="-4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99010" t="-200000" r="-990" b="-4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59112723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1.2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2.2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41428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3.0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67600522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t="-500000" r="-200000" b="-1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1000" t="-500000" r="-102000" b="-1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99010" t="-500000" r="-990" b="-12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1736663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1.5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2F1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1680283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39" name="Tabelle 138">
                <a:extLst>
                  <a:ext uri="{FF2B5EF4-FFF2-40B4-BE49-F238E27FC236}">
                    <a16:creationId xmlns:a16="http://schemas.microsoft.com/office/drawing/2014/main" id="{B40A1D4A-5010-208E-F1E2-52906193DE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71735660"/>
                  </p:ext>
                </p:extLst>
              </p:nvPr>
            </p:nvGraphicFramePr>
            <p:xfrm>
              <a:off x="5977925" y="3816035"/>
              <a:ext cx="1836000" cy="24484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12000">
                      <a:extLst>
                        <a:ext uri="{9D8B030D-6E8A-4147-A177-3AD203B41FA5}">
                          <a16:colId xmlns:a16="http://schemas.microsoft.com/office/drawing/2014/main" val="981746092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2632414542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927760763"/>
                        </a:ext>
                      </a:extLst>
                    </a:gridCol>
                  </a:tblGrid>
                  <a:tr h="396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2.9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74391326"/>
                      </a:ext>
                    </a:extLst>
                  </a:tr>
                  <a:tr h="396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1.1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1.3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4487085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22620496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75975791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e-DE" sz="2000" b="0" i="1" smtClean="0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en-US" sz="2000" dirty="0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6544293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1.5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2.7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1160636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39" name="Tabelle 138">
                <a:extLst>
                  <a:ext uri="{FF2B5EF4-FFF2-40B4-BE49-F238E27FC236}">
                    <a16:creationId xmlns:a16="http://schemas.microsoft.com/office/drawing/2014/main" id="{B40A1D4A-5010-208E-F1E2-52906193DEB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71735660"/>
                  </p:ext>
                </p:extLst>
              </p:nvPr>
            </p:nvGraphicFramePr>
            <p:xfrm>
              <a:off x="5977925" y="3816035"/>
              <a:ext cx="1836000" cy="24484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612000">
                      <a:extLst>
                        <a:ext uri="{9D8B030D-6E8A-4147-A177-3AD203B41FA5}">
                          <a16:colId xmlns:a16="http://schemas.microsoft.com/office/drawing/2014/main" val="981746092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2632414542"/>
                        </a:ext>
                      </a:extLst>
                    </a:gridCol>
                    <a:gridCol w="612000">
                      <a:extLst>
                        <a:ext uri="{9D8B030D-6E8A-4147-A177-3AD203B41FA5}">
                          <a16:colId xmlns:a16="http://schemas.microsoft.com/office/drawing/2014/main" val="927760763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0.6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2.9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74391326"/>
                      </a:ext>
                    </a:extLst>
                  </a:tr>
                  <a:tr h="3962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1.1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1.3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4487085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t="-195652" r="-200000" b="-3188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1000" t="-195652" r="-102000" b="-31884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99010" t="-195652" r="-990" b="-31884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22620496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0.8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75975791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t="-400000" r="-200000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1000" t="-400000" r="-102000" b="-12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99010" t="-400000" r="-990" b="-1235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6544293"/>
                      </a:ext>
                    </a:extLst>
                  </a:tr>
                  <a:tr h="4140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1.5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dirty="0"/>
                            <a:t>2.7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2FAF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1160636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41" name="Textfeld 140">
            <a:extLst>
              <a:ext uri="{FF2B5EF4-FFF2-40B4-BE49-F238E27FC236}">
                <a16:creationId xmlns:a16="http://schemas.microsoft.com/office/drawing/2014/main" id="{8F270011-6B9C-2E75-99A0-F4329578C013}"/>
              </a:ext>
            </a:extLst>
          </p:cNvPr>
          <p:cNvSpPr txBox="1"/>
          <p:nvPr/>
        </p:nvSpPr>
        <p:spPr>
          <a:xfrm>
            <a:off x="5977924" y="133"/>
            <a:ext cx="1836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/>
              <a:t>Covariates</a:t>
            </a:r>
          </a:p>
        </p:txBody>
      </p:sp>
      <p:sp>
        <p:nvSpPr>
          <p:cNvPr id="150" name="Textfeld 149">
            <a:extLst>
              <a:ext uri="{FF2B5EF4-FFF2-40B4-BE49-F238E27FC236}">
                <a16:creationId xmlns:a16="http://schemas.microsoft.com/office/drawing/2014/main" id="{11D7605A-CD6B-2431-0462-3F4D5E99904F}"/>
              </a:ext>
            </a:extLst>
          </p:cNvPr>
          <p:cNvSpPr txBox="1"/>
          <p:nvPr/>
        </p:nvSpPr>
        <p:spPr>
          <a:xfrm>
            <a:off x="1673494" y="402365"/>
            <a:ext cx="39227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Genera</a:t>
            </a:r>
          </a:p>
        </p:txBody>
      </p:sp>
      <p:sp>
        <p:nvSpPr>
          <p:cNvPr id="151" name="Textfeld 150">
            <a:extLst>
              <a:ext uri="{FF2B5EF4-FFF2-40B4-BE49-F238E27FC236}">
                <a16:creationId xmlns:a16="http://schemas.microsoft.com/office/drawing/2014/main" id="{EE42BB77-0E68-FC5E-701C-A3EF063C22FD}"/>
              </a:ext>
            </a:extLst>
          </p:cNvPr>
          <p:cNvSpPr txBox="1"/>
          <p:nvPr/>
        </p:nvSpPr>
        <p:spPr>
          <a:xfrm>
            <a:off x="9700035" y="0"/>
            <a:ext cx="293458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/>
              <a:t>Model coefficients </a:t>
            </a:r>
          </a:p>
          <a:p>
            <a:pPr algn="ctr"/>
            <a:r>
              <a:rPr lang="en-US" sz="2200" dirty="0"/>
              <a:t>(with 95% CI)</a:t>
            </a:r>
          </a:p>
        </p:txBody>
      </p:sp>
      <p:sp>
        <p:nvSpPr>
          <p:cNvPr id="152" name="Textfeld 151">
            <a:extLst>
              <a:ext uri="{FF2B5EF4-FFF2-40B4-BE49-F238E27FC236}">
                <a16:creationId xmlns:a16="http://schemas.microsoft.com/office/drawing/2014/main" id="{9EC8128E-9FD7-E72D-F6F6-E4024E768C87}"/>
              </a:ext>
            </a:extLst>
          </p:cNvPr>
          <p:cNvSpPr txBox="1"/>
          <p:nvPr/>
        </p:nvSpPr>
        <p:spPr>
          <a:xfrm>
            <a:off x="5501087" y="3349613"/>
            <a:ext cx="43954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/>
              <a:t>+</a:t>
            </a:r>
          </a:p>
        </p:txBody>
      </p:sp>
      <p:sp>
        <p:nvSpPr>
          <p:cNvPr id="153" name="Textfeld 152">
            <a:extLst>
              <a:ext uri="{FF2B5EF4-FFF2-40B4-BE49-F238E27FC236}">
                <a16:creationId xmlns:a16="http://schemas.microsoft.com/office/drawing/2014/main" id="{A05D3A15-886D-861D-3DAE-1B059C2E7941}"/>
              </a:ext>
            </a:extLst>
          </p:cNvPr>
          <p:cNvSpPr txBox="1"/>
          <p:nvPr/>
        </p:nvSpPr>
        <p:spPr>
          <a:xfrm>
            <a:off x="7947544" y="3198114"/>
            <a:ext cx="1694695" cy="4715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2200" dirty="0"/>
              <a:t>Model-based</a:t>
            </a:r>
          </a:p>
        </p:txBody>
      </p:sp>
      <p:cxnSp>
        <p:nvCxnSpPr>
          <p:cNvPr id="154" name="Gerade Verbindung mit Pfeil 153">
            <a:extLst>
              <a:ext uri="{FF2B5EF4-FFF2-40B4-BE49-F238E27FC236}">
                <a16:creationId xmlns:a16="http://schemas.microsoft.com/office/drawing/2014/main" id="{E6875EF1-1AED-1FB4-DB22-13F6D2E834FC}"/>
              </a:ext>
            </a:extLst>
          </p:cNvPr>
          <p:cNvCxnSpPr>
            <a:cxnSpLocks/>
          </p:cNvCxnSpPr>
          <p:nvPr/>
        </p:nvCxnSpPr>
        <p:spPr>
          <a:xfrm flipV="1">
            <a:off x="7947544" y="3690241"/>
            <a:ext cx="1795896" cy="2702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5" name="Gruppieren 154">
            <a:extLst>
              <a:ext uri="{FF2B5EF4-FFF2-40B4-BE49-F238E27FC236}">
                <a16:creationId xmlns:a16="http://schemas.microsoft.com/office/drawing/2014/main" id="{09CECAA8-0ADD-B699-12A3-3FC0DBE565ED}"/>
              </a:ext>
            </a:extLst>
          </p:cNvPr>
          <p:cNvGrpSpPr/>
          <p:nvPr/>
        </p:nvGrpSpPr>
        <p:grpSpPr>
          <a:xfrm>
            <a:off x="9798356" y="1060948"/>
            <a:ext cx="2674217" cy="3120843"/>
            <a:chOff x="9696756" y="1060948"/>
            <a:chExt cx="2674217" cy="3120843"/>
          </a:xfrm>
        </p:grpSpPr>
        <p:cxnSp>
          <p:nvCxnSpPr>
            <p:cNvPr id="156" name="Gerader Verbinder 155">
              <a:extLst>
                <a:ext uri="{FF2B5EF4-FFF2-40B4-BE49-F238E27FC236}">
                  <a16:creationId xmlns:a16="http://schemas.microsoft.com/office/drawing/2014/main" id="{22EC6627-53A2-2B85-64D5-E7630E86541E}"/>
                </a:ext>
              </a:extLst>
            </p:cNvPr>
            <p:cNvCxnSpPr/>
            <p:nvPr/>
          </p:nvCxnSpPr>
          <p:spPr>
            <a:xfrm>
              <a:off x="10715908" y="1060948"/>
              <a:ext cx="0" cy="2393499"/>
            </a:xfrm>
            <a:prstGeom prst="line">
              <a:avLst/>
            </a:prstGeom>
            <a:ln w="28575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Gerader Verbinder 156">
              <a:extLst>
                <a:ext uri="{FF2B5EF4-FFF2-40B4-BE49-F238E27FC236}">
                  <a16:creationId xmlns:a16="http://schemas.microsoft.com/office/drawing/2014/main" id="{29ED47CA-589B-34E0-B6AA-D3BB2A905D4F}"/>
                </a:ext>
              </a:extLst>
            </p:cNvPr>
            <p:cNvCxnSpPr>
              <a:cxnSpLocks/>
            </p:cNvCxnSpPr>
            <p:nvPr/>
          </p:nvCxnSpPr>
          <p:spPr>
            <a:xfrm>
              <a:off x="10073180" y="3377269"/>
              <a:ext cx="1916320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Gerader Verbinder 157">
              <a:extLst>
                <a:ext uri="{FF2B5EF4-FFF2-40B4-BE49-F238E27FC236}">
                  <a16:creationId xmlns:a16="http://schemas.microsoft.com/office/drawing/2014/main" id="{8D322C75-408A-F286-D464-1C681E327F5C}"/>
                </a:ext>
              </a:extLst>
            </p:cNvPr>
            <p:cNvCxnSpPr>
              <a:cxnSpLocks/>
            </p:cNvCxnSpPr>
            <p:nvPr/>
          </p:nvCxnSpPr>
          <p:spPr>
            <a:xfrm>
              <a:off x="10166029" y="3377269"/>
              <a:ext cx="0" cy="10073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Gerader Verbinder 158">
              <a:extLst>
                <a:ext uri="{FF2B5EF4-FFF2-40B4-BE49-F238E27FC236}">
                  <a16:creationId xmlns:a16="http://schemas.microsoft.com/office/drawing/2014/main" id="{AED6C9B5-E7FD-4BC0-B2B1-86DA6F5BFB6C}"/>
                </a:ext>
              </a:extLst>
            </p:cNvPr>
            <p:cNvCxnSpPr/>
            <p:nvPr/>
          </p:nvCxnSpPr>
          <p:spPr>
            <a:xfrm>
              <a:off x="10715908" y="3377269"/>
              <a:ext cx="0" cy="10073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Gerader Verbinder 159">
              <a:extLst>
                <a:ext uri="{FF2B5EF4-FFF2-40B4-BE49-F238E27FC236}">
                  <a16:creationId xmlns:a16="http://schemas.microsoft.com/office/drawing/2014/main" id="{C5621B52-7E89-E2E4-DD36-DF0EA7F4DE4B}"/>
                </a:ext>
              </a:extLst>
            </p:cNvPr>
            <p:cNvCxnSpPr/>
            <p:nvPr/>
          </p:nvCxnSpPr>
          <p:spPr>
            <a:xfrm>
              <a:off x="11275978" y="3377269"/>
              <a:ext cx="0" cy="10073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Gerader Verbinder 160">
              <a:extLst>
                <a:ext uri="{FF2B5EF4-FFF2-40B4-BE49-F238E27FC236}">
                  <a16:creationId xmlns:a16="http://schemas.microsoft.com/office/drawing/2014/main" id="{428592DF-C37A-A89C-D33C-BA438B550FEE}"/>
                </a:ext>
              </a:extLst>
            </p:cNvPr>
            <p:cNvCxnSpPr/>
            <p:nvPr/>
          </p:nvCxnSpPr>
          <p:spPr>
            <a:xfrm>
              <a:off x="11836048" y="3377269"/>
              <a:ext cx="0" cy="100739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2" name="Textfeld 161">
              <a:extLst>
                <a:ext uri="{FF2B5EF4-FFF2-40B4-BE49-F238E27FC236}">
                  <a16:creationId xmlns:a16="http://schemas.microsoft.com/office/drawing/2014/main" id="{45F96C64-9178-77DA-EFE6-73C60CA123CC}"/>
                </a:ext>
              </a:extLst>
            </p:cNvPr>
            <p:cNvSpPr txBox="1"/>
            <p:nvPr/>
          </p:nvSpPr>
          <p:spPr>
            <a:xfrm>
              <a:off x="9945563" y="3456454"/>
              <a:ext cx="413896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-1</a:t>
              </a:r>
            </a:p>
          </p:txBody>
        </p:sp>
        <p:sp>
          <p:nvSpPr>
            <p:cNvPr id="167" name="Textfeld 166">
              <a:extLst>
                <a:ext uri="{FF2B5EF4-FFF2-40B4-BE49-F238E27FC236}">
                  <a16:creationId xmlns:a16="http://schemas.microsoft.com/office/drawing/2014/main" id="{7D0EB7DB-2FBF-65EC-5CCE-4D8CC922B66D}"/>
                </a:ext>
              </a:extLst>
            </p:cNvPr>
            <p:cNvSpPr txBox="1"/>
            <p:nvPr/>
          </p:nvSpPr>
          <p:spPr>
            <a:xfrm>
              <a:off x="10550475" y="3456454"/>
              <a:ext cx="32733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0</a:t>
              </a:r>
            </a:p>
          </p:txBody>
        </p:sp>
        <p:sp>
          <p:nvSpPr>
            <p:cNvPr id="168" name="Textfeld 167">
              <a:extLst>
                <a:ext uri="{FF2B5EF4-FFF2-40B4-BE49-F238E27FC236}">
                  <a16:creationId xmlns:a16="http://schemas.microsoft.com/office/drawing/2014/main" id="{5F2D7893-7EE1-E6BB-27BF-982448787F5E}"/>
                </a:ext>
              </a:extLst>
            </p:cNvPr>
            <p:cNvSpPr txBox="1"/>
            <p:nvPr/>
          </p:nvSpPr>
          <p:spPr>
            <a:xfrm>
              <a:off x="11112795" y="3437550"/>
              <a:ext cx="32733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1</a:t>
              </a:r>
            </a:p>
          </p:txBody>
        </p:sp>
        <p:sp>
          <p:nvSpPr>
            <p:cNvPr id="189" name="Textfeld 188">
              <a:extLst>
                <a:ext uri="{FF2B5EF4-FFF2-40B4-BE49-F238E27FC236}">
                  <a16:creationId xmlns:a16="http://schemas.microsoft.com/office/drawing/2014/main" id="{99B60D59-9D3A-642C-BEEE-39C0D5EA4BCA}"/>
                </a:ext>
              </a:extLst>
            </p:cNvPr>
            <p:cNvSpPr txBox="1"/>
            <p:nvPr/>
          </p:nvSpPr>
          <p:spPr>
            <a:xfrm>
              <a:off x="11677654" y="3437550"/>
              <a:ext cx="32733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/>
                <a:t>2</a:t>
              </a:r>
            </a:p>
          </p:txBody>
        </p:sp>
        <p:grpSp>
          <p:nvGrpSpPr>
            <p:cNvPr id="190" name="Gruppieren 189">
              <a:extLst>
                <a:ext uri="{FF2B5EF4-FFF2-40B4-BE49-F238E27FC236}">
                  <a16:creationId xmlns:a16="http://schemas.microsoft.com/office/drawing/2014/main" id="{58BCB985-40E3-D582-A8F1-659338EF34F3}"/>
                </a:ext>
              </a:extLst>
            </p:cNvPr>
            <p:cNvGrpSpPr/>
            <p:nvPr/>
          </p:nvGrpSpPr>
          <p:grpSpPr>
            <a:xfrm>
              <a:off x="10445299" y="1476095"/>
              <a:ext cx="1457860" cy="144000"/>
              <a:chOff x="10678894" y="3153436"/>
              <a:chExt cx="1457860" cy="144000"/>
            </a:xfrm>
          </p:grpSpPr>
          <p:grpSp>
            <p:nvGrpSpPr>
              <p:cNvPr id="212" name="Gruppieren 211">
                <a:extLst>
                  <a:ext uri="{FF2B5EF4-FFF2-40B4-BE49-F238E27FC236}">
                    <a16:creationId xmlns:a16="http://schemas.microsoft.com/office/drawing/2014/main" id="{8BF09BEE-8AB2-8DF0-DC19-895217BC1EB6}"/>
                  </a:ext>
                </a:extLst>
              </p:cNvPr>
              <p:cNvGrpSpPr/>
              <p:nvPr/>
            </p:nvGrpSpPr>
            <p:grpSpPr>
              <a:xfrm>
                <a:off x="10678894" y="3171529"/>
                <a:ext cx="1457860" cy="100739"/>
                <a:chOff x="10790345" y="3175067"/>
                <a:chExt cx="1229904" cy="100739"/>
              </a:xfrm>
            </p:grpSpPr>
            <p:cxnSp>
              <p:nvCxnSpPr>
                <p:cNvPr id="214" name="Gerader Verbinder 213">
                  <a:extLst>
                    <a:ext uri="{FF2B5EF4-FFF2-40B4-BE49-F238E27FC236}">
                      <a16:creationId xmlns:a16="http://schemas.microsoft.com/office/drawing/2014/main" id="{24719486-B49E-43C8-A964-77C83D5777A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792872" y="3225437"/>
                  <a:ext cx="1227377" cy="0"/>
                </a:xfrm>
                <a:prstGeom prst="line">
                  <a:avLst/>
                </a:prstGeom>
                <a:ln w="317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5" name="Gerader Verbinder 214">
                  <a:extLst>
                    <a:ext uri="{FF2B5EF4-FFF2-40B4-BE49-F238E27FC236}">
                      <a16:creationId xmlns:a16="http://schemas.microsoft.com/office/drawing/2014/main" id="{57655327-1266-B36B-CAD4-C129B6E8D8B0}"/>
                    </a:ext>
                  </a:extLst>
                </p:cNvPr>
                <p:cNvCxnSpPr/>
                <p:nvPr/>
              </p:nvCxnSpPr>
              <p:spPr>
                <a:xfrm>
                  <a:off x="10790345" y="3175067"/>
                  <a:ext cx="0" cy="100739"/>
                </a:xfrm>
                <a:prstGeom prst="line">
                  <a:avLst/>
                </a:prstGeom>
                <a:ln w="317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6" name="Gerader Verbinder 215">
                  <a:extLst>
                    <a:ext uri="{FF2B5EF4-FFF2-40B4-BE49-F238E27FC236}">
                      <a16:creationId xmlns:a16="http://schemas.microsoft.com/office/drawing/2014/main" id="{C53F632B-2429-8CE9-64DE-38891EF19BC4}"/>
                    </a:ext>
                  </a:extLst>
                </p:cNvPr>
                <p:cNvCxnSpPr/>
                <p:nvPr/>
              </p:nvCxnSpPr>
              <p:spPr>
                <a:xfrm>
                  <a:off x="12020249" y="3175067"/>
                  <a:ext cx="0" cy="100739"/>
                </a:xfrm>
                <a:prstGeom prst="line">
                  <a:avLst/>
                </a:prstGeom>
                <a:ln w="317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13" name="Ellipse 212">
                <a:extLst>
                  <a:ext uri="{FF2B5EF4-FFF2-40B4-BE49-F238E27FC236}">
                    <a16:creationId xmlns:a16="http://schemas.microsoft.com/office/drawing/2014/main" id="{43602ED4-9067-318B-9329-D00CA782156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334946" y="3153436"/>
                <a:ext cx="143228" cy="144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91" name="Gruppieren 190">
              <a:extLst>
                <a:ext uri="{FF2B5EF4-FFF2-40B4-BE49-F238E27FC236}">
                  <a16:creationId xmlns:a16="http://schemas.microsoft.com/office/drawing/2014/main" id="{D3CA1D7E-A0BA-6C96-A365-7929B91E61FD}"/>
                </a:ext>
              </a:extLst>
            </p:cNvPr>
            <p:cNvGrpSpPr/>
            <p:nvPr/>
          </p:nvGrpSpPr>
          <p:grpSpPr>
            <a:xfrm>
              <a:off x="11139958" y="2244464"/>
              <a:ext cx="679606" cy="144000"/>
              <a:chOff x="11137108" y="2719483"/>
              <a:chExt cx="679606" cy="144000"/>
            </a:xfrm>
          </p:grpSpPr>
          <p:grpSp>
            <p:nvGrpSpPr>
              <p:cNvPr id="207" name="Gruppieren 206">
                <a:extLst>
                  <a:ext uri="{FF2B5EF4-FFF2-40B4-BE49-F238E27FC236}">
                    <a16:creationId xmlns:a16="http://schemas.microsoft.com/office/drawing/2014/main" id="{C32EBEEF-E35C-17A2-A86D-2223810CCF35}"/>
                  </a:ext>
                </a:extLst>
              </p:cNvPr>
              <p:cNvGrpSpPr/>
              <p:nvPr/>
            </p:nvGrpSpPr>
            <p:grpSpPr>
              <a:xfrm>
                <a:off x="11137108" y="2747423"/>
                <a:ext cx="679606" cy="100739"/>
                <a:chOff x="10861959" y="2769054"/>
                <a:chExt cx="1229904" cy="100739"/>
              </a:xfrm>
            </p:grpSpPr>
            <p:cxnSp>
              <p:nvCxnSpPr>
                <p:cNvPr id="209" name="Gerader Verbinder 208">
                  <a:extLst>
                    <a:ext uri="{FF2B5EF4-FFF2-40B4-BE49-F238E27FC236}">
                      <a16:creationId xmlns:a16="http://schemas.microsoft.com/office/drawing/2014/main" id="{A6213C49-8757-C7E8-12AC-C655DE224E5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864486" y="2819424"/>
                  <a:ext cx="1227377" cy="0"/>
                </a:xfrm>
                <a:prstGeom prst="line">
                  <a:avLst/>
                </a:prstGeom>
                <a:ln w="317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Gerader Verbinder 209">
                  <a:extLst>
                    <a:ext uri="{FF2B5EF4-FFF2-40B4-BE49-F238E27FC236}">
                      <a16:creationId xmlns:a16="http://schemas.microsoft.com/office/drawing/2014/main" id="{53ABCBEB-52EF-57CE-B2B5-CF78D1532BBA}"/>
                    </a:ext>
                  </a:extLst>
                </p:cNvPr>
                <p:cNvCxnSpPr/>
                <p:nvPr/>
              </p:nvCxnSpPr>
              <p:spPr>
                <a:xfrm>
                  <a:off x="10861959" y="2769054"/>
                  <a:ext cx="0" cy="100739"/>
                </a:xfrm>
                <a:prstGeom prst="line">
                  <a:avLst/>
                </a:prstGeom>
                <a:ln w="317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1" name="Gerader Verbinder 210">
                  <a:extLst>
                    <a:ext uri="{FF2B5EF4-FFF2-40B4-BE49-F238E27FC236}">
                      <a16:creationId xmlns:a16="http://schemas.microsoft.com/office/drawing/2014/main" id="{A5C6850E-F164-2FBF-1B00-91B0DEE0438C}"/>
                    </a:ext>
                  </a:extLst>
                </p:cNvPr>
                <p:cNvCxnSpPr/>
                <p:nvPr/>
              </p:nvCxnSpPr>
              <p:spPr>
                <a:xfrm>
                  <a:off x="12091863" y="2769054"/>
                  <a:ext cx="0" cy="100739"/>
                </a:xfrm>
                <a:prstGeom prst="line">
                  <a:avLst/>
                </a:prstGeom>
                <a:ln w="317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08" name="Ellipse 207">
                <a:extLst>
                  <a:ext uri="{FF2B5EF4-FFF2-40B4-BE49-F238E27FC236}">
                    <a16:creationId xmlns:a16="http://schemas.microsoft.com/office/drawing/2014/main" id="{DDF638B9-2F3C-78E5-BDDB-4CE7CCF822BF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406560" y="2719483"/>
                <a:ext cx="143228" cy="144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93" name="Gruppieren 192">
              <a:extLst>
                <a:ext uri="{FF2B5EF4-FFF2-40B4-BE49-F238E27FC236}">
                  <a16:creationId xmlns:a16="http://schemas.microsoft.com/office/drawing/2014/main" id="{79D21A8F-7E4F-184A-2F95-98757DCCE879}"/>
                </a:ext>
              </a:extLst>
            </p:cNvPr>
            <p:cNvGrpSpPr/>
            <p:nvPr/>
          </p:nvGrpSpPr>
          <p:grpSpPr>
            <a:xfrm>
              <a:off x="10800412" y="2986427"/>
              <a:ext cx="930750" cy="144000"/>
              <a:chOff x="11206004" y="3841346"/>
              <a:chExt cx="930750" cy="144000"/>
            </a:xfrm>
          </p:grpSpPr>
          <p:grpSp>
            <p:nvGrpSpPr>
              <p:cNvPr id="202" name="Gruppieren 201">
                <a:extLst>
                  <a:ext uri="{FF2B5EF4-FFF2-40B4-BE49-F238E27FC236}">
                    <a16:creationId xmlns:a16="http://schemas.microsoft.com/office/drawing/2014/main" id="{E09007A7-06E5-B84F-7FB5-D1FC089A50BE}"/>
                  </a:ext>
                </a:extLst>
              </p:cNvPr>
              <p:cNvGrpSpPr/>
              <p:nvPr/>
            </p:nvGrpSpPr>
            <p:grpSpPr>
              <a:xfrm>
                <a:off x="11206004" y="3869286"/>
                <a:ext cx="930750" cy="100739"/>
                <a:chOff x="10861959" y="2769054"/>
                <a:chExt cx="1229904" cy="100739"/>
              </a:xfrm>
            </p:grpSpPr>
            <p:cxnSp>
              <p:nvCxnSpPr>
                <p:cNvPr id="204" name="Gerader Verbinder 203">
                  <a:extLst>
                    <a:ext uri="{FF2B5EF4-FFF2-40B4-BE49-F238E27FC236}">
                      <a16:creationId xmlns:a16="http://schemas.microsoft.com/office/drawing/2014/main" id="{343192D8-B6E3-C3A0-0B03-09504A7F4DB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864486" y="2819424"/>
                  <a:ext cx="1227377" cy="0"/>
                </a:xfrm>
                <a:prstGeom prst="line">
                  <a:avLst/>
                </a:prstGeom>
                <a:ln w="317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5" name="Gerader Verbinder 204">
                  <a:extLst>
                    <a:ext uri="{FF2B5EF4-FFF2-40B4-BE49-F238E27FC236}">
                      <a16:creationId xmlns:a16="http://schemas.microsoft.com/office/drawing/2014/main" id="{E27827A1-6532-09CE-C6E1-14A23520C39B}"/>
                    </a:ext>
                  </a:extLst>
                </p:cNvPr>
                <p:cNvCxnSpPr/>
                <p:nvPr/>
              </p:nvCxnSpPr>
              <p:spPr>
                <a:xfrm>
                  <a:off x="10861959" y="2769054"/>
                  <a:ext cx="0" cy="100739"/>
                </a:xfrm>
                <a:prstGeom prst="line">
                  <a:avLst/>
                </a:prstGeom>
                <a:ln w="317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6" name="Gerader Verbinder 205">
                  <a:extLst>
                    <a:ext uri="{FF2B5EF4-FFF2-40B4-BE49-F238E27FC236}">
                      <a16:creationId xmlns:a16="http://schemas.microsoft.com/office/drawing/2014/main" id="{2C6F3BA9-2D1F-B3FA-471D-F1EA07FF76A3}"/>
                    </a:ext>
                  </a:extLst>
                </p:cNvPr>
                <p:cNvCxnSpPr/>
                <p:nvPr/>
              </p:nvCxnSpPr>
              <p:spPr>
                <a:xfrm>
                  <a:off x="12091863" y="2769054"/>
                  <a:ext cx="0" cy="100739"/>
                </a:xfrm>
                <a:prstGeom prst="line">
                  <a:avLst/>
                </a:prstGeom>
                <a:ln w="317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03" name="Ellipse 202">
                <a:extLst>
                  <a:ext uri="{FF2B5EF4-FFF2-40B4-BE49-F238E27FC236}">
                    <a16:creationId xmlns:a16="http://schemas.microsoft.com/office/drawing/2014/main" id="{0BE3A713-41A3-67CE-95A7-A5DBA0F7890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1601028" y="3841346"/>
                <a:ext cx="143228" cy="144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8" name="Textfeld 197">
                  <a:extLst>
                    <a:ext uri="{FF2B5EF4-FFF2-40B4-BE49-F238E27FC236}">
                      <a16:creationId xmlns:a16="http://schemas.microsoft.com/office/drawing/2014/main" id="{AF7BE3C3-DE73-1844-C868-A05C931C8973}"/>
                    </a:ext>
                  </a:extLst>
                </p:cNvPr>
                <p:cNvSpPr txBox="1"/>
                <p:nvPr/>
              </p:nvSpPr>
              <p:spPr>
                <a:xfrm>
                  <a:off x="9700026" y="1308446"/>
                  <a:ext cx="520527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e-DE" sz="2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200" dirty="0"/>
                </a:p>
              </p:txBody>
            </p:sp>
          </mc:Choice>
          <mc:Fallback>
            <p:sp>
              <p:nvSpPr>
                <p:cNvPr id="198" name="Textfeld 197">
                  <a:extLst>
                    <a:ext uri="{FF2B5EF4-FFF2-40B4-BE49-F238E27FC236}">
                      <a16:creationId xmlns:a16="http://schemas.microsoft.com/office/drawing/2014/main" id="{AF7BE3C3-DE73-1844-C868-A05C931C89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00026" y="1308446"/>
                  <a:ext cx="520527" cy="43088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9" name="Textfeld 198">
                  <a:extLst>
                    <a:ext uri="{FF2B5EF4-FFF2-40B4-BE49-F238E27FC236}">
                      <a16:creationId xmlns:a16="http://schemas.microsoft.com/office/drawing/2014/main" id="{9A650995-9BDD-027F-1307-CEC548D6ECFB}"/>
                    </a:ext>
                  </a:extLst>
                </p:cNvPr>
                <p:cNvSpPr txBox="1"/>
                <p:nvPr/>
              </p:nvSpPr>
              <p:spPr>
                <a:xfrm>
                  <a:off x="9696756" y="2048294"/>
                  <a:ext cx="527067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e-DE" sz="2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200" dirty="0"/>
                </a:p>
              </p:txBody>
            </p:sp>
          </mc:Choice>
          <mc:Fallback>
            <p:sp>
              <p:nvSpPr>
                <p:cNvPr id="199" name="Textfeld 198">
                  <a:extLst>
                    <a:ext uri="{FF2B5EF4-FFF2-40B4-BE49-F238E27FC236}">
                      <a16:creationId xmlns:a16="http://schemas.microsoft.com/office/drawing/2014/main" id="{9A650995-9BDD-027F-1307-CEC548D6EC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96756" y="2048294"/>
                  <a:ext cx="527067" cy="43088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0" name="Textfeld 199">
                  <a:extLst>
                    <a:ext uri="{FF2B5EF4-FFF2-40B4-BE49-F238E27FC236}">
                      <a16:creationId xmlns:a16="http://schemas.microsoft.com/office/drawing/2014/main" id="{369405A8-DA9B-4E8E-88DC-42DF14724F9E}"/>
                    </a:ext>
                  </a:extLst>
                </p:cNvPr>
                <p:cNvSpPr txBox="1"/>
                <p:nvPr/>
              </p:nvSpPr>
              <p:spPr>
                <a:xfrm>
                  <a:off x="9696756" y="2819383"/>
                  <a:ext cx="527067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sz="2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e-DE" sz="22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2200" dirty="0"/>
                </a:p>
              </p:txBody>
            </p:sp>
          </mc:Choice>
          <mc:Fallback>
            <p:sp>
              <p:nvSpPr>
                <p:cNvPr id="200" name="Textfeld 199">
                  <a:extLst>
                    <a:ext uri="{FF2B5EF4-FFF2-40B4-BE49-F238E27FC236}">
                      <a16:creationId xmlns:a16="http://schemas.microsoft.com/office/drawing/2014/main" id="{369405A8-DA9B-4E8E-88DC-42DF14724F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96756" y="2819383"/>
                  <a:ext cx="527067" cy="43088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1" name="Textfeld 200">
              <a:extLst>
                <a:ext uri="{FF2B5EF4-FFF2-40B4-BE49-F238E27FC236}">
                  <a16:creationId xmlns:a16="http://schemas.microsoft.com/office/drawing/2014/main" id="{EF068201-85AA-6219-4A95-BC86C92CDCAF}"/>
                </a:ext>
              </a:extLst>
            </p:cNvPr>
            <p:cNvSpPr txBox="1"/>
            <p:nvPr/>
          </p:nvSpPr>
          <p:spPr>
            <a:xfrm>
              <a:off x="9696756" y="3781681"/>
              <a:ext cx="267421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Effect on alpha diversity 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17" name="Textfeld 216">
                <a:extLst>
                  <a:ext uri="{FF2B5EF4-FFF2-40B4-BE49-F238E27FC236}">
                    <a16:creationId xmlns:a16="http://schemas.microsoft.com/office/drawing/2014/main" id="{525BED08-3E01-543F-378D-96AA2719D00B}"/>
                  </a:ext>
                </a:extLst>
              </p:cNvPr>
              <p:cNvSpPr txBox="1"/>
              <p:nvPr/>
            </p:nvSpPr>
            <p:spPr>
              <a:xfrm>
                <a:off x="10355343" y="5320946"/>
                <a:ext cx="1691682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de-DE" sz="2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  <m:sub>
                          <m:r>
                            <a:rPr lang="de-DE" sz="24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de-DE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de-DE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de-DE" sz="2400" b="0" i="1" smtClean="0">
                          <a:latin typeface="Cambria Math" panose="02040503050406030204" pitchFamily="18" charset="0"/>
                        </a:rPr>
                        <m:t>≠0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217" name="Textfeld 216">
                <a:extLst>
                  <a:ext uri="{FF2B5EF4-FFF2-40B4-BE49-F238E27FC236}">
                    <a16:creationId xmlns:a16="http://schemas.microsoft.com/office/drawing/2014/main" id="{525BED08-3E01-543F-378D-96AA2719D0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55343" y="5320946"/>
                <a:ext cx="1691682" cy="830997"/>
              </a:xfrm>
              <a:prstGeom prst="rect">
                <a:avLst/>
              </a:prstGeom>
              <a:blipFill>
                <a:blip r:embed="rId9"/>
                <a:stretch>
                  <a:fillRect b="-95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8" name="Rechteck: abgerundete Ecken 217">
            <a:extLst>
              <a:ext uri="{FF2B5EF4-FFF2-40B4-BE49-F238E27FC236}">
                <a16:creationId xmlns:a16="http://schemas.microsoft.com/office/drawing/2014/main" id="{71E61FE5-024B-F2D2-BC1B-E124B3B1C213}"/>
              </a:ext>
            </a:extLst>
          </p:cNvPr>
          <p:cNvSpPr/>
          <p:nvPr/>
        </p:nvSpPr>
        <p:spPr>
          <a:xfrm>
            <a:off x="9847517" y="802475"/>
            <a:ext cx="2639623" cy="3637789"/>
          </a:xfrm>
          <a:prstGeom prst="roundRect">
            <a:avLst>
              <a:gd name="adj" fmla="val 5312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9" name="Textfeld 218">
            <a:extLst>
              <a:ext uri="{FF2B5EF4-FFF2-40B4-BE49-F238E27FC236}">
                <a16:creationId xmlns:a16="http://schemas.microsoft.com/office/drawing/2014/main" id="{2DCBA81D-D198-AF1D-0F5C-8F6174C5E1B4}"/>
              </a:ext>
            </a:extLst>
          </p:cNvPr>
          <p:cNvSpPr txBox="1"/>
          <p:nvPr/>
        </p:nvSpPr>
        <p:spPr>
          <a:xfrm>
            <a:off x="9700035" y="4799762"/>
            <a:ext cx="293458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/>
              <a:t>Hypothesis testing</a:t>
            </a:r>
          </a:p>
        </p:txBody>
      </p:sp>
      <p:sp>
        <p:nvSpPr>
          <p:cNvPr id="220" name="Rechteck: abgerundete Ecken 219">
            <a:extLst>
              <a:ext uri="{FF2B5EF4-FFF2-40B4-BE49-F238E27FC236}">
                <a16:creationId xmlns:a16="http://schemas.microsoft.com/office/drawing/2014/main" id="{6FC2CFD6-E759-FBB2-0358-0F5988E70D53}"/>
              </a:ext>
            </a:extLst>
          </p:cNvPr>
          <p:cNvSpPr/>
          <p:nvPr/>
        </p:nvSpPr>
        <p:spPr>
          <a:xfrm>
            <a:off x="9849152" y="5251529"/>
            <a:ext cx="2636352" cy="1007629"/>
          </a:xfrm>
          <a:prstGeom prst="roundRect">
            <a:avLst>
              <a:gd name="adj" fmla="val 12233"/>
            </a:avLst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1" name="Textfeld 220">
            <a:extLst>
              <a:ext uri="{FF2B5EF4-FFF2-40B4-BE49-F238E27FC236}">
                <a16:creationId xmlns:a16="http://schemas.microsoft.com/office/drawing/2014/main" id="{55237FEE-5894-C55D-5F2B-BD639002B3A6}"/>
              </a:ext>
            </a:extLst>
          </p:cNvPr>
          <p:cNvSpPr txBox="1"/>
          <p:nvPr/>
        </p:nvSpPr>
        <p:spPr>
          <a:xfrm>
            <a:off x="8092295" y="3716233"/>
            <a:ext cx="140519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dirty="0"/>
              <a:t>diversity </a:t>
            </a:r>
          </a:p>
          <a:p>
            <a:pPr algn="ctr"/>
            <a:r>
              <a:rPr lang="en-US" sz="2200" dirty="0"/>
              <a:t>estimation</a:t>
            </a:r>
          </a:p>
        </p:txBody>
      </p:sp>
    </p:spTree>
    <p:extLst>
      <p:ext uri="{BB962C8B-B14F-4D97-AF65-F5344CB8AC3E}">
        <p14:creationId xmlns:p14="http://schemas.microsoft.com/office/powerpoint/2010/main" val="2608067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– 2022-Design">
  <a:themeElements>
    <a:clrScheme name="Office 2013 – 2022-Design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– 2022-Design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– 2022-Design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193</Words>
  <Application>Microsoft Office PowerPoint</Application>
  <PresentationFormat>Benutzerdefiniert</PresentationFormat>
  <Paragraphs>166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2013 – 2022-Design</vt:lpstr>
      <vt:lpstr>PowerPoint-Präsentation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 replacement in microbiome count matrices</dc:title>
  <dc:subject>Zero handling schematic</dc:subject>
  <dc:creator>OpenAI</dc:creator>
  <cp:lastModifiedBy>Stefanie Peschel</cp:lastModifiedBy>
  <cp:revision>68</cp:revision>
  <dcterms:created xsi:type="dcterms:W3CDTF">2026-05-10T08:14:00Z</dcterms:created>
  <dcterms:modified xsi:type="dcterms:W3CDTF">2026-07-05T07:06:42Z</dcterms:modified>
</cp:coreProperties>
</file>