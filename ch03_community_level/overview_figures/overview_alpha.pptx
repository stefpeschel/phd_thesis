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1" r:id="rId1"/>
  </p:sldMasterIdLst>
  <p:notesMasterIdLst>
    <p:notesMasterId r:id="rId3"/>
  </p:notesMasterIdLst>
  <p:sldIdLst>
    <p:sldId id="258" r:id="rId2"/>
  </p:sldIdLst>
  <p:sldSz cx="12599988" cy="640873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CC"/>
    <a:srgbClr val="BBDEFD"/>
    <a:srgbClr val="E2F1FE"/>
    <a:srgbClr val="F2FAF2"/>
    <a:srgbClr val="D8EBCD"/>
    <a:srgbClr val="E2F0D9"/>
    <a:srgbClr val="FCFEFC"/>
    <a:srgbClr val="F0F7FE"/>
    <a:srgbClr val="C00000"/>
    <a:srgbClr val="D6E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2640" y="1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1pPr>
    <a:lvl2pPr marL="418489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2pPr>
    <a:lvl3pPr marL="836978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3pPr>
    <a:lvl4pPr marL="1255467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4pPr>
    <a:lvl5pPr marL="1673956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5pPr>
    <a:lvl6pPr marL="2092445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6pPr>
    <a:lvl7pPr marL="2510934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7pPr>
    <a:lvl8pPr marL="292942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8pPr>
    <a:lvl9pPr marL="334791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1048838"/>
            <a:ext cx="9449991" cy="2231190"/>
          </a:xfrm>
        </p:spPr>
        <p:txBody>
          <a:bodyPr anchor="b"/>
          <a:lstStyle>
            <a:lvl1pPr algn="ctr">
              <a:defRPr sz="560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3366072"/>
            <a:ext cx="9449991" cy="1547294"/>
          </a:xfrm>
        </p:spPr>
        <p:txBody>
          <a:bodyPr/>
          <a:lstStyle>
            <a:lvl1pPr marL="0" indent="0" algn="ctr">
              <a:buNone/>
              <a:defRPr sz="2243"/>
            </a:lvl1pPr>
            <a:lvl2pPr marL="427253" indent="0" algn="ctr">
              <a:buNone/>
              <a:defRPr sz="1869"/>
            </a:lvl2pPr>
            <a:lvl3pPr marL="854507" indent="0" algn="ctr">
              <a:buNone/>
              <a:defRPr sz="1682"/>
            </a:lvl3pPr>
            <a:lvl4pPr marL="1281760" indent="0" algn="ctr">
              <a:buNone/>
              <a:defRPr sz="1495"/>
            </a:lvl4pPr>
            <a:lvl5pPr marL="1709014" indent="0" algn="ctr">
              <a:buNone/>
              <a:defRPr sz="1495"/>
            </a:lvl5pPr>
            <a:lvl6pPr marL="2136267" indent="0" algn="ctr">
              <a:buNone/>
              <a:defRPr sz="1495"/>
            </a:lvl6pPr>
            <a:lvl7pPr marL="2563520" indent="0" algn="ctr">
              <a:buNone/>
              <a:defRPr sz="1495"/>
            </a:lvl7pPr>
            <a:lvl8pPr marL="2990774" indent="0" algn="ctr">
              <a:buNone/>
              <a:defRPr sz="1495"/>
            </a:lvl8pPr>
            <a:lvl9pPr marL="3418027" indent="0" algn="ctr">
              <a:buNone/>
              <a:defRPr sz="1495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897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851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597735"/>
            <a:ext cx="10867490" cy="2665857"/>
          </a:xfrm>
        </p:spPr>
        <p:txBody>
          <a:bodyPr anchor="b"/>
          <a:lstStyle>
            <a:lvl1pPr>
              <a:defRPr sz="560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4288811"/>
            <a:ext cx="10867490" cy="1401911"/>
          </a:xfrm>
        </p:spPr>
        <p:txBody>
          <a:bodyPr/>
          <a:lstStyle>
            <a:lvl1pPr marL="0" indent="0">
              <a:buNone/>
              <a:defRPr sz="2243">
                <a:solidFill>
                  <a:schemeClr val="tx1">
                    <a:tint val="75000"/>
                  </a:schemeClr>
                </a:solidFill>
              </a:defRPr>
            </a:lvl1pPr>
            <a:lvl2pPr marL="427253" indent="0">
              <a:buNone/>
              <a:defRPr sz="1869">
                <a:solidFill>
                  <a:schemeClr val="tx1">
                    <a:tint val="75000"/>
                  </a:schemeClr>
                </a:solidFill>
              </a:defRPr>
            </a:lvl2pPr>
            <a:lvl3pPr marL="854507" indent="0">
              <a:buNone/>
              <a:defRPr sz="1682">
                <a:solidFill>
                  <a:schemeClr val="tx1">
                    <a:tint val="75000"/>
                  </a:schemeClr>
                </a:solidFill>
              </a:defRPr>
            </a:lvl3pPr>
            <a:lvl4pPr marL="1281760" indent="0">
              <a:buNone/>
              <a:defRPr sz="1495">
                <a:solidFill>
                  <a:schemeClr val="tx1">
                    <a:tint val="75000"/>
                  </a:schemeClr>
                </a:solidFill>
              </a:defRPr>
            </a:lvl4pPr>
            <a:lvl5pPr marL="1709014" indent="0">
              <a:buNone/>
              <a:defRPr sz="1495">
                <a:solidFill>
                  <a:schemeClr val="tx1">
                    <a:tint val="75000"/>
                  </a:schemeClr>
                </a:solidFill>
              </a:defRPr>
            </a:lvl5pPr>
            <a:lvl6pPr marL="2136267" indent="0">
              <a:buNone/>
              <a:defRPr sz="1495">
                <a:solidFill>
                  <a:schemeClr val="tx1">
                    <a:tint val="75000"/>
                  </a:schemeClr>
                </a:solidFill>
              </a:defRPr>
            </a:lvl6pPr>
            <a:lvl7pPr marL="2563520" indent="0">
              <a:buNone/>
              <a:defRPr sz="1495">
                <a:solidFill>
                  <a:schemeClr val="tx1">
                    <a:tint val="75000"/>
                  </a:schemeClr>
                </a:solidFill>
              </a:defRPr>
            </a:lvl7pPr>
            <a:lvl8pPr marL="2990774" indent="0">
              <a:buNone/>
              <a:defRPr sz="1495">
                <a:solidFill>
                  <a:schemeClr val="tx1">
                    <a:tint val="75000"/>
                  </a:schemeClr>
                </a:solidFill>
              </a:defRPr>
            </a:lvl8pPr>
            <a:lvl9pPr marL="3418027" indent="0">
              <a:buNone/>
              <a:defRPr sz="1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661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706030"/>
            <a:ext cx="5354995" cy="40662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706030"/>
            <a:ext cx="5354995" cy="40662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0028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341207"/>
            <a:ext cx="10867490" cy="123872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571031"/>
            <a:ext cx="5330385" cy="769938"/>
          </a:xfrm>
        </p:spPr>
        <p:txBody>
          <a:bodyPr anchor="b"/>
          <a:lstStyle>
            <a:lvl1pPr marL="0" indent="0">
              <a:buNone/>
              <a:defRPr sz="2243" b="1"/>
            </a:lvl1pPr>
            <a:lvl2pPr marL="427253" indent="0">
              <a:buNone/>
              <a:defRPr sz="1869" b="1"/>
            </a:lvl2pPr>
            <a:lvl3pPr marL="854507" indent="0">
              <a:buNone/>
              <a:defRPr sz="1682" b="1"/>
            </a:lvl3pPr>
            <a:lvl4pPr marL="1281760" indent="0">
              <a:buNone/>
              <a:defRPr sz="1495" b="1"/>
            </a:lvl4pPr>
            <a:lvl5pPr marL="1709014" indent="0">
              <a:buNone/>
              <a:defRPr sz="1495" b="1"/>
            </a:lvl5pPr>
            <a:lvl6pPr marL="2136267" indent="0">
              <a:buNone/>
              <a:defRPr sz="1495" b="1"/>
            </a:lvl6pPr>
            <a:lvl7pPr marL="2563520" indent="0">
              <a:buNone/>
              <a:defRPr sz="1495" b="1"/>
            </a:lvl7pPr>
            <a:lvl8pPr marL="2990774" indent="0">
              <a:buNone/>
              <a:defRPr sz="1495" b="1"/>
            </a:lvl8pPr>
            <a:lvl9pPr marL="3418027" indent="0">
              <a:buNone/>
              <a:defRPr sz="149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340969"/>
            <a:ext cx="5330385" cy="34432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571031"/>
            <a:ext cx="5356636" cy="769938"/>
          </a:xfrm>
        </p:spPr>
        <p:txBody>
          <a:bodyPr anchor="b"/>
          <a:lstStyle>
            <a:lvl1pPr marL="0" indent="0">
              <a:buNone/>
              <a:defRPr sz="2243" b="1"/>
            </a:lvl1pPr>
            <a:lvl2pPr marL="427253" indent="0">
              <a:buNone/>
              <a:defRPr sz="1869" b="1"/>
            </a:lvl2pPr>
            <a:lvl3pPr marL="854507" indent="0">
              <a:buNone/>
              <a:defRPr sz="1682" b="1"/>
            </a:lvl3pPr>
            <a:lvl4pPr marL="1281760" indent="0">
              <a:buNone/>
              <a:defRPr sz="1495" b="1"/>
            </a:lvl4pPr>
            <a:lvl5pPr marL="1709014" indent="0">
              <a:buNone/>
              <a:defRPr sz="1495" b="1"/>
            </a:lvl5pPr>
            <a:lvl6pPr marL="2136267" indent="0">
              <a:buNone/>
              <a:defRPr sz="1495" b="1"/>
            </a:lvl6pPr>
            <a:lvl7pPr marL="2563520" indent="0">
              <a:buNone/>
              <a:defRPr sz="1495" b="1"/>
            </a:lvl7pPr>
            <a:lvl8pPr marL="2990774" indent="0">
              <a:buNone/>
              <a:defRPr sz="1495" b="1"/>
            </a:lvl8pPr>
            <a:lvl9pPr marL="3418027" indent="0">
              <a:buNone/>
              <a:defRPr sz="149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340969"/>
            <a:ext cx="5356636" cy="34432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977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4516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44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27249"/>
            <a:ext cx="4063824" cy="1495372"/>
          </a:xfrm>
        </p:spPr>
        <p:txBody>
          <a:bodyPr anchor="b"/>
          <a:lstStyle>
            <a:lvl1pPr>
              <a:defRPr sz="29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922740"/>
            <a:ext cx="6378744" cy="4554358"/>
          </a:xfrm>
        </p:spPr>
        <p:txBody>
          <a:bodyPr/>
          <a:lstStyle>
            <a:lvl1pPr>
              <a:defRPr sz="2990"/>
            </a:lvl1pPr>
            <a:lvl2pPr>
              <a:defRPr sz="2617"/>
            </a:lvl2pPr>
            <a:lvl3pPr>
              <a:defRPr sz="2243"/>
            </a:lvl3pPr>
            <a:lvl4pPr>
              <a:defRPr sz="1869"/>
            </a:lvl4pPr>
            <a:lvl5pPr>
              <a:defRPr sz="1869"/>
            </a:lvl5pPr>
            <a:lvl6pPr>
              <a:defRPr sz="1869"/>
            </a:lvl6pPr>
            <a:lvl7pPr>
              <a:defRPr sz="1869"/>
            </a:lvl7pPr>
            <a:lvl8pPr>
              <a:defRPr sz="1869"/>
            </a:lvl8pPr>
            <a:lvl9pPr>
              <a:defRPr sz="186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922621"/>
            <a:ext cx="4063824" cy="3561894"/>
          </a:xfrm>
        </p:spPr>
        <p:txBody>
          <a:bodyPr/>
          <a:lstStyle>
            <a:lvl1pPr marL="0" indent="0">
              <a:buNone/>
              <a:defRPr sz="1495"/>
            </a:lvl1pPr>
            <a:lvl2pPr marL="427253" indent="0">
              <a:buNone/>
              <a:defRPr sz="1308"/>
            </a:lvl2pPr>
            <a:lvl3pPr marL="854507" indent="0">
              <a:buNone/>
              <a:defRPr sz="1121"/>
            </a:lvl3pPr>
            <a:lvl4pPr marL="1281760" indent="0">
              <a:buNone/>
              <a:defRPr sz="935"/>
            </a:lvl4pPr>
            <a:lvl5pPr marL="1709014" indent="0">
              <a:buNone/>
              <a:defRPr sz="935"/>
            </a:lvl5pPr>
            <a:lvl6pPr marL="2136267" indent="0">
              <a:buNone/>
              <a:defRPr sz="935"/>
            </a:lvl6pPr>
            <a:lvl7pPr marL="2563520" indent="0">
              <a:buNone/>
              <a:defRPr sz="935"/>
            </a:lvl7pPr>
            <a:lvl8pPr marL="2990774" indent="0">
              <a:buNone/>
              <a:defRPr sz="935"/>
            </a:lvl8pPr>
            <a:lvl9pPr marL="3418027" indent="0">
              <a:buNone/>
              <a:defRPr sz="93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5304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27249"/>
            <a:ext cx="4063824" cy="1495372"/>
          </a:xfrm>
        </p:spPr>
        <p:txBody>
          <a:bodyPr anchor="b"/>
          <a:lstStyle>
            <a:lvl1pPr>
              <a:defRPr sz="29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922740"/>
            <a:ext cx="6378744" cy="4554358"/>
          </a:xfrm>
        </p:spPr>
        <p:txBody>
          <a:bodyPr anchor="t"/>
          <a:lstStyle>
            <a:lvl1pPr marL="0" indent="0">
              <a:buNone/>
              <a:defRPr sz="2990"/>
            </a:lvl1pPr>
            <a:lvl2pPr marL="427253" indent="0">
              <a:buNone/>
              <a:defRPr sz="2617"/>
            </a:lvl2pPr>
            <a:lvl3pPr marL="854507" indent="0">
              <a:buNone/>
              <a:defRPr sz="2243"/>
            </a:lvl3pPr>
            <a:lvl4pPr marL="1281760" indent="0">
              <a:buNone/>
              <a:defRPr sz="1869"/>
            </a:lvl4pPr>
            <a:lvl5pPr marL="1709014" indent="0">
              <a:buNone/>
              <a:defRPr sz="1869"/>
            </a:lvl5pPr>
            <a:lvl6pPr marL="2136267" indent="0">
              <a:buNone/>
              <a:defRPr sz="1869"/>
            </a:lvl6pPr>
            <a:lvl7pPr marL="2563520" indent="0">
              <a:buNone/>
              <a:defRPr sz="1869"/>
            </a:lvl7pPr>
            <a:lvl8pPr marL="2990774" indent="0">
              <a:buNone/>
              <a:defRPr sz="1869"/>
            </a:lvl8pPr>
            <a:lvl9pPr marL="3418027" indent="0">
              <a:buNone/>
              <a:defRPr sz="186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922621"/>
            <a:ext cx="4063824" cy="3561894"/>
          </a:xfrm>
        </p:spPr>
        <p:txBody>
          <a:bodyPr/>
          <a:lstStyle>
            <a:lvl1pPr marL="0" indent="0">
              <a:buNone/>
              <a:defRPr sz="1495"/>
            </a:lvl1pPr>
            <a:lvl2pPr marL="427253" indent="0">
              <a:buNone/>
              <a:defRPr sz="1308"/>
            </a:lvl2pPr>
            <a:lvl3pPr marL="854507" indent="0">
              <a:buNone/>
              <a:defRPr sz="1121"/>
            </a:lvl3pPr>
            <a:lvl4pPr marL="1281760" indent="0">
              <a:buNone/>
              <a:defRPr sz="935"/>
            </a:lvl4pPr>
            <a:lvl5pPr marL="1709014" indent="0">
              <a:buNone/>
              <a:defRPr sz="935"/>
            </a:lvl5pPr>
            <a:lvl6pPr marL="2136267" indent="0">
              <a:buNone/>
              <a:defRPr sz="935"/>
            </a:lvl6pPr>
            <a:lvl7pPr marL="2563520" indent="0">
              <a:buNone/>
              <a:defRPr sz="935"/>
            </a:lvl7pPr>
            <a:lvl8pPr marL="2990774" indent="0">
              <a:buNone/>
              <a:defRPr sz="935"/>
            </a:lvl8pPr>
            <a:lvl9pPr marL="3418027" indent="0">
              <a:buNone/>
              <a:defRPr sz="93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59230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2029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341206"/>
            <a:ext cx="2716872" cy="543110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341206"/>
            <a:ext cx="7993117" cy="543110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7251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14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341207"/>
            <a:ext cx="10867490" cy="1238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706030"/>
            <a:ext cx="10867490" cy="4066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5939951"/>
            <a:ext cx="2834997" cy="3412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5939951"/>
            <a:ext cx="4252496" cy="3412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5939951"/>
            <a:ext cx="2834997" cy="3412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53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</p:sldLayoutIdLst>
  <p:hf sldNum="0" hdr="0" ftr="0" dt="0"/>
  <p:txStyles>
    <p:titleStyle>
      <a:lvl1pPr algn="l" defTabSz="854507" rtl="0" eaLnBrk="1" latinLnBrk="0" hangingPunct="1">
        <a:lnSpc>
          <a:spcPct val="90000"/>
        </a:lnSpc>
        <a:spcBef>
          <a:spcPct val="0"/>
        </a:spcBef>
        <a:buNone/>
        <a:defRPr sz="4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627" indent="-213627" algn="l" defTabSz="854507" rtl="0" eaLnBrk="1" latinLnBrk="0" hangingPunct="1">
        <a:lnSpc>
          <a:spcPct val="90000"/>
        </a:lnSpc>
        <a:spcBef>
          <a:spcPts val="935"/>
        </a:spcBef>
        <a:buFont typeface="Arial" panose="020B0604020202020204" pitchFamily="34" charset="0"/>
        <a:buChar char="•"/>
        <a:defRPr sz="2617" kern="1200">
          <a:solidFill>
            <a:schemeClr val="tx1"/>
          </a:solidFill>
          <a:latin typeface="+mn-lt"/>
          <a:ea typeface="+mn-ea"/>
          <a:cs typeface="+mn-cs"/>
        </a:defRPr>
      </a:lvl1pPr>
      <a:lvl2pPr marL="640880" indent="-213627" algn="l" defTabSz="854507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2243" kern="1200">
          <a:solidFill>
            <a:schemeClr val="tx1"/>
          </a:solidFill>
          <a:latin typeface="+mn-lt"/>
          <a:ea typeface="+mn-ea"/>
          <a:cs typeface="+mn-cs"/>
        </a:defRPr>
      </a:lvl2pPr>
      <a:lvl3pPr marL="1068134" indent="-213627" algn="l" defTabSz="854507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869" kern="1200">
          <a:solidFill>
            <a:schemeClr val="tx1"/>
          </a:solidFill>
          <a:latin typeface="+mn-lt"/>
          <a:ea typeface="+mn-ea"/>
          <a:cs typeface="+mn-cs"/>
        </a:defRPr>
      </a:lvl3pPr>
      <a:lvl4pPr marL="1495387" indent="-213627" algn="l" defTabSz="854507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2" kern="1200">
          <a:solidFill>
            <a:schemeClr val="tx1"/>
          </a:solidFill>
          <a:latin typeface="+mn-lt"/>
          <a:ea typeface="+mn-ea"/>
          <a:cs typeface="+mn-cs"/>
        </a:defRPr>
      </a:lvl4pPr>
      <a:lvl5pPr marL="1922640" indent="-213627" algn="l" defTabSz="854507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2" kern="1200">
          <a:solidFill>
            <a:schemeClr val="tx1"/>
          </a:solidFill>
          <a:latin typeface="+mn-lt"/>
          <a:ea typeface="+mn-ea"/>
          <a:cs typeface="+mn-cs"/>
        </a:defRPr>
      </a:lvl5pPr>
      <a:lvl6pPr marL="2349894" indent="-213627" algn="l" defTabSz="854507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2" kern="1200">
          <a:solidFill>
            <a:schemeClr val="tx1"/>
          </a:solidFill>
          <a:latin typeface="+mn-lt"/>
          <a:ea typeface="+mn-ea"/>
          <a:cs typeface="+mn-cs"/>
        </a:defRPr>
      </a:lvl6pPr>
      <a:lvl7pPr marL="2777147" indent="-213627" algn="l" defTabSz="854507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2" kern="1200">
          <a:solidFill>
            <a:schemeClr val="tx1"/>
          </a:solidFill>
          <a:latin typeface="+mn-lt"/>
          <a:ea typeface="+mn-ea"/>
          <a:cs typeface="+mn-cs"/>
        </a:defRPr>
      </a:lvl7pPr>
      <a:lvl8pPr marL="3204401" indent="-213627" algn="l" defTabSz="854507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2" kern="1200">
          <a:solidFill>
            <a:schemeClr val="tx1"/>
          </a:solidFill>
          <a:latin typeface="+mn-lt"/>
          <a:ea typeface="+mn-ea"/>
          <a:cs typeface="+mn-cs"/>
        </a:defRPr>
      </a:lvl8pPr>
      <a:lvl9pPr marL="3631654" indent="-213627" algn="l" defTabSz="854507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4507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1pPr>
      <a:lvl2pPr marL="427253" algn="l" defTabSz="854507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2pPr>
      <a:lvl3pPr marL="854507" algn="l" defTabSz="854507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3pPr>
      <a:lvl4pPr marL="1281760" algn="l" defTabSz="854507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4pPr>
      <a:lvl5pPr marL="1709014" algn="l" defTabSz="854507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5pPr>
      <a:lvl6pPr marL="2136267" algn="l" defTabSz="854507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6pPr>
      <a:lvl7pPr marL="2563520" algn="l" defTabSz="854507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7pPr>
      <a:lvl8pPr marL="2990774" algn="l" defTabSz="854507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8pPr>
      <a:lvl9pPr marL="3418027" algn="l" defTabSz="854507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7" name="Tabelle 196">
                <a:extLst>
                  <a:ext uri="{FF2B5EF4-FFF2-40B4-BE49-F238E27FC236}">
                    <a16:creationId xmlns:a16="http://schemas.microsoft.com/office/drawing/2014/main" id="{E6D3337A-8E77-99AE-B736-8A9EDD844F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0961211"/>
                  </p:ext>
                </p:extLst>
              </p:nvPr>
            </p:nvGraphicFramePr>
            <p:xfrm>
              <a:off x="953750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de-DE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7" name="Tabelle 196">
                <a:extLst>
                  <a:ext uri="{FF2B5EF4-FFF2-40B4-BE49-F238E27FC236}">
                    <a16:creationId xmlns:a16="http://schemas.microsoft.com/office/drawing/2014/main" id="{E6D3337A-8E77-99AE-B736-8A9EDD844F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0961211"/>
                  </p:ext>
                </p:extLst>
              </p:nvPr>
            </p:nvGraphicFramePr>
            <p:xfrm>
              <a:off x="953750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00" t="-4412" r="-545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010" t="-4412" r="-439604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00" t="-4412" r="-273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68317" t="-4412" r="-170297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37624" t="-4412" r="-990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63861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4412" r="-63861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204412" r="-545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204412" r="-43960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204412" r="-273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204412" r="-170297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204412" r="-990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4412" r="-63861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4412" r="-63861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4412" r="-63861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504412" r="-545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504412" r="-43960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504412" r="-273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504412" r="-170297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504412" r="-99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04412" r="-63861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8" name="Tabelle 197">
                <a:extLst>
                  <a:ext uri="{FF2B5EF4-FFF2-40B4-BE49-F238E27FC236}">
                    <a16:creationId xmlns:a16="http://schemas.microsoft.com/office/drawing/2014/main" id="{85D1ABCB-2B7F-2533-6AA3-C18EC8CA1A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2468921"/>
                  </p:ext>
                </p:extLst>
              </p:nvPr>
            </p:nvGraphicFramePr>
            <p:xfrm>
              <a:off x="952575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8" name="Tabelle 197">
                <a:extLst>
                  <a:ext uri="{FF2B5EF4-FFF2-40B4-BE49-F238E27FC236}">
                    <a16:creationId xmlns:a16="http://schemas.microsoft.com/office/drawing/2014/main" id="{85D1ABCB-2B7F-2533-6AA3-C18EC8CA1A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2468921"/>
                  </p:ext>
                </p:extLst>
              </p:nvPr>
            </p:nvGraphicFramePr>
            <p:xfrm>
              <a:off x="952575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638614" b="-5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7692" r="-638614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95652" r="-63861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195652" r="-545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195652" r="-4396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195652" r="-273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195652" r="-170297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195652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0000" r="-638614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0000" r="-63861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400000" r="-54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400000" r="-4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400000" r="-2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400000" r="-1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400000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00000" r="-638614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9" name="Textfeld 198">
            <a:extLst>
              <a:ext uri="{FF2B5EF4-FFF2-40B4-BE49-F238E27FC236}">
                <a16:creationId xmlns:a16="http://schemas.microsoft.com/office/drawing/2014/main" id="{14533C37-020C-AA99-DD9D-5FABBFBEB983}"/>
              </a:ext>
            </a:extLst>
          </p:cNvPr>
          <p:cNvSpPr txBox="1"/>
          <p:nvPr/>
        </p:nvSpPr>
        <p:spPr>
          <a:xfrm rot="16200000">
            <a:off x="-303146" y="211489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Group 1</a:t>
            </a:r>
          </a:p>
        </p:txBody>
      </p:sp>
      <p:sp>
        <p:nvSpPr>
          <p:cNvPr id="200" name="Textfeld 199">
            <a:extLst>
              <a:ext uri="{FF2B5EF4-FFF2-40B4-BE49-F238E27FC236}">
                <a16:creationId xmlns:a16="http://schemas.microsoft.com/office/drawing/2014/main" id="{76DAC97D-1956-F3EB-B543-7EC511AF35AE}"/>
              </a:ext>
            </a:extLst>
          </p:cNvPr>
          <p:cNvSpPr txBox="1"/>
          <p:nvPr/>
        </p:nvSpPr>
        <p:spPr>
          <a:xfrm rot="16200000">
            <a:off x="-303147" y="462537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201" name="Geschweifte Klammer links 200">
            <a:extLst>
              <a:ext uri="{FF2B5EF4-FFF2-40B4-BE49-F238E27FC236}">
                <a16:creationId xmlns:a16="http://schemas.microsoft.com/office/drawing/2014/main" id="{C5DD94A5-13A5-F534-C7E4-989BCB9FDDF6}"/>
              </a:ext>
            </a:extLst>
          </p:cNvPr>
          <p:cNvSpPr/>
          <p:nvPr/>
        </p:nvSpPr>
        <p:spPr>
          <a:xfrm>
            <a:off x="422967" y="1088075"/>
            <a:ext cx="118872" cy="2484004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Geschweifte Klammer links 201">
            <a:extLst>
              <a:ext uri="{FF2B5EF4-FFF2-40B4-BE49-F238E27FC236}">
                <a16:creationId xmlns:a16="http://schemas.microsoft.com/office/drawing/2014/main" id="{EC1130E1-9970-E77F-E9E3-22E1B7F33FAC}"/>
              </a:ext>
            </a:extLst>
          </p:cNvPr>
          <p:cNvSpPr/>
          <p:nvPr/>
        </p:nvSpPr>
        <p:spPr>
          <a:xfrm>
            <a:off x="422967" y="381724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feld 202">
            <a:extLst>
              <a:ext uri="{FF2B5EF4-FFF2-40B4-BE49-F238E27FC236}">
                <a16:creationId xmlns:a16="http://schemas.microsoft.com/office/drawing/2014/main" id="{602BC15B-1E6B-8DA7-1802-F6C8FFCB02D5}"/>
              </a:ext>
            </a:extLst>
          </p:cNvPr>
          <p:cNvSpPr txBox="1"/>
          <p:nvPr/>
        </p:nvSpPr>
        <p:spPr>
          <a:xfrm>
            <a:off x="1557664" y="8280"/>
            <a:ext cx="3926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Aggregated count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30794C6B-9BA8-6689-1F24-6ACA3A516DEB}"/>
                  </a:ext>
                </a:extLst>
              </p:cNvPr>
              <p:cNvSpPr txBox="1"/>
              <p:nvPr/>
            </p:nvSpPr>
            <p:spPr>
              <a:xfrm>
                <a:off x="6601255" y="702389"/>
                <a:ext cx="4626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30794C6B-9BA8-6689-1F24-6ACA3A516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255" y="702389"/>
                <a:ext cx="46268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Textfeld 204">
            <a:extLst>
              <a:ext uri="{FF2B5EF4-FFF2-40B4-BE49-F238E27FC236}">
                <a16:creationId xmlns:a16="http://schemas.microsoft.com/office/drawing/2014/main" id="{46982715-64C6-C41B-C128-3984782C4263}"/>
              </a:ext>
            </a:extLst>
          </p:cNvPr>
          <p:cNvSpPr txBox="1"/>
          <p:nvPr/>
        </p:nvSpPr>
        <p:spPr>
          <a:xfrm rot="16200000">
            <a:off x="-559541" y="2134188"/>
            <a:ext cx="2475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206" name="Textfeld 205">
            <a:extLst>
              <a:ext uri="{FF2B5EF4-FFF2-40B4-BE49-F238E27FC236}">
                <a16:creationId xmlns:a16="http://schemas.microsoft.com/office/drawing/2014/main" id="{1DC65110-2219-E6AB-1C6F-6391847BD51C}"/>
              </a:ext>
            </a:extLst>
          </p:cNvPr>
          <p:cNvSpPr txBox="1"/>
          <p:nvPr/>
        </p:nvSpPr>
        <p:spPr>
          <a:xfrm rot="16200000">
            <a:off x="-538766" y="4841100"/>
            <a:ext cx="244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7" name="Tabelle 206">
                <a:extLst>
                  <a:ext uri="{FF2B5EF4-FFF2-40B4-BE49-F238E27FC236}">
                    <a16:creationId xmlns:a16="http://schemas.microsoft.com/office/drawing/2014/main" id="{8D260089-72F9-8EE4-AA0B-CD66F71EDC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5847727"/>
                  </p:ext>
                </p:extLst>
              </p:nvPr>
            </p:nvGraphicFramePr>
            <p:xfrm>
              <a:off x="6526565" y="1096407"/>
              <a:ext cx="648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3559879621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50733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91127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142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60052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73666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8028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7" name="Tabelle 206">
                <a:extLst>
                  <a:ext uri="{FF2B5EF4-FFF2-40B4-BE49-F238E27FC236}">
                    <a16:creationId xmlns:a16="http://schemas.microsoft.com/office/drawing/2014/main" id="{8D260089-72F9-8EE4-AA0B-CD66F71EDC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5847727"/>
                  </p:ext>
                </p:extLst>
              </p:nvPr>
            </p:nvGraphicFramePr>
            <p:xfrm>
              <a:off x="6526565" y="1096407"/>
              <a:ext cx="648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3559879621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50733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4412" r="-935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91127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142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60052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05882" r="-935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73666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8028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8" name="Tabelle 207">
                <a:extLst>
                  <a:ext uri="{FF2B5EF4-FFF2-40B4-BE49-F238E27FC236}">
                    <a16:creationId xmlns:a16="http://schemas.microsoft.com/office/drawing/2014/main" id="{786BF03E-D630-B516-CC9B-3252975D4C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7614916"/>
                  </p:ext>
                </p:extLst>
              </p:nvPr>
            </p:nvGraphicFramePr>
            <p:xfrm>
              <a:off x="6526565" y="3816035"/>
              <a:ext cx="648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981746092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1.72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39132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487085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262049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97579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4429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6063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8" name="Tabelle 207">
                <a:extLst>
                  <a:ext uri="{FF2B5EF4-FFF2-40B4-BE49-F238E27FC236}">
                    <a16:creationId xmlns:a16="http://schemas.microsoft.com/office/drawing/2014/main" id="{786BF03E-D630-B516-CC9B-3252975D4C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7614916"/>
                  </p:ext>
                </p:extLst>
              </p:nvPr>
            </p:nvGraphicFramePr>
            <p:xfrm>
              <a:off x="6526565" y="3816035"/>
              <a:ext cx="648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98174609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1.72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3913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487085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195652" r="-935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262049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97579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400000" r="-935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4429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6063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9" name="Textfeld 208">
            <a:extLst>
              <a:ext uri="{FF2B5EF4-FFF2-40B4-BE49-F238E27FC236}">
                <a16:creationId xmlns:a16="http://schemas.microsoft.com/office/drawing/2014/main" id="{58345460-6649-8043-DD7E-9CACF4786246}"/>
              </a:ext>
            </a:extLst>
          </p:cNvPr>
          <p:cNvSpPr txBox="1"/>
          <p:nvPr/>
        </p:nvSpPr>
        <p:spPr>
          <a:xfrm>
            <a:off x="5877440" y="133"/>
            <a:ext cx="1946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Within-sample</a:t>
            </a:r>
          </a:p>
          <a:p>
            <a:pPr algn="ctr"/>
            <a:r>
              <a:rPr lang="en-US" sz="2200" b="1" dirty="0"/>
              <a:t>diversity</a:t>
            </a:r>
          </a:p>
        </p:txBody>
      </p:sp>
      <p:sp>
        <p:nvSpPr>
          <p:cNvPr id="210" name="Textfeld 209">
            <a:extLst>
              <a:ext uri="{FF2B5EF4-FFF2-40B4-BE49-F238E27FC236}">
                <a16:creationId xmlns:a16="http://schemas.microsoft.com/office/drawing/2014/main" id="{C149C856-9626-A3F9-70B4-2AF18E4B8BBA}"/>
              </a:ext>
            </a:extLst>
          </p:cNvPr>
          <p:cNvSpPr txBox="1"/>
          <p:nvPr/>
        </p:nvSpPr>
        <p:spPr>
          <a:xfrm>
            <a:off x="1714134" y="402365"/>
            <a:ext cx="3922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211" name="Textfeld 210">
            <a:extLst>
              <a:ext uri="{FF2B5EF4-FFF2-40B4-BE49-F238E27FC236}">
                <a16:creationId xmlns:a16="http://schemas.microsoft.com/office/drawing/2014/main" id="{78FF70BC-250D-A0AE-291C-5C279658EE9F}"/>
              </a:ext>
            </a:extLst>
          </p:cNvPr>
          <p:cNvSpPr txBox="1"/>
          <p:nvPr/>
        </p:nvSpPr>
        <p:spPr>
          <a:xfrm>
            <a:off x="8975901" y="0"/>
            <a:ext cx="32386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Compare within-sample diversity between groups</a:t>
            </a:r>
          </a:p>
        </p:txBody>
      </p:sp>
      <p:sp>
        <p:nvSpPr>
          <p:cNvPr id="212" name="Rechteck 211">
            <a:extLst>
              <a:ext uri="{FF2B5EF4-FFF2-40B4-BE49-F238E27FC236}">
                <a16:creationId xmlns:a16="http://schemas.microsoft.com/office/drawing/2014/main" id="{B6356096-4B7F-9573-ECAF-90AEFE9CC5B8}"/>
              </a:ext>
            </a:extLst>
          </p:cNvPr>
          <p:cNvSpPr/>
          <p:nvPr/>
        </p:nvSpPr>
        <p:spPr>
          <a:xfrm>
            <a:off x="1567118" y="5022149"/>
            <a:ext cx="3917386" cy="4140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511C2A54-4ECE-7633-2040-3110C6978406}"/>
              </a:ext>
            </a:extLst>
          </p:cNvPr>
          <p:cNvSpPr/>
          <p:nvPr/>
        </p:nvSpPr>
        <p:spPr>
          <a:xfrm>
            <a:off x="1567118" y="1916079"/>
            <a:ext cx="3922632" cy="4140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hteck 213">
            <a:extLst>
              <a:ext uri="{FF2B5EF4-FFF2-40B4-BE49-F238E27FC236}">
                <a16:creationId xmlns:a16="http://schemas.microsoft.com/office/drawing/2014/main" id="{9B0F73B6-1BED-4C8D-138C-6C9CD78F3367}"/>
              </a:ext>
            </a:extLst>
          </p:cNvPr>
          <p:cNvSpPr/>
          <p:nvPr/>
        </p:nvSpPr>
        <p:spPr>
          <a:xfrm>
            <a:off x="6526565" y="1919327"/>
            <a:ext cx="648000" cy="4140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Rechteck 214">
            <a:extLst>
              <a:ext uri="{FF2B5EF4-FFF2-40B4-BE49-F238E27FC236}">
                <a16:creationId xmlns:a16="http://schemas.microsoft.com/office/drawing/2014/main" id="{22F4563F-1FD3-ECCD-B1DF-6094D23FD314}"/>
              </a:ext>
            </a:extLst>
          </p:cNvPr>
          <p:cNvSpPr/>
          <p:nvPr/>
        </p:nvSpPr>
        <p:spPr>
          <a:xfrm>
            <a:off x="6526564" y="5015098"/>
            <a:ext cx="648001" cy="4140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6" name="Gerade Verbindung mit Pfeil 215">
            <a:extLst>
              <a:ext uri="{FF2B5EF4-FFF2-40B4-BE49-F238E27FC236}">
                <a16:creationId xmlns:a16="http://schemas.microsoft.com/office/drawing/2014/main" id="{6AB1589B-D861-5EEC-CEF5-05A75D434EED}"/>
              </a:ext>
            </a:extLst>
          </p:cNvPr>
          <p:cNvCxnSpPr>
            <a:cxnSpLocks/>
          </p:cNvCxnSpPr>
          <p:nvPr/>
        </p:nvCxnSpPr>
        <p:spPr>
          <a:xfrm>
            <a:off x="5636903" y="2135370"/>
            <a:ext cx="70712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3766B2EC-F992-6B5B-C603-55557071B108}"/>
              </a:ext>
            </a:extLst>
          </p:cNvPr>
          <p:cNvCxnSpPr>
            <a:cxnSpLocks/>
          </p:cNvCxnSpPr>
          <p:nvPr/>
        </p:nvCxnSpPr>
        <p:spPr>
          <a:xfrm>
            <a:off x="5636903" y="5229090"/>
            <a:ext cx="70712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8" name="Gruppieren 217">
            <a:extLst>
              <a:ext uri="{FF2B5EF4-FFF2-40B4-BE49-F238E27FC236}">
                <a16:creationId xmlns:a16="http://schemas.microsoft.com/office/drawing/2014/main" id="{3BFA1D6A-ACD1-52AB-0EB3-1A50FCB571CD}"/>
              </a:ext>
            </a:extLst>
          </p:cNvPr>
          <p:cNvGrpSpPr/>
          <p:nvPr/>
        </p:nvGrpSpPr>
        <p:grpSpPr>
          <a:xfrm>
            <a:off x="8665128" y="1088074"/>
            <a:ext cx="3258650" cy="3559254"/>
            <a:chOff x="8885048" y="1088074"/>
            <a:chExt cx="3258650" cy="3559254"/>
          </a:xfrm>
        </p:grpSpPr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FE9F1025-DD69-0AF7-7EDB-4DA6AB68BF4E}"/>
                </a:ext>
              </a:extLst>
            </p:cNvPr>
            <p:cNvSpPr/>
            <p:nvPr/>
          </p:nvSpPr>
          <p:spPr>
            <a:xfrm>
              <a:off x="10121665" y="2140776"/>
              <a:ext cx="561849" cy="1438391"/>
            </a:xfrm>
            <a:custGeom>
              <a:avLst/>
              <a:gdLst>
                <a:gd name="csX0" fmla="*/ 0 w 561849"/>
                <a:gd name="csY0" fmla="*/ 0 h 1438391"/>
                <a:gd name="csX1" fmla="*/ 561849 w 561849"/>
                <a:gd name="csY1" fmla="*/ 0 h 1438391"/>
                <a:gd name="csX2" fmla="*/ 561849 w 561849"/>
                <a:gd name="csY2" fmla="*/ 1438392 h 1438391"/>
                <a:gd name="csX3" fmla="*/ 0 w 561849"/>
                <a:gd name="csY3" fmla="*/ 1438392 h 1438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61849" h="1438391">
                  <a:moveTo>
                    <a:pt x="0" y="0"/>
                  </a:moveTo>
                  <a:lnTo>
                    <a:pt x="561849" y="0"/>
                  </a:lnTo>
                  <a:lnTo>
                    <a:pt x="561849" y="1438392"/>
                  </a:lnTo>
                  <a:lnTo>
                    <a:pt x="0" y="1438392"/>
                  </a:lnTo>
                  <a:close/>
                </a:path>
              </a:pathLst>
            </a:custGeom>
            <a:solidFill>
              <a:srgbClr val="E2F1FE"/>
            </a:solidFill>
            <a:ln w="25400" cap="flat">
              <a:solidFill>
                <a:srgbClr val="2F559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25104AC0-16F0-C4C1-B082-CFC83E08310D}"/>
                </a:ext>
              </a:extLst>
            </p:cNvPr>
            <p:cNvSpPr/>
            <p:nvPr/>
          </p:nvSpPr>
          <p:spPr>
            <a:xfrm>
              <a:off x="10121665" y="2839504"/>
              <a:ext cx="561849" cy="8397"/>
            </a:xfrm>
            <a:custGeom>
              <a:avLst/>
              <a:gdLst>
                <a:gd name="csX0" fmla="*/ 0 w 561849"/>
                <a:gd name="csY0" fmla="*/ 0 h 8397"/>
                <a:gd name="csX1" fmla="*/ 561849 w 561849"/>
                <a:gd name="csY1" fmla="*/ 0 h 8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61849" h="8397">
                  <a:moveTo>
                    <a:pt x="0" y="0"/>
                  </a:moveTo>
                  <a:lnTo>
                    <a:pt x="561849" y="0"/>
                  </a:lnTo>
                </a:path>
              </a:pathLst>
            </a:custGeom>
            <a:noFill/>
            <a:ln w="28607" cap="flat">
              <a:solidFill>
                <a:srgbClr val="2F559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6569CBCE-7DBA-CEB0-F706-8A93E353B6E2}"/>
                </a:ext>
              </a:extLst>
            </p:cNvPr>
            <p:cNvSpPr/>
            <p:nvPr/>
          </p:nvSpPr>
          <p:spPr>
            <a:xfrm>
              <a:off x="11295620" y="1594113"/>
              <a:ext cx="561813" cy="1583372"/>
            </a:xfrm>
            <a:custGeom>
              <a:avLst/>
              <a:gdLst>
                <a:gd name="csX0" fmla="*/ 0 w 561813"/>
                <a:gd name="csY0" fmla="*/ 0 h 1583372"/>
                <a:gd name="csX1" fmla="*/ 561814 w 561813"/>
                <a:gd name="csY1" fmla="*/ 0 h 1583372"/>
                <a:gd name="csX2" fmla="*/ 561814 w 561813"/>
                <a:gd name="csY2" fmla="*/ 1583372 h 1583372"/>
                <a:gd name="csX3" fmla="*/ 0 w 561813"/>
                <a:gd name="csY3" fmla="*/ 1583372 h 15833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61813" h="1583372">
                  <a:moveTo>
                    <a:pt x="0" y="0"/>
                  </a:moveTo>
                  <a:lnTo>
                    <a:pt x="561814" y="0"/>
                  </a:lnTo>
                  <a:lnTo>
                    <a:pt x="561814" y="1583372"/>
                  </a:lnTo>
                  <a:lnTo>
                    <a:pt x="0" y="1583372"/>
                  </a:lnTo>
                  <a:close/>
                </a:path>
              </a:pathLst>
            </a:custGeom>
            <a:solidFill>
              <a:srgbClr val="E2F0D9"/>
            </a:solidFill>
            <a:ln w="25400" cap="flat">
              <a:solidFill>
                <a:srgbClr val="54823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838D3CB7-ED6B-2F66-DD37-FF175AC7740C}"/>
                </a:ext>
              </a:extLst>
            </p:cNvPr>
            <p:cNvSpPr/>
            <p:nvPr/>
          </p:nvSpPr>
          <p:spPr>
            <a:xfrm>
              <a:off x="11295620" y="1815455"/>
              <a:ext cx="561813" cy="8397"/>
            </a:xfrm>
            <a:custGeom>
              <a:avLst/>
              <a:gdLst>
                <a:gd name="csX0" fmla="*/ 0 w 561813"/>
                <a:gd name="csY0" fmla="*/ 0 h 8397"/>
                <a:gd name="csX1" fmla="*/ 561814 w 561813"/>
                <a:gd name="csY1" fmla="*/ 0 h 8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61813" h="8397">
                  <a:moveTo>
                    <a:pt x="0" y="0"/>
                  </a:moveTo>
                  <a:lnTo>
                    <a:pt x="561814" y="0"/>
                  </a:lnTo>
                </a:path>
              </a:pathLst>
            </a:custGeom>
            <a:noFill/>
            <a:ln w="28607" cap="flat">
              <a:solidFill>
                <a:srgbClr val="3F7F2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290E2BBD-F0D9-04B1-3780-C85216681699}"/>
                </a:ext>
              </a:extLst>
            </p:cNvPr>
            <p:cNvSpPr/>
            <p:nvPr/>
          </p:nvSpPr>
          <p:spPr>
            <a:xfrm>
              <a:off x="10360219" y="3949268"/>
              <a:ext cx="97196" cy="97162"/>
            </a:xfrm>
            <a:custGeom>
              <a:avLst/>
              <a:gdLst>
                <a:gd name="csX0" fmla="*/ 97196 w 97196"/>
                <a:gd name="csY0" fmla="*/ 48585 h 97162"/>
                <a:gd name="csX1" fmla="*/ 48611 w 97196"/>
                <a:gd name="csY1" fmla="*/ 97162 h 97162"/>
                <a:gd name="csX2" fmla="*/ 0 w 97196"/>
                <a:gd name="csY2" fmla="*/ 48585 h 97162"/>
                <a:gd name="csX3" fmla="*/ 48611 w 97196"/>
                <a:gd name="csY3" fmla="*/ 0 h 97162"/>
                <a:gd name="csX4" fmla="*/ 97196 w 97196"/>
                <a:gd name="csY4" fmla="*/ 48585 h 97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96" h="97162">
                  <a:moveTo>
                    <a:pt x="97196" y="48585"/>
                  </a:moveTo>
                  <a:cubicBezTo>
                    <a:pt x="97196" y="75414"/>
                    <a:pt x="75448" y="97162"/>
                    <a:pt x="48611" y="97162"/>
                  </a:cubicBezTo>
                  <a:cubicBezTo>
                    <a:pt x="21782" y="97162"/>
                    <a:pt x="0" y="75414"/>
                    <a:pt x="0" y="48585"/>
                  </a:cubicBezTo>
                  <a:cubicBezTo>
                    <a:pt x="0" y="21748"/>
                    <a:pt x="21782" y="0"/>
                    <a:pt x="48611" y="0"/>
                  </a:cubicBezTo>
                  <a:cubicBezTo>
                    <a:pt x="75448" y="0"/>
                    <a:pt x="97196" y="21748"/>
                    <a:pt x="97196" y="48585"/>
                  </a:cubicBezTo>
                </a:path>
              </a:pathLst>
            </a:custGeom>
            <a:solidFill>
              <a:srgbClr val="2F5597"/>
            </a:solidFill>
            <a:ln w="12700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0523CF8B-8700-4323-9DDB-3D905F08120C}"/>
                </a:ext>
              </a:extLst>
            </p:cNvPr>
            <p:cNvSpPr/>
            <p:nvPr/>
          </p:nvSpPr>
          <p:spPr>
            <a:xfrm>
              <a:off x="10303396" y="1310190"/>
              <a:ext cx="97154" cy="97156"/>
            </a:xfrm>
            <a:custGeom>
              <a:avLst/>
              <a:gdLst>
                <a:gd name="csX0" fmla="*/ 97154 w 97154"/>
                <a:gd name="csY0" fmla="*/ 48578 h 97156"/>
                <a:gd name="csX1" fmla="*/ 48577 w 97154"/>
                <a:gd name="csY1" fmla="*/ 97157 h 97156"/>
                <a:gd name="csX2" fmla="*/ 0 w 97154"/>
                <a:gd name="csY2" fmla="*/ 48578 h 97156"/>
                <a:gd name="csX3" fmla="*/ 48577 w 97154"/>
                <a:gd name="csY3" fmla="*/ 0 h 97156"/>
                <a:gd name="csX4" fmla="*/ 97154 w 97154"/>
                <a:gd name="csY4" fmla="*/ 48578 h 9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6">
                  <a:moveTo>
                    <a:pt x="97154" y="48578"/>
                  </a:moveTo>
                  <a:cubicBezTo>
                    <a:pt x="97154" y="75409"/>
                    <a:pt x="75414" y="97157"/>
                    <a:pt x="48577" y="97157"/>
                  </a:cubicBezTo>
                  <a:cubicBezTo>
                    <a:pt x="21748" y="97157"/>
                    <a:pt x="0" y="75409"/>
                    <a:pt x="0" y="48578"/>
                  </a:cubicBezTo>
                  <a:cubicBezTo>
                    <a:pt x="0" y="21747"/>
                    <a:pt x="21748" y="0"/>
                    <a:pt x="48577" y="0"/>
                  </a:cubicBezTo>
                  <a:cubicBezTo>
                    <a:pt x="75414" y="0"/>
                    <a:pt x="97154" y="21747"/>
                    <a:pt x="97154" y="48578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A53DF851-7629-E917-8324-346132800FFC}"/>
                </a:ext>
              </a:extLst>
            </p:cNvPr>
            <p:cNvSpPr/>
            <p:nvPr/>
          </p:nvSpPr>
          <p:spPr>
            <a:xfrm>
              <a:off x="10438001" y="2222949"/>
              <a:ext cx="97162" cy="97154"/>
            </a:xfrm>
            <a:custGeom>
              <a:avLst/>
              <a:gdLst>
                <a:gd name="csX0" fmla="*/ 97162 w 97162"/>
                <a:gd name="csY0" fmla="*/ 48577 h 97154"/>
                <a:gd name="csX1" fmla="*/ 48585 w 97162"/>
                <a:gd name="csY1" fmla="*/ 97154 h 97154"/>
                <a:gd name="csX2" fmla="*/ 0 w 97162"/>
                <a:gd name="csY2" fmla="*/ 48577 h 97154"/>
                <a:gd name="csX3" fmla="*/ 48585 w 97162"/>
                <a:gd name="csY3" fmla="*/ 0 h 97154"/>
                <a:gd name="csX4" fmla="*/ 97162 w 97162"/>
                <a:gd name="csY4" fmla="*/ 48577 h 97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62" h="97154">
                  <a:moveTo>
                    <a:pt x="97162" y="48577"/>
                  </a:moveTo>
                  <a:cubicBezTo>
                    <a:pt x="97162" y="75406"/>
                    <a:pt x="75414" y="97154"/>
                    <a:pt x="48585" y="97154"/>
                  </a:cubicBezTo>
                  <a:cubicBezTo>
                    <a:pt x="21748" y="97154"/>
                    <a:pt x="0" y="75406"/>
                    <a:pt x="0" y="48577"/>
                  </a:cubicBezTo>
                  <a:cubicBezTo>
                    <a:pt x="0" y="21748"/>
                    <a:pt x="21748" y="0"/>
                    <a:pt x="48585" y="0"/>
                  </a:cubicBezTo>
                  <a:cubicBezTo>
                    <a:pt x="75414" y="0"/>
                    <a:pt x="97162" y="21748"/>
                    <a:pt x="97162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9EB27B34-0684-C42E-75FC-425579C8AFCA}"/>
                </a:ext>
              </a:extLst>
            </p:cNvPr>
            <p:cNvSpPr/>
            <p:nvPr/>
          </p:nvSpPr>
          <p:spPr>
            <a:xfrm>
              <a:off x="10462965" y="3665884"/>
              <a:ext cx="97195" cy="97154"/>
            </a:xfrm>
            <a:custGeom>
              <a:avLst/>
              <a:gdLst>
                <a:gd name="csX0" fmla="*/ 97196 w 97195"/>
                <a:gd name="csY0" fmla="*/ 48577 h 97154"/>
                <a:gd name="csX1" fmla="*/ 48611 w 97195"/>
                <a:gd name="csY1" fmla="*/ 97154 h 97154"/>
                <a:gd name="csX2" fmla="*/ 0 w 97195"/>
                <a:gd name="csY2" fmla="*/ 48577 h 97154"/>
                <a:gd name="csX3" fmla="*/ 48611 w 97195"/>
                <a:gd name="csY3" fmla="*/ 0 h 97154"/>
                <a:gd name="csX4" fmla="*/ 97196 w 97195"/>
                <a:gd name="csY4" fmla="*/ 48577 h 97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95" h="97154">
                  <a:moveTo>
                    <a:pt x="97196" y="48577"/>
                  </a:moveTo>
                  <a:cubicBezTo>
                    <a:pt x="97196" y="75406"/>
                    <a:pt x="75448" y="97154"/>
                    <a:pt x="48611" y="97154"/>
                  </a:cubicBezTo>
                  <a:cubicBezTo>
                    <a:pt x="21748" y="97154"/>
                    <a:pt x="0" y="75406"/>
                    <a:pt x="0" y="48577"/>
                  </a:cubicBezTo>
                  <a:cubicBezTo>
                    <a:pt x="0" y="21740"/>
                    <a:pt x="21748" y="0"/>
                    <a:pt x="48611" y="0"/>
                  </a:cubicBezTo>
                  <a:cubicBezTo>
                    <a:pt x="75448" y="0"/>
                    <a:pt x="97196" y="21740"/>
                    <a:pt x="97196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9280A67B-EF97-C10C-9537-07F1F0DA2B45}"/>
                </a:ext>
              </a:extLst>
            </p:cNvPr>
            <p:cNvSpPr/>
            <p:nvPr/>
          </p:nvSpPr>
          <p:spPr>
            <a:xfrm>
              <a:off x="10415555" y="1648227"/>
              <a:ext cx="97187" cy="97156"/>
            </a:xfrm>
            <a:custGeom>
              <a:avLst/>
              <a:gdLst>
                <a:gd name="csX0" fmla="*/ 97188 w 97187"/>
                <a:gd name="csY0" fmla="*/ 48579 h 97156"/>
                <a:gd name="csX1" fmla="*/ 48611 w 97187"/>
                <a:gd name="csY1" fmla="*/ 97157 h 97156"/>
                <a:gd name="csX2" fmla="*/ 0 w 97187"/>
                <a:gd name="csY2" fmla="*/ 48579 h 97156"/>
                <a:gd name="csX3" fmla="*/ 48611 w 97187"/>
                <a:gd name="csY3" fmla="*/ 0 h 97156"/>
                <a:gd name="csX4" fmla="*/ 97188 w 97187"/>
                <a:gd name="csY4" fmla="*/ 48579 h 9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87" h="97156">
                  <a:moveTo>
                    <a:pt x="97188" y="48579"/>
                  </a:moveTo>
                  <a:cubicBezTo>
                    <a:pt x="97188" y="75410"/>
                    <a:pt x="75439" y="97157"/>
                    <a:pt x="48611" y="97157"/>
                  </a:cubicBezTo>
                  <a:cubicBezTo>
                    <a:pt x="21748" y="97157"/>
                    <a:pt x="0" y="75410"/>
                    <a:pt x="0" y="48579"/>
                  </a:cubicBezTo>
                  <a:cubicBezTo>
                    <a:pt x="0" y="21748"/>
                    <a:pt x="21748" y="0"/>
                    <a:pt x="48611" y="0"/>
                  </a:cubicBezTo>
                  <a:cubicBezTo>
                    <a:pt x="75439" y="0"/>
                    <a:pt x="97188" y="21748"/>
                    <a:pt x="97188" y="48579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4D0DE6D6-8D47-4E8E-6D3A-7BA11E437F6D}"/>
                </a:ext>
              </a:extLst>
            </p:cNvPr>
            <p:cNvSpPr/>
            <p:nvPr/>
          </p:nvSpPr>
          <p:spPr>
            <a:xfrm>
              <a:off x="10272906" y="3511806"/>
              <a:ext cx="97154" cy="97154"/>
            </a:xfrm>
            <a:custGeom>
              <a:avLst/>
              <a:gdLst>
                <a:gd name="csX0" fmla="*/ 97154 w 97154"/>
                <a:gd name="csY0" fmla="*/ 48577 h 97154"/>
                <a:gd name="csX1" fmla="*/ 48577 w 97154"/>
                <a:gd name="csY1" fmla="*/ 97154 h 97154"/>
                <a:gd name="csX2" fmla="*/ 0 w 97154"/>
                <a:gd name="csY2" fmla="*/ 48577 h 97154"/>
                <a:gd name="csX3" fmla="*/ 48577 w 97154"/>
                <a:gd name="csY3" fmla="*/ 0 h 97154"/>
                <a:gd name="csX4" fmla="*/ 97154 w 97154"/>
                <a:gd name="csY4" fmla="*/ 48577 h 97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4">
                  <a:moveTo>
                    <a:pt x="97154" y="48577"/>
                  </a:moveTo>
                  <a:cubicBezTo>
                    <a:pt x="97154" y="75406"/>
                    <a:pt x="75406" y="97154"/>
                    <a:pt x="48577" y="97154"/>
                  </a:cubicBezTo>
                  <a:cubicBezTo>
                    <a:pt x="21748" y="97154"/>
                    <a:pt x="0" y="75406"/>
                    <a:pt x="0" y="48577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06" y="0"/>
                    <a:pt x="97154" y="21748"/>
                    <a:pt x="97154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890599C6-B7AA-A8E7-16BE-3D78B4CDD09A}"/>
                </a:ext>
              </a:extLst>
            </p:cNvPr>
            <p:cNvSpPr/>
            <p:nvPr/>
          </p:nvSpPr>
          <p:spPr>
            <a:xfrm>
              <a:off x="11499005" y="1545772"/>
              <a:ext cx="97154" cy="97157"/>
            </a:xfrm>
            <a:custGeom>
              <a:avLst/>
              <a:gdLst>
                <a:gd name="csX0" fmla="*/ 97154 w 97154"/>
                <a:gd name="csY0" fmla="*/ 48579 h 97157"/>
                <a:gd name="csX1" fmla="*/ 48577 w 97154"/>
                <a:gd name="csY1" fmla="*/ 97157 h 97157"/>
                <a:gd name="csX2" fmla="*/ 0 w 97154"/>
                <a:gd name="csY2" fmla="*/ 48579 h 97157"/>
                <a:gd name="csX3" fmla="*/ 48577 w 97154"/>
                <a:gd name="csY3" fmla="*/ 0 h 97157"/>
                <a:gd name="csX4" fmla="*/ 97154 w 97154"/>
                <a:gd name="csY4" fmla="*/ 48579 h 971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7">
                  <a:moveTo>
                    <a:pt x="97154" y="48579"/>
                  </a:moveTo>
                  <a:cubicBezTo>
                    <a:pt x="97154" y="75410"/>
                    <a:pt x="75406" y="97157"/>
                    <a:pt x="48577" y="97157"/>
                  </a:cubicBezTo>
                  <a:cubicBezTo>
                    <a:pt x="21748" y="97157"/>
                    <a:pt x="0" y="75410"/>
                    <a:pt x="0" y="48579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06" y="0"/>
                    <a:pt x="97154" y="21748"/>
                    <a:pt x="97154" y="48579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3928FC3D-E544-207E-29B4-4DEC8C4C5391}"/>
                </a:ext>
              </a:extLst>
            </p:cNvPr>
            <p:cNvSpPr/>
            <p:nvPr/>
          </p:nvSpPr>
          <p:spPr>
            <a:xfrm>
              <a:off x="11590029" y="3751618"/>
              <a:ext cx="97154" cy="97162"/>
            </a:xfrm>
            <a:custGeom>
              <a:avLst/>
              <a:gdLst>
                <a:gd name="csX0" fmla="*/ 97154 w 97154"/>
                <a:gd name="csY0" fmla="*/ 48585 h 97162"/>
                <a:gd name="csX1" fmla="*/ 48577 w 97154"/>
                <a:gd name="csY1" fmla="*/ 97162 h 97162"/>
                <a:gd name="csX2" fmla="*/ 0 w 97154"/>
                <a:gd name="csY2" fmla="*/ 48585 h 97162"/>
                <a:gd name="csX3" fmla="*/ 48577 w 97154"/>
                <a:gd name="csY3" fmla="*/ 0 h 97162"/>
                <a:gd name="csX4" fmla="*/ 97154 w 97154"/>
                <a:gd name="csY4" fmla="*/ 48585 h 97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62">
                  <a:moveTo>
                    <a:pt x="97154" y="48585"/>
                  </a:moveTo>
                  <a:cubicBezTo>
                    <a:pt x="97154" y="75414"/>
                    <a:pt x="75406" y="97162"/>
                    <a:pt x="48577" y="97162"/>
                  </a:cubicBezTo>
                  <a:cubicBezTo>
                    <a:pt x="21748" y="97162"/>
                    <a:pt x="0" y="75414"/>
                    <a:pt x="0" y="48585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06" y="0"/>
                    <a:pt x="97154" y="21748"/>
                    <a:pt x="97154" y="48585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3523AE35-C04D-8EA7-7BF7-B303052580E3}"/>
                </a:ext>
              </a:extLst>
            </p:cNvPr>
            <p:cNvSpPr/>
            <p:nvPr/>
          </p:nvSpPr>
          <p:spPr>
            <a:xfrm>
              <a:off x="11629126" y="1362228"/>
              <a:ext cx="97162" cy="97189"/>
            </a:xfrm>
            <a:custGeom>
              <a:avLst/>
              <a:gdLst>
                <a:gd name="csX0" fmla="*/ 97162 w 97162"/>
                <a:gd name="csY0" fmla="*/ 48578 h 97189"/>
                <a:gd name="csX1" fmla="*/ 48585 w 97162"/>
                <a:gd name="csY1" fmla="*/ 97189 h 97189"/>
                <a:gd name="csX2" fmla="*/ 0 w 97162"/>
                <a:gd name="csY2" fmla="*/ 48578 h 97189"/>
                <a:gd name="csX3" fmla="*/ 48585 w 97162"/>
                <a:gd name="csY3" fmla="*/ 0 h 97189"/>
                <a:gd name="csX4" fmla="*/ 97162 w 97162"/>
                <a:gd name="csY4" fmla="*/ 48578 h 971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62" h="97189">
                  <a:moveTo>
                    <a:pt x="97162" y="48578"/>
                  </a:moveTo>
                  <a:cubicBezTo>
                    <a:pt x="97162" y="75409"/>
                    <a:pt x="75414" y="97189"/>
                    <a:pt x="48585" y="97189"/>
                  </a:cubicBezTo>
                  <a:cubicBezTo>
                    <a:pt x="21748" y="97189"/>
                    <a:pt x="0" y="75409"/>
                    <a:pt x="0" y="48578"/>
                  </a:cubicBezTo>
                  <a:cubicBezTo>
                    <a:pt x="0" y="21747"/>
                    <a:pt x="21748" y="0"/>
                    <a:pt x="48585" y="0"/>
                  </a:cubicBezTo>
                  <a:cubicBezTo>
                    <a:pt x="75414" y="0"/>
                    <a:pt x="97162" y="21747"/>
                    <a:pt x="97162" y="48578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D2D2226D-62EA-DE0C-F7EB-6CC52B75AF08}"/>
                </a:ext>
              </a:extLst>
            </p:cNvPr>
            <p:cNvSpPr/>
            <p:nvPr/>
          </p:nvSpPr>
          <p:spPr>
            <a:xfrm>
              <a:off x="11472562" y="3533655"/>
              <a:ext cx="97187" cy="97153"/>
            </a:xfrm>
            <a:custGeom>
              <a:avLst/>
              <a:gdLst>
                <a:gd name="csX0" fmla="*/ 97188 w 97187"/>
                <a:gd name="csY0" fmla="*/ 48577 h 97153"/>
                <a:gd name="csX1" fmla="*/ 48610 w 97187"/>
                <a:gd name="csY1" fmla="*/ 97154 h 97153"/>
                <a:gd name="csX2" fmla="*/ 0 w 97187"/>
                <a:gd name="csY2" fmla="*/ 48577 h 97153"/>
                <a:gd name="csX3" fmla="*/ 48610 w 97187"/>
                <a:gd name="csY3" fmla="*/ 0 h 97153"/>
                <a:gd name="csX4" fmla="*/ 97188 w 97187"/>
                <a:gd name="csY4" fmla="*/ 48577 h 97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87" h="97153">
                  <a:moveTo>
                    <a:pt x="97188" y="48577"/>
                  </a:moveTo>
                  <a:cubicBezTo>
                    <a:pt x="97188" y="75405"/>
                    <a:pt x="75439" y="97154"/>
                    <a:pt x="48610" y="97154"/>
                  </a:cubicBezTo>
                  <a:cubicBezTo>
                    <a:pt x="21782" y="97154"/>
                    <a:pt x="0" y="75405"/>
                    <a:pt x="0" y="48577"/>
                  </a:cubicBezTo>
                  <a:cubicBezTo>
                    <a:pt x="0" y="21748"/>
                    <a:pt x="21782" y="0"/>
                    <a:pt x="48610" y="0"/>
                  </a:cubicBezTo>
                  <a:cubicBezTo>
                    <a:pt x="75439" y="0"/>
                    <a:pt x="97188" y="21748"/>
                    <a:pt x="97188" y="48577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E843214C-AAA6-399F-E177-93434FBCC815}"/>
                </a:ext>
              </a:extLst>
            </p:cNvPr>
            <p:cNvSpPr/>
            <p:nvPr/>
          </p:nvSpPr>
          <p:spPr>
            <a:xfrm>
              <a:off x="11480682" y="1963556"/>
              <a:ext cx="97187" cy="97154"/>
            </a:xfrm>
            <a:custGeom>
              <a:avLst/>
              <a:gdLst>
                <a:gd name="csX0" fmla="*/ 97188 w 97187"/>
                <a:gd name="csY0" fmla="*/ 48577 h 97154"/>
                <a:gd name="csX1" fmla="*/ 48611 w 97187"/>
                <a:gd name="csY1" fmla="*/ 97154 h 97154"/>
                <a:gd name="csX2" fmla="*/ 0 w 97187"/>
                <a:gd name="csY2" fmla="*/ 48577 h 97154"/>
                <a:gd name="csX3" fmla="*/ 48611 w 97187"/>
                <a:gd name="csY3" fmla="*/ 0 h 97154"/>
                <a:gd name="csX4" fmla="*/ 97188 w 97187"/>
                <a:gd name="csY4" fmla="*/ 48577 h 97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87" h="97154">
                  <a:moveTo>
                    <a:pt x="97188" y="48577"/>
                  </a:moveTo>
                  <a:cubicBezTo>
                    <a:pt x="97188" y="75406"/>
                    <a:pt x="75439" y="97154"/>
                    <a:pt x="48611" y="97154"/>
                  </a:cubicBezTo>
                  <a:cubicBezTo>
                    <a:pt x="21782" y="97154"/>
                    <a:pt x="0" y="75406"/>
                    <a:pt x="0" y="48577"/>
                  </a:cubicBezTo>
                  <a:cubicBezTo>
                    <a:pt x="0" y="21740"/>
                    <a:pt x="21782" y="0"/>
                    <a:pt x="48611" y="0"/>
                  </a:cubicBezTo>
                  <a:cubicBezTo>
                    <a:pt x="75439" y="0"/>
                    <a:pt x="97188" y="21740"/>
                    <a:pt x="97188" y="48577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71D72D54-EF78-DB15-7E3B-559266C75624}"/>
                </a:ext>
              </a:extLst>
            </p:cNvPr>
            <p:cNvSpPr/>
            <p:nvPr/>
          </p:nvSpPr>
          <p:spPr>
            <a:xfrm>
              <a:off x="11497510" y="1092252"/>
              <a:ext cx="97154" cy="97156"/>
            </a:xfrm>
            <a:custGeom>
              <a:avLst/>
              <a:gdLst>
                <a:gd name="csX0" fmla="*/ 97154 w 97154"/>
                <a:gd name="csY0" fmla="*/ 48578 h 97156"/>
                <a:gd name="csX1" fmla="*/ 48577 w 97154"/>
                <a:gd name="csY1" fmla="*/ 97157 h 97156"/>
                <a:gd name="csX2" fmla="*/ 0 w 97154"/>
                <a:gd name="csY2" fmla="*/ 48578 h 97156"/>
                <a:gd name="csX3" fmla="*/ 48577 w 97154"/>
                <a:gd name="csY3" fmla="*/ 0 h 97156"/>
                <a:gd name="csX4" fmla="*/ 97154 w 97154"/>
                <a:gd name="csY4" fmla="*/ 48578 h 9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6">
                  <a:moveTo>
                    <a:pt x="97154" y="48578"/>
                  </a:moveTo>
                  <a:cubicBezTo>
                    <a:pt x="97154" y="75409"/>
                    <a:pt x="75406" y="97157"/>
                    <a:pt x="48577" y="97157"/>
                  </a:cubicBezTo>
                  <a:cubicBezTo>
                    <a:pt x="21748" y="97157"/>
                    <a:pt x="0" y="75409"/>
                    <a:pt x="0" y="48578"/>
                  </a:cubicBezTo>
                  <a:cubicBezTo>
                    <a:pt x="0" y="21747"/>
                    <a:pt x="21748" y="0"/>
                    <a:pt x="48577" y="0"/>
                  </a:cubicBezTo>
                  <a:cubicBezTo>
                    <a:pt x="75406" y="0"/>
                    <a:pt x="97154" y="21747"/>
                    <a:pt x="97154" y="48578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2A6592CD-F3C4-36EA-A4A9-875ADF6BBF6C}"/>
                </a:ext>
              </a:extLst>
            </p:cNvPr>
            <p:cNvSpPr/>
            <p:nvPr/>
          </p:nvSpPr>
          <p:spPr>
            <a:xfrm>
              <a:off x="9789685" y="1104558"/>
              <a:ext cx="8397" cy="3037279"/>
            </a:xfrm>
            <a:custGeom>
              <a:avLst/>
              <a:gdLst>
                <a:gd name="csX0" fmla="*/ 0 w 8397"/>
                <a:gd name="csY0" fmla="*/ 3037279 h 3037279"/>
                <a:gd name="csX1" fmla="*/ 0 w 8397"/>
                <a:gd name="csY1" fmla="*/ 0 h 30372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397" h="3037279">
                  <a:moveTo>
                    <a:pt x="0" y="3037279"/>
                  </a:moveTo>
                  <a:lnTo>
                    <a:pt x="0" y="0"/>
                  </a:lnTo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5E590E21-555F-E337-1C17-CF0A72ECF8AE}"/>
                </a:ext>
              </a:extLst>
            </p:cNvPr>
            <p:cNvSpPr/>
            <p:nvPr/>
          </p:nvSpPr>
          <p:spPr>
            <a:xfrm>
              <a:off x="9723817" y="3289401"/>
              <a:ext cx="72000" cy="8397"/>
            </a:xfrm>
            <a:custGeom>
              <a:avLst/>
              <a:gdLst>
                <a:gd name="csX0" fmla="*/ 0 w 29291"/>
                <a:gd name="csY0" fmla="*/ 0 h 8397"/>
                <a:gd name="csX1" fmla="*/ 29291 w 29291"/>
                <a:gd name="csY1" fmla="*/ 0 h 8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291" h="8397">
                  <a:moveTo>
                    <a:pt x="0" y="0"/>
                  </a:moveTo>
                  <a:lnTo>
                    <a:pt x="29291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6CE7CB65-58B5-3477-4A6A-C7966818C5C2}"/>
                </a:ext>
              </a:extLst>
            </p:cNvPr>
            <p:cNvSpPr/>
            <p:nvPr/>
          </p:nvSpPr>
          <p:spPr>
            <a:xfrm>
              <a:off x="9723817" y="2125325"/>
              <a:ext cx="72000" cy="8397"/>
            </a:xfrm>
            <a:custGeom>
              <a:avLst/>
              <a:gdLst>
                <a:gd name="csX0" fmla="*/ 0 w 29291"/>
                <a:gd name="csY0" fmla="*/ 0 h 8397"/>
                <a:gd name="csX1" fmla="*/ 29291 w 29291"/>
                <a:gd name="csY1" fmla="*/ 0 h 8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291" h="8397">
                  <a:moveTo>
                    <a:pt x="0" y="0"/>
                  </a:moveTo>
                  <a:lnTo>
                    <a:pt x="29291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Freihandform: Form 237">
              <a:extLst>
                <a:ext uri="{FF2B5EF4-FFF2-40B4-BE49-F238E27FC236}">
                  <a16:creationId xmlns:a16="http://schemas.microsoft.com/office/drawing/2014/main" id="{6A0B4BC4-95A6-3F9E-6E68-7B4AD477F9E6}"/>
                </a:ext>
              </a:extLst>
            </p:cNvPr>
            <p:cNvSpPr/>
            <p:nvPr/>
          </p:nvSpPr>
          <p:spPr>
            <a:xfrm>
              <a:off x="9789685" y="4141838"/>
              <a:ext cx="2247359" cy="8397"/>
            </a:xfrm>
            <a:custGeom>
              <a:avLst/>
              <a:gdLst>
                <a:gd name="csX0" fmla="*/ 0 w 2247359"/>
                <a:gd name="csY0" fmla="*/ 0 h 8397"/>
                <a:gd name="csX1" fmla="*/ 2247360 w 2247359"/>
                <a:gd name="csY1" fmla="*/ 0 h 8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247359" h="8397">
                  <a:moveTo>
                    <a:pt x="0" y="0"/>
                  </a:moveTo>
                  <a:lnTo>
                    <a:pt x="2247360" y="0"/>
                  </a:lnTo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Freihandform: Form 238">
              <a:extLst>
                <a:ext uri="{FF2B5EF4-FFF2-40B4-BE49-F238E27FC236}">
                  <a16:creationId xmlns:a16="http://schemas.microsoft.com/office/drawing/2014/main" id="{C714BCB7-44EE-28E6-0781-C87F54829E30}"/>
                </a:ext>
              </a:extLst>
            </p:cNvPr>
            <p:cNvSpPr/>
            <p:nvPr/>
          </p:nvSpPr>
          <p:spPr>
            <a:xfrm>
              <a:off x="10402607" y="4141837"/>
              <a:ext cx="8397" cy="72000"/>
            </a:xfrm>
            <a:custGeom>
              <a:avLst/>
              <a:gdLst>
                <a:gd name="csX0" fmla="*/ 0 w 8397"/>
                <a:gd name="csY0" fmla="*/ 29289 h 29289"/>
                <a:gd name="csX1" fmla="*/ 0 w 8397"/>
                <a:gd name="csY1" fmla="*/ 0 h 292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397" h="29289">
                  <a:moveTo>
                    <a:pt x="0" y="29289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Freihandform: Form 239">
              <a:extLst>
                <a:ext uri="{FF2B5EF4-FFF2-40B4-BE49-F238E27FC236}">
                  <a16:creationId xmlns:a16="http://schemas.microsoft.com/office/drawing/2014/main" id="{046ECE2C-F1D8-3617-3109-82D4A2C18245}"/>
                </a:ext>
              </a:extLst>
            </p:cNvPr>
            <p:cNvSpPr/>
            <p:nvPr/>
          </p:nvSpPr>
          <p:spPr>
            <a:xfrm>
              <a:off x="11576526" y="4141837"/>
              <a:ext cx="8397" cy="72000"/>
            </a:xfrm>
            <a:custGeom>
              <a:avLst/>
              <a:gdLst>
                <a:gd name="csX0" fmla="*/ 0 w 8397"/>
                <a:gd name="csY0" fmla="*/ 29289 h 29289"/>
                <a:gd name="csX1" fmla="*/ 0 w 8397"/>
                <a:gd name="csY1" fmla="*/ 0 h 292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397" h="29289">
                  <a:moveTo>
                    <a:pt x="0" y="29289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Freihandform: Form 240">
              <a:extLst>
                <a:ext uri="{FF2B5EF4-FFF2-40B4-BE49-F238E27FC236}">
                  <a16:creationId xmlns:a16="http://schemas.microsoft.com/office/drawing/2014/main" id="{005796B9-A307-5173-1D45-E56224E3ACC2}"/>
                </a:ext>
              </a:extLst>
            </p:cNvPr>
            <p:cNvSpPr/>
            <p:nvPr/>
          </p:nvSpPr>
          <p:spPr>
            <a:xfrm>
              <a:off x="10234649" y="1707623"/>
              <a:ext cx="335882" cy="8397"/>
            </a:xfrm>
            <a:custGeom>
              <a:avLst/>
              <a:gdLst>
                <a:gd name="csX0" fmla="*/ 0 w 335882"/>
                <a:gd name="csY0" fmla="*/ 0 h 8397"/>
                <a:gd name="csX1" fmla="*/ 335882 w 335882"/>
                <a:gd name="csY1" fmla="*/ 0 h 8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35882" h="8397">
                  <a:moveTo>
                    <a:pt x="0" y="0"/>
                  </a:moveTo>
                  <a:lnTo>
                    <a:pt x="335882" y="0"/>
                  </a:lnTo>
                </a:path>
              </a:pathLst>
            </a:custGeom>
            <a:noFill/>
            <a:ln w="25400" cap="flat">
              <a:solidFill>
                <a:srgbClr val="2F559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Freihandform: Form 241">
              <a:extLst>
                <a:ext uri="{FF2B5EF4-FFF2-40B4-BE49-F238E27FC236}">
                  <a16:creationId xmlns:a16="http://schemas.microsoft.com/office/drawing/2014/main" id="{C5F4AC77-DAEF-1E3A-1BA1-E32F5924D49F}"/>
                </a:ext>
              </a:extLst>
            </p:cNvPr>
            <p:cNvSpPr/>
            <p:nvPr/>
          </p:nvSpPr>
          <p:spPr>
            <a:xfrm>
              <a:off x="10402590" y="1702957"/>
              <a:ext cx="8397" cy="426243"/>
            </a:xfrm>
            <a:custGeom>
              <a:avLst/>
              <a:gdLst>
                <a:gd name="csX0" fmla="*/ 0 w 8397"/>
                <a:gd name="csY0" fmla="*/ 0 h 426243"/>
                <a:gd name="csX1" fmla="*/ 0 w 8397"/>
                <a:gd name="csY1" fmla="*/ 426243 h 426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397" h="426243">
                  <a:moveTo>
                    <a:pt x="0" y="0"/>
                  </a:moveTo>
                  <a:lnTo>
                    <a:pt x="0" y="426243"/>
                  </a:lnTo>
                </a:path>
              </a:pathLst>
            </a:custGeom>
            <a:noFill/>
            <a:ln w="25400" cap="rnd">
              <a:solidFill>
                <a:srgbClr val="2F559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Freihandform: Form 242">
              <a:extLst>
                <a:ext uri="{FF2B5EF4-FFF2-40B4-BE49-F238E27FC236}">
                  <a16:creationId xmlns:a16="http://schemas.microsoft.com/office/drawing/2014/main" id="{20A8988F-5662-89EC-E10F-C3D6CEA95AD8}"/>
                </a:ext>
              </a:extLst>
            </p:cNvPr>
            <p:cNvSpPr/>
            <p:nvPr/>
          </p:nvSpPr>
          <p:spPr>
            <a:xfrm>
              <a:off x="10402590" y="3580872"/>
              <a:ext cx="8397" cy="426243"/>
            </a:xfrm>
            <a:custGeom>
              <a:avLst/>
              <a:gdLst>
                <a:gd name="csX0" fmla="*/ 0 w 8397"/>
                <a:gd name="csY0" fmla="*/ 0 h 426243"/>
                <a:gd name="csX1" fmla="*/ 0 w 8397"/>
                <a:gd name="csY1" fmla="*/ 426243 h 426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397" h="426243">
                  <a:moveTo>
                    <a:pt x="0" y="0"/>
                  </a:moveTo>
                  <a:lnTo>
                    <a:pt x="0" y="426243"/>
                  </a:lnTo>
                </a:path>
              </a:pathLst>
            </a:custGeom>
            <a:noFill/>
            <a:ln w="25400" cap="rnd">
              <a:solidFill>
                <a:srgbClr val="2F559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ihandform: Form 243">
              <a:extLst>
                <a:ext uri="{FF2B5EF4-FFF2-40B4-BE49-F238E27FC236}">
                  <a16:creationId xmlns:a16="http://schemas.microsoft.com/office/drawing/2014/main" id="{F527B3D9-D7F2-0F3A-7CBC-62353FF44F93}"/>
                </a:ext>
              </a:extLst>
            </p:cNvPr>
            <p:cNvSpPr/>
            <p:nvPr/>
          </p:nvSpPr>
          <p:spPr>
            <a:xfrm>
              <a:off x="10234649" y="4021390"/>
              <a:ext cx="335882" cy="8397"/>
            </a:xfrm>
            <a:custGeom>
              <a:avLst/>
              <a:gdLst>
                <a:gd name="csX0" fmla="*/ 0 w 335882"/>
                <a:gd name="csY0" fmla="*/ 0 h 8397"/>
                <a:gd name="csX1" fmla="*/ 335882 w 335882"/>
                <a:gd name="csY1" fmla="*/ 0 h 8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35882" h="8397">
                  <a:moveTo>
                    <a:pt x="0" y="0"/>
                  </a:moveTo>
                  <a:lnTo>
                    <a:pt x="335882" y="0"/>
                  </a:lnTo>
                </a:path>
              </a:pathLst>
            </a:custGeom>
            <a:noFill/>
            <a:ln w="25400" cap="flat">
              <a:solidFill>
                <a:srgbClr val="2F559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Freihandform: Form 244">
              <a:extLst>
                <a:ext uri="{FF2B5EF4-FFF2-40B4-BE49-F238E27FC236}">
                  <a16:creationId xmlns:a16="http://schemas.microsoft.com/office/drawing/2014/main" id="{37E419D3-C71F-08CB-05E9-B53A64FC3B28}"/>
                </a:ext>
              </a:extLst>
            </p:cNvPr>
            <p:cNvSpPr/>
            <p:nvPr/>
          </p:nvSpPr>
          <p:spPr>
            <a:xfrm>
              <a:off x="10271076" y="1783224"/>
              <a:ext cx="97154" cy="97156"/>
            </a:xfrm>
            <a:custGeom>
              <a:avLst/>
              <a:gdLst>
                <a:gd name="csX0" fmla="*/ 97154 w 97154"/>
                <a:gd name="csY0" fmla="*/ 48579 h 97156"/>
                <a:gd name="csX1" fmla="*/ 48577 w 97154"/>
                <a:gd name="csY1" fmla="*/ 97157 h 97156"/>
                <a:gd name="csX2" fmla="*/ 0 w 97154"/>
                <a:gd name="csY2" fmla="*/ 48579 h 97156"/>
                <a:gd name="csX3" fmla="*/ 48577 w 97154"/>
                <a:gd name="csY3" fmla="*/ 0 h 97156"/>
                <a:gd name="csX4" fmla="*/ 97154 w 97154"/>
                <a:gd name="csY4" fmla="*/ 48579 h 9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6">
                  <a:moveTo>
                    <a:pt x="97154" y="48579"/>
                  </a:moveTo>
                  <a:cubicBezTo>
                    <a:pt x="97154" y="75410"/>
                    <a:pt x="75406" y="97157"/>
                    <a:pt x="48577" y="97157"/>
                  </a:cubicBezTo>
                  <a:cubicBezTo>
                    <a:pt x="21740" y="97157"/>
                    <a:pt x="0" y="75410"/>
                    <a:pt x="0" y="48579"/>
                  </a:cubicBezTo>
                  <a:cubicBezTo>
                    <a:pt x="0" y="21747"/>
                    <a:pt x="21740" y="0"/>
                    <a:pt x="48577" y="0"/>
                  </a:cubicBezTo>
                  <a:cubicBezTo>
                    <a:pt x="75406" y="0"/>
                    <a:pt x="97154" y="21747"/>
                    <a:pt x="97154" y="48579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Freihandform: Form 245">
              <a:extLst>
                <a:ext uri="{FF2B5EF4-FFF2-40B4-BE49-F238E27FC236}">
                  <a16:creationId xmlns:a16="http://schemas.microsoft.com/office/drawing/2014/main" id="{6A977907-8621-B486-F23E-AC357A9AAA8E}"/>
                </a:ext>
              </a:extLst>
            </p:cNvPr>
            <p:cNvSpPr/>
            <p:nvPr/>
          </p:nvSpPr>
          <p:spPr>
            <a:xfrm>
              <a:off x="10499073" y="1921654"/>
              <a:ext cx="97162" cy="97162"/>
            </a:xfrm>
            <a:custGeom>
              <a:avLst/>
              <a:gdLst>
                <a:gd name="csX0" fmla="*/ 97162 w 97162"/>
                <a:gd name="csY0" fmla="*/ 48577 h 97162"/>
                <a:gd name="csX1" fmla="*/ 48585 w 97162"/>
                <a:gd name="csY1" fmla="*/ 97162 h 97162"/>
                <a:gd name="csX2" fmla="*/ 0 w 97162"/>
                <a:gd name="csY2" fmla="*/ 48577 h 97162"/>
                <a:gd name="csX3" fmla="*/ 48585 w 97162"/>
                <a:gd name="csY3" fmla="*/ 0 h 97162"/>
                <a:gd name="csX4" fmla="*/ 97162 w 97162"/>
                <a:gd name="csY4" fmla="*/ 48577 h 97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62" h="97162">
                  <a:moveTo>
                    <a:pt x="97162" y="48577"/>
                  </a:moveTo>
                  <a:cubicBezTo>
                    <a:pt x="97162" y="75414"/>
                    <a:pt x="75414" y="97162"/>
                    <a:pt x="48585" y="97162"/>
                  </a:cubicBezTo>
                  <a:cubicBezTo>
                    <a:pt x="21748" y="97162"/>
                    <a:pt x="0" y="75414"/>
                    <a:pt x="0" y="48577"/>
                  </a:cubicBezTo>
                  <a:cubicBezTo>
                    <a:pt x="0" y="21748"/>
                    <a:pt x="21748" y="0"/>
                    <a:pt x="48585" y="0"/>
                  </a:cubicBezTo>
                  <a:cubicBezTo>
                    <a:pt x="75414" y="0"/>
                    <a:pt x="97162" y="21748"/>
                    <a:pt x="97162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Freihandform: Form 246">
              <a:extLst>
                <a:ext uri="{FF2B5EF4-FFF2-40B4-BE49-F238E27FC236}">
                  <a16:creationId xmlns:a16="http://schemas.microsoft.com/office/drawing/2014/main" id="{A9333A26-3B34-76B7-7E48-5C739F18CA63}"/>
                </a:ext>
              </a:extLst>
            </p:cNvPr>
            <p:cNvSpPr/>
            <p:nvPr/>
          </p:nvSpPr>
          <p:spPr>
            <a:xfrm>
              <a:off x="10324002" y="2389883"/>
              <a:ext cx="97154" cy="97153"/>
            </a:xfrm>
            <a:custGeom>
              <a:avLst/>
              <a:gdLst>
                <a:gd name="csX0" fmla="*/ 97154 w 97154"/>
                <a:gd name="csY0" fmla="*/ 48577 h 97153"/>
                <a:gd name="csX1" fmla="*/ 48577 w 97154"/>
                <a:gd name="csY1" fmla="*/ 97154 h 97153"/>
                <a:gd name="csX2" fmla="*/ 0 w 97154"/>
                <a:gd name="csY2" fmla="*/ 48577 h 97153"/>
                <a:gd name="csX3" fmla="*/ 48577 w 97154"/>
                <a:gd name="csY3" fmla="*/ 0 h 97153"/>
                <a:gd name="csX4" fmla="*/ 97154 w 97154"/>
                <a:gd name="csY4" fmla="*/ 48577 h 97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3">
                  <a:moveTo>
                    <a:pt x="97154" y="48577"/>
                  </a:moveTo>
                  <a:cubicBezTo>
                    <a:pt x="97154" y="75406"/>
                    <a:pt x="75406" y="97154"/>
                    <a:pt x="48577" y="97154"/>
                  </a:cubicBezTo>
                  <a:cubicBezTo>
                    <a:pt x="21748" y="97154"/>
                    <a:pt x="0" y="75406"/>
                    <a:pt x="0" y="48577"/>
                  </a:cubicBezTo>
                  <a:cubicBezTo>
                    <a:pt x="0" y="21740"/>
                    <a:pt x="21748" y="0"/>
                    <a:pt x="48577" y="0"/>
                  </a:cubicBezTo>
                  <a:cubicBezTo>
                    <a:pt x="75406" y="0"/>
                    <a:pt x="97154" y="21740"/>
                    <a:pt x="97154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Freihandform: Form 247">
              <a:extLst>
                <a:ext uri="{FF2B5EF4-FFF2-40B4-BE49-F238E27FC236}">
                  <a16:creationId xmlns:a16="http://schemas.microsoft.com/office/drawing/2014/main" id="{45E1CBF3-8FEC-B9AA-9D84-D160B0F6703A}"/>
                </a:ext>
              </a:extLst>
            </p:cNvPr>
            <p:cNvSpPr/>
            <p:nvPr/>
          </p:nvSpPr>
          <p:spPr>
            <a:xfrm>
              <a:off x="10409501" y="2479454"/>
              <a:ext cx="97162" cy="97154"/>
            </a:xfrm>
            <a:custGeom>
              <a:avLst/>
              <a:gdLst>
                <a:gd name="csX0" fmla="*/ 97162 w 97162"/>
                <a:gd name="csY0" fmla="*/ 48577 h 97154"/>
                <a:gd name="csX1" fmla="*/ 48577 w 97162"/>
                <a:gd name="csY1" fmla="*/ 97154 h 97154"/>
                <a:gd name="csX2" fmla="*/ 0 w 97162"/>
                <a:gd name="csY2" fmla="*/ 48577 h 97154"/>
                <a:gd name="csX3" fmla="*/ 48577 w 97162"/>
                <a:gd name="csY3" fmla="*/ 0 h 97154"/>
                <a:gd name="csX4" fmla="*/ 97162 w 97162"/>
                <a:gd name="csY4" fmla="*/ 48577 h 97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62" h="97154">
                  <a:moveTo>
                    <a:pt x="97162" y="48577"/>
                  </a:moveTo>
                  <a:cubicBezTo>
                    <a:pt x="97162" y="75406"/>
                    <a:pt x="75414" y="97154"/>
                    <a:pt x="48577" y="97154"/>
                  </a:cubicBezTo>
                  <a:cubicBezTo>
                    <a:pt x="21748" y="97154"/>
                    <a:pt x="0" y="75406"/>
                    <a:pt x="0" y="48577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14" y="0"/>
                    <a:pt x="97162" y="21748"/>
                    <a:pt x="97162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Freihandform: Form 248">
              <a:extLst>
                <a:ext uri="{FF2B5EF4-FFF2-40B4-BE49-F238E27FC236}">
                  <a16:creationId xmlns:a16="http://schemas.microsoft.com/office/drawing/2014/main" id="{CF1E233A-1DA5-A9C7-CA95-4E14669FDA8D}"/>
                </a:ext>
              </a:extLst>
            </p:cNvPr>
            <p:cNvSpPr/>
            <p:nvPr/>
          </p:nvSpPr>
          <p:spPr>
            <a:xfrm>
              <a:off x="10267003" y="2707460"/>
              <a:ext cx="97154" cy="97154"/>
            </a:xfrm>
            <a:custGeom>
              <a:avLst/>
              <a:gdLst>
                <a:gd name="csX0" fmla="*/ 97154 w 97154"/>
                <a:gd name="csY0" fmla="*/ 48577 h 97154"/>
                <a:gd name="csX1" fmla="*/ 48577 w 97154"/>
                <a:gd name="csY1" fmla="*/ 97154 h 97154"/>
                <a:gd name="csX2" fmla="*/ 0 w 97154"/>
                <a:gd name="csY2" fmla="*/ 48577 h 97154"/>
                <a:gd name="csX3" fmla="*/ 48577 w 97154"/>
                <a:gd name="csY3" fmla="*/ 0 h 97154"/>
                <a:gd name="csX4" fmla="*/ 97154 w 97154"/>
                <a:gd name="csY4" fmla="*/ 48577 h 97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4">
                  <a:moveTo>
                    <a:pt x="97154" y="48577"/>
                  </a:moveTo>
                  <a:cubicBezTo>
                    <a:pt x="97154" y="75406"/>
                    <a:pt x="75406" y="97154"/>
                    <a:pt x="48577" y="97154"/>
                  </a:cubicBezTo>
                  <a:cubicBezTo>
                    <a:pt x="21748" y="97154"/>
                    <a:pt x="0" y="75406"/>
                    <a:pt x="0" y="48577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06" y="0"/>
                    <a:pt x="97154" y="21748"/>
                    <a:pt x="97154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Freihandform: Form 249">
              <a:extLst>
                <a:ext uri="{FF2B5EF4-FFF2-40B4-BE49-F238E27FC236}">
                  <a16:creationId xmlns:a16="http://schemas.microsoft.com/office/drawing/2014/main" id="{B6561FED-E96E-79AE-F905-9644591CF6CF}"/>
                </a:ext>
              </a:extLst>
            </p:cNvPr>
            <p:cNvSpPr/>
            <p:nvPr/>
          </p:nvSpPr>
          <p:spPr>
            <a:xfrm>
              <a:off x="10470573" y="2723742"/>
              <a:ext cx="97162" cy="97162"/>
            </a:xfrm>
            <a:custGeom>
              <a:avLst/>
              <a:gdLst>
                <a:gd name="csX0" fmla="*/ 97162 w 97162"/>
                <a:gd name="csY0" fmla="*/ 48577 h 97162"/>
                <a:gd name="csX1" fmla="*/ 48585 w 97162"/>
                <a:gd name="csY1" fmla="*/ 97162 h 97162"/>
                <a:gd name="csX2" fmla="*/ 0 w 97162"/>
                <a:gd name="csY2" fmla="*/ 48577 h 97162"/>
                <a:gd name="csX3" fmla="*/ 48585 w 97162"/>
                <a:gd name="csY3" fmla="*/ 0 h 97162"/>
                <a:gd name="csX4" fmla="*/ 97162 w 97162"/>
                <a:gd name="csY4" fmla="*/ 48577 h 97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62" h="97162">
                  <a:moveTo>
                    <a:pt x="97162" y="48577"/>
                  </a:moveTo>
                  <a:cubicBezTo>
                    <a:pt x="97162" y="75414"/>
                    <a:pt x="75414" y="97162"/>
                    <a:pt x="48585" y="97162"/>
                  </a:cubicBezTo>
                  <a:cubicBezTo>
                    <a:pt x="21748" y="97162"/>
                    <a:pt x="0" y="75414"/>
                    <a:pt x="0" y="48577"/>
                  </a:cubicBezTo>
                  <a:cubicBezTo>
                    <a:pt x="0" y="21748"/>
                    <a:pt x="21748" y="0"/>
                    <a:pt x="48585" y="0"/>
                  </a:cubicBezTo>
                  <a:cubicBezTo>
                    <a:pt x="75414" y="0"/>
                    <a:pt x="97162" y="21748"/>
                    <a:pt x="97162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Freihandform: Form 250">
              <a:extLst>
                <a:ext uri="{FF2B5EF4-FFF2-40B4-BE49-F238E27FC236}">
                  <a16:creationId xmlns:a16="http://schemas.microsoft.com/office/drawing/2014/main" id="{11C4D7CD-E428-A801-49B0-983CFD02D83F}"/>
                </a:ext>
              </a:extLst>
            </p:cNvPr>
            <p:cNvSpPr/>
            <p:nvPr/>
          </p:nvSpPr>
          <p:spPr>
            <a:xfrm>
              <a:off x="10409501" y="3334469"/>
              <a:ext cx="97162" cy="97162"/>
            </a:xfrm>
            <a:custGeom>
              <a:avLst/>
              <a:gdLst>
                <a:gd name="csX0" fmla="*/ 97162 w 97162"/>
                <a:gd name="csY0" fmla="*/ 48577 h 97162"/>
                <a:gd name="csX1" fmla="*/ 48577 w 97162"/>
                <a:gd name="csY1" fmla="*/ 97162 h 97162"/>
                <a:gd name="csX2" fmla="*/ 0 w 97162"/>
                <a:gd name="csY2" fmla="*/ 48577 h 97162"/>
                <a:gd name="csX3" fmla="*/ 48577 w 97162"/>
                <a:gd name="csY3" fmla="*/ 0 h 97162"/>
                <a:gd name="csX4" fmla="*/ 97162 w 97162"/>
                <a:gd name="csY4" fmla="*/ 48577 h 97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62" h="97162">
                  <a:moveTo>
                    <a:pt x="97162" y="48577"/>
                  </a:moveTo>
                  <a:cubicBezTo>
                    <a:pt x="97162" y="75414"/>
                    <a:pt x="75414" y="97162"/>
                    <a:pt x="48577" y="97162"/>
                  </a:cubicBezTo>
                  <a:cubicBezTo>
                    <a:pt x="21748" y="97162"/>
                    <a:pt x="0" y="75414"/>
                    <a:pt x="0" y="48577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14" y="0"/>
                    <a:pt x="97162" y="21748"/>
                    <a:pt x="97162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Freihandform: Form 251">
              <a:extLst>
                <a:ext uri="{FF2B5EF4-FFF2-40B4-BE49-F238E27FC236}">
                  <a16:creationId xmlns:a16="http://schemas.microsoft.com/office/drawing/2014/main" id="{19593B2D-89C0-2008-8F7B-692729639652}"/>
                </a:ext>
              </a:extLst>
            </p:cNvPr>
            <p:cNvSpPr/>
            <p:nvPr/>
          </p:nvSpPr>
          <p:spPr>
            <a:xfrm>
              <a:off x="10299575" y="3106463"/>
              <a:ext cx="97154" cy="97162"/>
            </a:xfrm>
            <a:custGeom>
              <a:avLst/>
              <a:gdLst>
                <a:gd name="csX0" fmla="*/ 97154 w 97154"/>
                <a:gd name="csY0" fmla="*/ 48577 h 97162"/>
                <a:gd name="csX1" fmla="*/ 48577 w 97154"/>
                <a:gd name="csY1" fmla="*/ 97162 h 97162"/>
                <a:gd name="csX2" fmla="*/ 0 w 97154"/>
                <a:gd name="csY2" fmla="*/ 48577 h 97162"/>
                <a:gd name="csX3" fmla="*/ 48577 w 97154"/>
                <a:gd name="csY3" fmla="*/ 0 h 97162"/>
                <a:gd name="csX4" fmla="*/ 97154 w 97154"/>
                <a:gd name="csY4" fmla="*/ 48577 h 97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62">
                  <a:moveTo>
                    <a:pt x="97154" y="48577"/>
                  </a:moveTo>
                  <a:cubicBezTo>
                    <a:pt x="97154" y="75414"/>
                    <a:pt x="75406" y="97162"/>
                    <a:pt x="48577" y="97162"/>
                  </a:cubicBezTo>
                  <a:cubicBezTo>
                    <a:pt x="21748" y="97162"/>
                    <a:pt x="0" y="75414"/>
                    <a:pt x="0" y="48577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06" y="0"/>
                    <a:pt x="97154" y="21748"/>
                    <a:pt x="97154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Freihandform: Form 252">
              <a:extLst>
                <a:ext uri="{FF2B5EF4-FFF2-40B4-BE49-F238E27FC236}">
                  <a16:creationId xmlns:a16="http://schemas.microsoft.com/office/drawing/2014/main" id="{0BB2C543-9966-30F9-CE25-F6B192945460}"/>
                </a:ext>
              </a:extLst>
            </p:cNvPr>
            <p:cNvSpPr/>
            <p:nvPr/>
          </p:nvSpPr>
          <p:spPr>
            <a:xfrm>
              <a:off x="10389147" y="2915102"/>
              <a:ext cx="97154" cy="97162"/>
            </a:xfrm>
            <a:custGeom>
              <a:avLst/>
              <a:gdLst>
                <a:gd name="csX0" fmla="*/ 97154 w 97154"/>
                <a:gd name="csY0" fmla="*/ 48577 h 97162"/>
                <a:gd name="csX1" fmla="*/ 48577 w 97154"/>
                <a:gd name="csY1" fmla="*/ 97162 h 97162"/>
                <a:gd name="csX2" fmla="*/ 0 w 97154"/>
                <a:gd name="csY2" fmla="*/ 48577 h 97162"/>
                <a:gd name="csX3" fmla="*/ 48577 w 97154"/>
                <a:gd name="csY3" fmla="*/ 0 h 97162"/>
                <a:gd name="csX4" fmla="*/ 97154 w 97154"/>
                <a:gd name="csY4" fmla="*/ 48577 h 97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62">
                  <a:moveTo>
                    <a:pt x="97154" y="48577"/>
                  </a:moveTo>
                  <a:cubicBezTo>
                    <a:pt x="97154" y="75414"/>
                    <a:pt x="75406" y="97162"/>
                    <a:pt x="48577" y="97162"/>
                  </a:cubicBezTo>
                  <a:cubicBezTo>
                    <a:pt x="21748" y="97162"/>
                    <a:pt x="0" y="75414"/>
                    <a:pt x="0" y="48577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06" y="0"/>
                    <a:pt x="97154" y="21748"/>
                    <a:pt x="97154" y="48577"/>
                  </a:cubicBezTo>
                </a:path>
              </a:pathLst>
            </a:custGeom>
            <a:solidFill>
              <a:srgbClr val="2F5597"/>
            </a:solidFill>
            <a:ln w="7557" cap="rnd">
              <a:solidFill>
                <a:srgbClr val="2F559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Freihandform: Form 253">
              <a:extLst>
                <a:ext uri="{FF2B5EF4-FFF2-40B4-BE49-F238E27FC236}">
                  <a16:creationId xmlns:a16="http://schemas.microsoft.com/office/drawing/2014/main" id="{C647530B-6C05-1CD1-EE79-7FC3AAAE6B00}"/>
                </a:ext>
              </a:extLst>
            </p:cNvPr>
            <p:cNvSpPr/>
            <p:nvPr/>
          </p:nvSpPr>
          <p:spPr>
            <a:xfrm>
              <a:off x="11408585" y="1159656"/>
              <a:ext cx="335882" cy="8397"/>
            </a:xfrm>
            <a:custGeom>
              <a:avLst/>
              <a:gdLst>
                <a:gd name="csX0" fmla="*/ 0 w 335882"/>
                <a:gd name="csY0" fmla="*/ 0 h 8397"/>
                <a:gd name="csX1" fmla="*/ 335882 w 335882"/>
                <a:gd name="csY1" fmla="*/ 0 h 8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35882" h="8397">
                  <a:moveTo>
                    <a:pt x="0" y="0"/>
                  </a:moveTo>
                  <a:lnTo>
                    <a:pt x="335882" y="0"/>
                  </a:lnTo>
                </a:path>
              </a:pathLst>
            </a:custGeom>
            <a:noFill/>
            <a:ln w="25400" cap="flat">
              <a:solidFill>
                <a:srgbClr val="54823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Freihandform: Form 254">
              <a:extLst>
                <a:ext uri="{FF2B5EF4-FFF2-40B4-BE49-F238E27FC236}">
                  <a16:creationId xmlns:a16="http://schemas.microsoft.com/office/drawing/2014/main" id="{F446BF3C-25D8-DCB6-300C-43E8B41B5295}"/>
                </a:ext>
              </a:extLst>
            </p:cNvPr>
            <p:cNvSpPr/>
            <p:nvPr/>
          </p:nvSpPr>
          <p:spPr>
            <a:xfrm>
              <a:off x="11576526" y="1166162"/>
              <a:ext cx="8397" cy="426242"/>
            </a:xfrm>
            <a:custGeom>
              <a:avLst/>
              <a:gdLst>
                <a:gd name="csX0" fmla="*/ 0 w 8397"/>
                <a:gd name="csY0" fmla="*/ 0 h 426242"/>
                <a:gd name="csX1" fmla="*/ 0 w 8397"/>
                <a:gd name="csY1" fmla="*/ 426243 h 4262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397" h="426242">
                  <a:moveTo>
                    <a:pt x="0" y="0"/>
                  </a:moveTo>
                  <a:lnTo>
                    <a:pt x="0" y="426243"/>
                  </a:lnTo>
                </a:path>
              </a:pathLst>
            </a:custGeom>
            <a:noFill/>
            <a:ln w="25400" cap="rnd">
              <a:solidFill>
                <a:srgbClr val="54823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Freihandform: Form 255">
              <a:extLst>
                <a:ext uri="{FF2B5EF4-FFF2-40B4-BE49-F238E27FC236}">
                  <a16:creationId xmlns:a16="http://schemas.microsoft.com/office/drawing/2014/main" id="{A109ED76-C694-FA8C-515A-0E49E1B710C5}"/>
                </a:ext>
              </a:extLst>
            </p:cNvPr>
            <p:cNvSpPr/>
            <p:nvPr/>
          </p:nvSpPr>
          <p:spPr>
            <a:xfrm>
              <a:off x="11408585" y="3611941"/>
              <a:ext cx="335882" cy="8397"/>
            </a:xfrm>
            <a:custGeom>
              <a:avLst/>
              <a:gdLst>
                <a:gd name="csX0" fmla="*/ 0 w 335882"/>
                <a:gd name="csY0" fmla="*/ 0 h 8397"/>
                <a:gd name="csX1" fmla="*/ 335882 w 335882"/>
                <a:gd name="csY1" fmla="*/ 0 h 8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35882" h="8397">
                  <a:moveTo>
                    <a:pt x="0" y="0"/>
                  </a:moveTo>
                  <a:lnTo>
                    <a:pt x="335882" y="0"/>
                  </a:lnTo>
                </a:path>
              </a:pathLst>
            </a:custGeom>
            <a:noFill/>
            <a:ln w="25400" cap="flat">
              <a:solidFill>
                <a:srgbClr val="54823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Freihandform: Form 256">
              <a:extLst>
                <a:ext uri="{FF2B5EF4-FFF2-40B4-BE49-F238E27FC236}">
                  <a16:creationId xmlns:a16="http://schemas.microsoft.com/office/drawing/2014/main" id="{23576C60-0FC7-6C7E-4366-B0480787E3BC}"/>
                </a:ext>
              </a:extLst>
            </p:cNvPr>
            <p:cNvSpPr/>
            <p:nvPr/>
          </p:nvSpPr>
          <p:spPr>
            <a:xfrm>
              <a:off x="11576526" y="3179198"/>
              <a:ext cx="8397" cy="426234"/>
            </a:xfrm>
            <a:custGeom>
              <a:avLst/>
              <a:gdLst>
                <a:gd name="csX0" fmla="*/ 0 w 8397"/>
                <a:gd name="csY0" fmla="*/ 426235 h 426234"/>
                <a:gd name="csX1" fmla="*/ 0 w 8397"/>
                <a:gd name="csY1" fmla="*/ 0 h 4262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397" h="426234">
                  <a:moveTo>
                    <a:pt x="0" y="426235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54823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Freihandform: Form 257">
              <a:extLst>
                <a:ext uri="{FF2B5EF4-FFF2-40B4-BE49-F238E27FC236}">
                  <a16:creationId xmlns:a16="http://schemas.microsoft.com/office/drawing/2014/main" id="{CB904F99-D5C2-5B31-0860-2602A2B51BD8}"/>
                </a:ext>
              </a:extLst>
            </p:cNvPr>
            <p:cNvSpPr/>
            <p:nvPr/>
          </p:nvSpPr>
          <p:spPr>
            <a:xfrm>
              <a:off x="11629294" y="1777849"/>
              <a:ext cx="97154" cy="97156"/>
            </a:xfrm>
            <a:custGeom>
              <a:avLst/>
              <a:gdLst>
                <a:gd name="csX0" fmla="*/ 97154 w 97154"/>
                <a:gd name="csY0" fmla="*/ 48579 h 97156"/>
                <a:gd name="csX1" fmla="*/ 48577 w 97154"/>
                <a:gd name="csY1" fmla="*/ 97157 h 97156"/>
                <a:gd name="csX2" fmla="*/ 0 w 97154"/>
                <a:gd name="csY2" fmla="*/ 48579 h 97156"/>
                <a:gd name="csX3" fmla="*/ 48577 w 97154"/>
                <a:gd name="csY3" fmla="*/ 0 h 97156"/>
                <a:gd name="csX4" fmla="*/ 97154 w 97154"/>
                <a:gd name="csY4" fmla="*/ 48579 h 9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6">
                  <a:moveTo>
                    <a:pt x="97154" y="48579"/>
                  </a:moveTo>
                  <a:cubicBezTo>
                    <a:pt x="97154" y="75410"/>
                    <a:pt x="75406" y="97157"/>
                    <a:pt x="48577" y="97157"/>
                  </a:cubicBezTo>
                  <a:cubicBezTo>
                    <a:pt x="21748" y="97157"/>
                    <a:pt x="0" y="75410"/>
                    <a:pt x="0" y="48579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06" y="0"/>
                    <a:pt x="97154" y="21748"/>
                    <a:pt x="97154" y="48579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Freihandform: Form 258">
              <a:extLst>
                <a:ext uri="{FF2B5EF4-FFF2-40B4-BE49-F238E27FC236}">
                  <a16:creationId xmlns:a16="http://schemas.microsoft.com/office/drawing/2014/main" id="{AF96D9E9-BE44-6785-C113-55FDE36155FF}"/>
                </a:ext>
              </a:extLst>
            </p:cNvPr>
            <p:cNvSpPr/>
            <p:nvPr/>
          </p:nvSpPr>
          <p:spPr>
            <a:xfrm>
              <a:off x="11437933" y="1704562"/>
              <a:ext cx="97154" cy="97156"/>
            </a:xfrm>
            <a:custGeom>
              <a:avLst/>
              <a:gdLst>
                <a:gd name="csX0" fmla="*/ 97154 w 97154"/>
                <a:gd name="csY0" fmla="*/ 48579 h 97156"/>
                <a:gd name="csX1" fmla="*/ 48577 w 97154"/>
                <a:gd name="csY1" fmla="*/ 97157 h 97156"/>
                <a:gd name="csX2" fmla="*/ 0 w 97154"/>
                <a:gd name="csY2" fmla="*/ 48579 h 97156"/>
                <a:gd name="csX3" fmla="*/ 48577 w 97154"/>
                <a:gd name="csY3" fmla="*/ 0 h 97156"/>
                <a:gd name="csX4" fmla="*/ 97154 w 97154"/>
                <a:gd name="csY4" fmla="*/ 48579 h 9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6">
                  <a:moveTo>
                    <a:pt x="97154" y="48579"/>
                  </a:moveTo>
                  <a:cubicBezTo>
                    <a:pt x="97154" y="75410"/>
                    <a:pt x="75406" y="97157"/>
                    <a:pt x="48577" y="97157"/>
                  </a:cubicBezTo>
                  <a:cubicBezTo>
                    <a:pt x="21748" y="97157"/>
                    <a:pt x="0" y="75410"/>
                    <a:pt x="0" y="48579"/>
                  </a:cubicBezTo>
                  <a:cubicBezTo>
                    <a:pt x="0" y="21747"/>
                    <a:pt x="21748" y="0"/>
                    <a:pt x="48577" y="0"/>
                  </a:cubicBezTo>
                  <a:cubicBezTo>
                    <a:pt x="75406" y="0"/>
                    <a:pt x="97154" y="21747"/>
                    <a:pt x="97154" y="48579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Freihandform: Form 259">
              <a:extLst>
                <a:ext uri="{FF2B5EF4-FFF2-40B4-BE49-F238E27FC236}">
                  <a16:creationId xmlns:a16="http://schemas.microsoft.com/office/drawing/2014/main" id="{A0EB9968-8188-1A6E-9081-737DEB7213CD}"/>
                </a:ext>
              </a:extLst>
            </p:cNvPr>
            <p:cNvSpPr/>
            <p:nvPr/>
          </p:nvSpPr>
          <p:spPr>
            <a:xfrm>
              <a:off x="11515295" y="1830779"/>
              <a:ext cx="97154" cy="97156"/>
            </a:xfrm>
            <a:custGeom>
              <a:avLst/>
              <a:gdLst>
                <a:gd name="csX0" fmla="*/ 97154 w 97154"/>
                <a:gd name="csY0" fmla="*/ 48578 h 97156"/>
                <a:gd name="csX1" fmla="*/ 48577 w 97154"/>
                <a:gd name="csY1" fmla="*/ 97157 h 97156"/>
                <a:gd name="csX2" fmla="*/ 0 w 97154"/>
                <a:gd name="csY2" fmla="*/ 48578 h 97156"/>
                <a:gd name="csX3" fmla="*/ 48577 w 97154"/>
                <a:gd name="csY3" fmla="*/ 0 h 97156"/>
                <a:gd name="csX4" fmla="*/ 97154 w 97154"/>
                <a:gd name="csY4" fmla="*/ 48578 h 9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6">
                  <a:moveTo>
                    <a:pt x="97154" y="48578"/>
                  </a:moveTo>
                  <a:cubicBezTo>
                    <a:pt x="97154" y="75408"/>
                    <a:pt x="75406" y="97157"/>
                    <a:pt x="48577" y="97157"/>
                  </a:cubicBezTo>
                  <a:cubicBezTo>
                    <a:pt x="21740" y="97157"/>
                    <a:pt x="0" y="75408"/>
                    <a:pt x="0" y="48578"/>
                  </a:cubicBezTo>
                  <a:cubicBezTo>
                    <a:pt x="0" y="21747"/>
                    <a:pt x="21740" y="0"/>
                    <a:pt x="48577" y="0"/>
                  </a:cubicBezTo>
                  <a:cubicBezTo>
                    <a:pt x="75406" y="0"/>
                    <a:pt x="97154" y="21747"/>
                    <a:pt x="97154" y="48578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Freihandform: Form 260">
              <a:extLst>
                <a:ext uri="{FF2B5EF4-FFF2-40B4-BE49-F238E27FC236}">
                  <a16:creationId xmlns:a16="http://schemas.microsoft.com/office/drawing/2014/main" id="{6506EFA4-27CD-00E5-8101-805E3634FDB9}"/>
                </a:ext>
              </a:extLst>
            </p:cNvPr>
            <p:cNvSpPr/>
            <p:nvPr/>
          </p:nvSpPr>
          <p:spPr>
            <a:xfrm>
              <a:off x="11629294" y="2201285"/>
              <a:ext cx="97154" cy="97154"/>
            </a:xfrm>
            <a:custGeom>
              <a:avLst/>
              <a:gdLst>
                <a:gd name="csX0" fmla="*/ 97154 w 97154"/>
                <a:gd name="csY0" fmla="*/ 48577 h 97154"/>
                <a:gd name="csX1" fmla="*/ 48577 w 97154"/>
                <a:gd name="csY1" fmla="*/ 97154 h 97154"/>
                <a:gd name="csX2" fmla="*/ 0 w 97154"/>
                <a:gd name="csY2" fmla="*/ 48577 h 97154"/>
                <a:gd name="csX3" fmla="*/ 48577 w 97154"/>
                <a:gd name="csY3" fmla="*/ 0 h 97154"/>
                <a:gd name="csX4" fmla="*/ 97154 w 97154"/>
                <a:gd name="csY4" fmla="*/ 48577 h 97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4">
                  <a:moveTo>
                    <a:pt x="97154" y="48577"/>
                  </a:moveTo>
                  <a:cubicBezTo>
                    <a:pt x="97154" y="75414"/>
                    <a:pt x="75406" y="97154"/>
                    <a:pt x="48577" y="97154"/>
                  </a:cubicBezTo>
                  <a:cubicBezTo>
                    <a:pt x="21748" y="97154"/>
                    <a:pt x="0" y="75414"/>
                    <a:pt x="0" y="48577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06" y="0"/>
                    <a:pt x="97154" y="21748"/>
                    <a:pt x="97154" y="48577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Freihandform: Form 261">
              <a:extLst>
                <a:ext uri="{FF2B5EF4-FFF2-40B4-BE49-F238E27FC236}">
                  <a16:creationId xmlns:a16="http://schemas.microsoft.com/office/drawing/2014/main" id="{FE0EC1F4-6EA4-568E-65F7-12CBCC8622EA}"/>
                </a:ext>
              </a:extLst>
            </p:cNvPr>
            <p:cNvSpPr/>
            <p:nvPr/>
          </p:nvSpPr>
          <p:spPr>
            <a:xfrm>
              <a:off x="11466433" y="2465935"/>
              <a:ext cx="97154" cy="97153"/>
            </a:xfrm>
            <a:custGeom>
              <a:avLst/>
              <a:gdLst>
                <a:gd name="csX0" fmla="*/ 97154 w 97154"/>
                <a:gd name="csY0" fmla="*/ 48577 h 97153"/>
                <a:gd name="csX1" fmla="*/ 48577 w 97154"/>
                <a:gd name="csY1" fmla="*/ 97154 h 97153"/>
                <a:gd name="csX2" fmla="*/ 0 w 97154"/>
                <a:gd name="csY2" fmla="*/ 48577 h 97153"/>
                <a:gd name="csX3" fmla="*/ 48577 w 97154"/>
                <a:gd name="csY3" fmla="*/ 0 h 97153"/>
                <a:gd name="csX4" fmla="*/ 97154 w 97154"/>
                <a:gd name="csY4" fmla="*/ 48577 h 97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3">
                  <a:moveTo>
                    <a:pt x="97154" y="48577"/>
                  </a:moveTo>
                  <a:cubicBezTo>
                    <a:pt x="97154" y="75406"/>
                    <a:pt x="75414" y="97154"/>
                    <a:pt x="48577" y="97154"/>
                  </a:cubicBezTo>
                  <a:cubicBezTo>
                    <a:pt x="21748" y="97154"/>
                    <a:pt x="0" y="75406"/>
                    <a:pt x="0" y="48577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14" y="0"/>
                    <a:pt x="97154" y="21748"/>
                    <a:pt x="97154" y="48577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ihandform: Form 262">
              <a:extLst>
                <a:ext uri="{FF2B5EF4-FFF2-40B4-BE49-F238E27FC236}">
                  <a16:creationId xmlns:a16="http://schemas.microsoft.com/office/drawing/2014/main" id="{D15D75A6-EE5F-69E8-FD03-8CD3CE22018B}"/>
                </a:ext>
              </a:extLst>
            </p:cNvPr>
            <p:cNvSpPr/>
            <p:nvPr/>
          </p:nvSpPr>
          <p:spPr>
            <a:xfrm>
              <a:off x="11608939" y="2730585"/>
              <a:ext cx="97153" cy="97153"/>
            </a:xfrm>
            <a:custGeom>
              <a:avLst/>
              <a:gdLst>
                <a:gd name="csX0" fmla="*/ 97154 w 97153"/>
                <a:gd name="csY0" fmla="*/ 48577 h 97153"/>
                <a:gd name="csX1" fmla="*/ 48577 w 97153"/>
                <a:gd name="csY1" fmla="*/ 97154 h 97153"/>
                <a:gd name="csX2" fmla="*/ 0 w 97153"/>
                <a:gd name="csY2" fmla="*/ 48577 h 97153"/>
                <a:gd name="csX3" fmla="*/ 48577 w 97153"/>
                <a:gd name="csY3" fmla="*/ 0 h 97153"/>
                <a:gd name="csX4" fmla="*/ 97154 w 97153"/>
                <a:gd name="csY4" fmla="*/ 48577 h 97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3" h="97153">
                  <a:moveTo>
                    <a:pt x="97154" y="48577"/>
                  </a:moveTo>
                  <a:cubicBezTo>
                    <a:pt x="97154" y="75406"/>
                    <a:pt x="75406" y="97154"/>
                    <a:pt x="48577" y="97154"/>
                  </a:cubicBezTo>
                  <a:cubicBezTo>
                    <a:pt x="21740" y="97154"/>
                    <a:pt x="0" y="75406"/>
                    <a:pt x="0" y="48577"/>
                  </a:cubicBezTo>
                  <a:cubicBezTo>
                    <a:pt x="0" y="21740"/>
                    <a:pt x="21740" y="0"/>
                    <a:pt x="48577" y="0"/>
                  </a:cubicBezTo>
                  <a:cubicBezTo>
                    <a:pt x="75406" y="0"/>
                    <a:pt x="97154" y="21740"/>
                    <a:pt x="97154" y="48577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Freihandform: Form 263">
              <a:extLst>
                <a:ext uri="{FF2B5EF4-FFF2-40B4-BE49-F238E27FC236}">
                  <a16:creationId xmlns:a16="http://schemas.microsoft.com/office/drawing/2014/main" id="{9E1A702C-0D8B-7EB2-3324-1118FE51025B}"/>
                </a:ext>
              </a:extLst>
            </p:cNvPr>
            <p:cNvSpPr/>
            <p:nvPr/>
          </p:nvSpPr>
          <p:spPr>
            <a:xfrm>
              <a:off x="11629294" y="2527007"/>
              <a:ext cx="97154" cy="97153"/>
            </a:xfrm>
            <a:custGeom>
              <a:avLst/>
              <a:gdLst>
                <a:gd name="csX0" fmla="*/ 97154 w 97154"/>
                <a:gd name="csY0" fmla="*/ 48577 h 97153"/>
                <a:gd name="csX1" fmla="*/ 48577 w 97154"/>
                <a:gd name="csY1" fmla="*/ 97154 h 97153"/>
                <a:gd name="csX2" fmla="*/ 0 w 97154"/>
                <a:gd name="csY2" fmla="*/ 48577 h 97153"/>
                <a:gd name="csX3" fmla="*/ 48577 w 97154"/>
                <a:gd name="csY3" fmla="*/ 0 h 97153"/>
                <a:gd name="csX4" fmla="*/ 97154 w 97154"/>
                <a:gd name="csY4" fmla="*/ 48577 h 97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54" h="97153">
                  <a:moveTo>
                    <a:pt x="97154" y="48577"/>
                  </a:moveTo>
                  <a:cubicBezTo>
                    <a:pt x="97154" y="75406"/>
                    <a:pt x="75406" y="97154"/>
                    <a:pt x="48577" y="97154"/>
                  </a:cubicBezTo>
                  <a:cubicBezTo>
                    <a:pt x="21748" y="97154"/>
                    <a:pt x="0" y="75406"/>
                    <a:pt x="0" y="48577"/>
                  </a:cubicBezTo>
                  <a:cubicBezTo>
                    <a:pt x="0" y="21748"/>
                    <a:pt x="21748" y="0"/>
                    <a:pt x="48577" y="0"/>
                  </a:cubicBezTo>
                  <a:cubicBezTo>
                    <a:pt x="75406" y="0"/>
                    <a:pt x="97154" y="21748"/>
                    <a:pt x="97154" y="48577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Freihandform: Form 264">
              <a:extLst>
                <a:ext uri="{FF2B5EF4-FFF2-40B4-BE49-F238E27FC236}">
                  <a16:creationId xmlns:a16="http://schemas.microsoft.com/office/drawing/2014/main" id="{1BA990CE-5A01-1AB8-B11D-E09305CFFD5F}"/>
                </a:ext>
              </a:extLst>
            </p:cNvPr>
            <p:cNvSpPr/>
            <p:nvPr/>
          </p:nvSpPr>
          <p:spPr>
            <a:xfrm>
              <a:off x="11458287" y="3023735"/>
              <a:ext cx="97162" cy="97153"/>
            </a:xfrm>
            <a:custGeom>
              <a:avLst/>
              <a:gdLst>
                <a:gd name="csX0" fmla="*/ 97162 w 97162"/>
                <a:gd name="csY0" fmla="*/ 48577 h 97153"/>
                <a:gd name="csX1" fmla="*/ 48577 w 97162"/>
                <a:gd name="csY1" fmla="*/ 97154 h 97153"/>
                <a:gd name="csX2" fmla="*/ 0 w 97162"/>
                <a:gd name="csY2" fmla="*/ 48577 h 97153"/>
                <a:gd name="csX3" fmla="*/ 48577 w 97162"/>
                <a:gd name="csY3" fmla="*/ 0 h 97153"/>
                <a:gd name="csX4" fmla="*/ 97162 w 97162"/>
                <a:gd name="csY4" fmla="*/ 48577 h 97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62" h="97153">
                  <a:moveTo>
                    <a:pt x="97162" y="48577"/>
                  </a:moveTo>
                  <a:cubicBezTo>
                    <a:pt x="97162" y="75406"/>
                    <a:pt x="75414" y="97154"/>
                    <a:pt x="48577" y="97154"/>
                  </a:cubicBezTo>
                  <a:cubicBezTo>
                    <a:pt x="21748" y="97154"/>
                    <a:pt x="0" y="75406"/>
                    <a:pt x="0" y="48577"/>
                  </a:cubicBezTo>
                  <a:cubicBezTo>
                    <a:pt x="0" y="21740"/>
                    <a:pt x="21748" y="0"/>
                    <a:pt x="48577" y="0"/>
                  </a:cubicBezTo>
                  <a:cubicBezTo>
                    <a:pt x="75414" y="0"/>
                    <a:pt x="97162" y="21740"/>
                    <a:pt x="97162" y="48577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Freihandform: Form 265">
              <a:extLst>
                <a:ext uri="{FF2B5EF4-FFF2-40B4-BE49-F238E27FC236}">
                  <a16:creationId xmlns:a16="http://schemas.microsoft.com/office/drawing/2014/main" id="{C28795D1-D750-2463-6BDF-C0D83A807985}"/>
                </a:ext>
              </a:extLst>
            </p:cNvPr>
            <p:cNvSpPr/>
            <p:nvPr/>
          </p:nvSpPr>
          <p:spPr>
            <a:xfrm>
              <a:off x="11584504" y="3268023"/>
              <a:ext cx="97162" cy="97153"/>
            </a:xfrm>
            <a:custGeom>
              <a:avLst/>
              <a:gdLst>
                <a:gd name="csX0" fmla="*/ 97162 w 97162"/>
                <a:gd name="csY0" fmla="*/ 48577 h 97153"/>
                <a:gd name="csX1" fmla="*/ 48585 w 97162"/>
                <a:gd name="csY1" fmla="*/ 97154 h 97153"/>
                <a:gd name="csX2" fmla="*/ 0 w 97162"/>
                <a:gd name="csY2" fmla="*/ 48577 h 97153"/>
                <a:gd name="csX3" fmla="*/ 48585 w 97162"/>
                <a:gd name="csY3" fmla="*/ 0 h 97153"/>
                <a:gd name="csX4" fmla="*/ 97162 w 97162"/>
                <a:gd name="csY4" fmla="*/ 48577 h 97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162" h="97153">
                  <a:moveTo>
                    <a:pt x="97162" y="48577"/>
                  </a:moveTo>
                  <a:cubicBezTo>
                    <a:pt x="97162" y="75405"/>
                    <a:pt x="75414" y="97154"/>
                    <a:pt x="48585" y="97154"/>
                  </a:cubicBezTo>
                  <a:cubicBezTo>
                    <a:pt x="21748" y="97154"/>
                    <a:pt x="0" y="75405"/>
                    <a:pt x="0" y="48577"/>
                  </a:cubicBezTo>
                  <a:cubicBezTo>
                    <a:pt x="0" y="21748"/>
                    <a:pt x="21748" y="0"/>
                    <a:pt x="48585" y="0"/>
                  </a:cubicBezTo>
                  <a:cubicBezTo>
                    <a:pt x="75414" y="0"/>
                    <a:pt x="97162" y="21748"/>
                    <a:pt x="97162" y="48577"/>
                  </a:cubicBezTo>
                </a:path>
              </a:pathLst>
            </a:custGeom>
            <a:solidFill>
              <a:srgbClr val="548235"/>
            </a:solidFill>
            <a:ln w="7557" cap="rnd">
              <a:solidFill>
                <a:srgbClr val="54823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7" name="Textfeld 266">
                  <a:extLst>
                    <a:ext uri="{FF2B5EF4-FFF2-40B4-BE49-F238E27FC236}">
                      <a16:creationId xmlns:a16="http://schemas.microsoft.com/office/drawing/2014/main" id="{1EF874D1-F05A-39F7-ECF6-032CD9AFE3A6}"/>
                    </a:ext>
                  </a:extLst>
                </p:cNvPr>
                <p:cNvSpPr txBox="1"/>
                <p:nvPr/>
              </p:nvSpPr>
              <p:spPr>
                <a:xfrm>
                  <a:off x="9208892" y="3089552"/>
                  <a:ext cx="5806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1.0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67" name="Textfeld 266">
                  <a:extLst>
                    <a:ext uri="{FF2B5EF4-FFF2-40B4-BE49-F238E27FC236}">
                      <a16:creationId xmlns:a16="http://schemas.microsoft.com/office/drawing/2014/main" id="{1EF874D1-F05A-39F7-ECF6-032CD9AFE3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8892" y="3089552"/>
                  <a:ext cx="58060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8" name="Textfeld 267">
                  <a:extLst>
                    <a:ext uri="{FF2B5EF4-FFF2-40B4-BE49-F238E27FC236}">
                      <a16:creationId xmlns:a16="http://schemas.microsoft.com/office/drawing/2014/main" id="{98E9173D-6213-055C-E700-2F67E5E86B0D}"/>
                    </a:ext>
                  </a:extLst>
                </p:cNvPr>
                <p:cNvSpPr txBox="1"/>
                <p:nvPr/>
              </p:nvSpPr>
              <p:spPr>
                <a:xfrm>
                  <a:off x="9211348" y="1925270"/>
                  <a:ext cx="5806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1.5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68" name="Textfeld 267">
                  <a:extLst>
                    <a:ext uri="{FF2B5EF4-FFF2-40B4-BE49-F238E27FC236}">
                      <a16:creationId xmlns:a16="http://schemas.microsoft.com/office/drawing/2014/main" id="{98E9173D-6213-055C-E700-2F67E5E86B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1348" y="1925270"/>
                  <a:ext cx="58060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CD484A75-AFDD-2882-454A-61B4FCFE37E6}"/>
                </a:ext>
              </a:extLst>
            </p:cNvPr>
            <p:cNvSpPr txBox="1"/>
            <p:nvPr/>
          </p:nvSpPr>
          <p:spPr>
            <a:xfrm>
              <a:off x="9839610" y="4216441"/>
              <a:ext cx="11221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accent1">
                      <a:lumMod val="75000"/>
                    </a:schemeClr>
                  </a:solidFill>
                </a:rPr>
                <a:t>Group 1</a:t>
              </a:r>
            </a:p>
          </p:txBody>
        </p:sp>
        <p:sp>
          <p:nvSpPr>
            <p:cNvPr id="270" name="Textfeld 269">
              <a:extLst>
                <a:ext uri="{FF2B5EF4-FFF2-40B4-BE49-F238E27FC236}">
                  <a16:creationId xmlns:a16="http://schemas.microsoft.com/office/drawing/2014/main" id="{AF7C0FF8-0084-F184-689E-12153C00422F}"/>
                </a:ext>
              </a:extLst>
            </p:cNvPr>
            <p:cNvSpPr txBox="1"/>
            <p:nvPr/>
          </p:nvSpPr>
          <p:spPr>
            <a:xfrm>
              <a:off x="11021531" y="4216441"/>
              <a:ext cx="11221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accent6">
                      <a:lumMod val="75000"/>
                    </a:schemeClr>
                  </a:solidFill>
                </a:rPr>
                <a:t>Group 2</a:t>
              </a:r>
            </a:p>
          </p:txBody>
        </p:sp>
        <p:sp>
          <p:nvSpPr>
            <p:cNvPr id="271" name="Textfeld 270">
              <a:extLst>
                <a:ext uri="{FF2B5EF4-FFF2-40B4-BE49-F238E27FC236}">
                  <a16:creationId xmlns:a16="http://schemas.microsoft.com/office/drawing/2014/main" id="{634CA10B-6433-8E38-2DF2-A38205C2CFBF}"/>
                </a:ext>
              </a:extLst>
            </p:cNvPr>
            <p:cNvSpPr txBox="1"/>
            <p:nvPr/>
          </p:nvSpPr>
          <p:spPr>
            <a:xfrm rot="16200000">
              <a:off x="7569412" y="2403710"/>
              <a:ext cx="30621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Within-sample diversity</a:t>
              </a:r>
            </a:p>
          </p:txBody>
        </p:sp>
      </p:grpSp>
      <p:sp>
        <p:nvSpPr>
          <p:cNvPr id="272" name="Pfeil: nach rechts 271">
            <a:extLst>
              <a:ext uri="{FF2B5EF4-FFF2-40B4-BE49-F238E27FC236}">
                <a16:creationId xmlns:a16="http://schemas.microsoft.com/office/drawing/2014/main" id="{B951F2FB-5F5F-7A72-7F61-1EEFFD7019DD}"/>
              </a:ext>
            </a:extLst>
          </p:cNvPr>
          <p:cNvSpPr/>
          <p:nvPr/>
        </p:nvSpPr>
        <p:spPr>
          <a:xfrm>
            <a:off x="7799589" y="3469788"/>
            <a:ext cx="648000" cy="432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3" name="Textfeld 272">
                <a:extLst>
                  <a:ext uri="{FF2B5EF4-FFF2-40B4-BE49-F238E27FC236}">
                    <a16:creationId xmlns:a16="http://schemas.microsoft.com/office/drawing/2014/main" id="{A120BAA2-0E03-68AF-F2BB-73229BAB6528}"/>
                  </a:ext>
                </a:extLst>
              </p:cNvPr>
              <p:cNvSpPr txBox="1"/>
              <p:nvPr/>
            </p:nvSpPr>
            <p:spPr>
              <a:xfrm>
                <a:off x="8665129" y="4767266"/>
                <a:ext cx="393485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sz="2200" b="1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2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de-DE" sz="2200" b="0" i="0" smtClean="0">
                          <a:latin typeface="Cambria Math" panose="02040503050406030204" pitchFamily="18" charset="0"/>
                        </a:rPr>
                        <m:t>vs</m:t>
                      </m:r>
                      <m:r>
                        <a:rPr lang="de-DE" sz="2200" b="0" i="0" smtClean="0">
                          <a:latin typeface="Cambria Math" panose="02040503050406030204" pitchFamily="18" charset="0"/>
                        </a:rPr>
                        <m:t>.    </m:t>
                      </m:r>
                      <m:sSub>
                        <m:sSubPr>
                          <m:ctrlPr>
                            <a:rPr lang="de-DE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e-DE" sz="2200" b="1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273" name="Textfeld 272">
                <a:extLst>
                  <a:ext uri="{FF2B5EF4-FFF2-40B4-BE49-F238E27FC236}">
                    <a16:creationId xmlns:a16="http://schemas.microsoft.com/office/drawing/2014/main" id="{A120BAA2-0E03-68AF-F2BB-73229BAB6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129" y="4767266"/>
                <a:ext cx="393485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4" name="Textfeld 273">
                <a:extLst>
                  <a:ext uri="{FF2B5EF4-FFF2-40B4-BE49-F238E27FC236}">
                    <a16:creationId xmlns:a16="http://schemas.microsoft.com/office/drawing/2014/main" id="{55339A2F-446B-2F16-FFF2-F4A1D27D380A}"/>
                  </a:ext>
                </a:extLst>
              </p:cNvPr>
              <p:cNvSpPr txBox="1"/>
              <p:nvPr/>
            </p:nvSpPr>
            <p:spPr>
              <a:xfrm>
                <a:off x="8787049" y="5343241"/>
                <a:ext cx="374023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denote the distributions of within-sample diversity in the two Groups.</a:t>
                </a:r>
              </a:p>
            </p:txBody>
          </p:sp>
        </mc:Choice>
        <mc:Fallback>
          <p:sp>
            <p:nvSpPr>
              <p:cNvPr id="274" name="Textfeld 273">
                <a:extLst>
                  <a:ext uri="{FF2B5EF4-FFF2-40B4-BE49-F238E27FC236}">
                    <a16:creationId xmlns:a16="http://schemas.microsoft.com/office/drawing/2014/main" id="{55339A2F-446B-2F16-FFF2-F4A1D27D3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049" y="5343241"/>
                <a:ext cx="3740231" cy="1015663"/>
              </a:xfrm>
              <a:prstGeom prst="rect">
                <a:avLst/>
              </a:prstGeom>
              <a:blipFill>
                <a:blip r:embed="rId10"/>
                <a:stretch>
                  <a:fillRect l="-1629" t="-3614" r="-2769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171</Words>
  <Application>Microsoft Office PowerPoint</Application>
  <PresentationFormat>Benutzerdefiniert</PresentationFormat>
  <Paragraphs>132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64</cp:revision>
  <dcterms:created xsi:type="dcterms:W3CDTF">2026-05-10T08:14:00Z</dcterms:created>
  <dcterms:modified xsi:type="dcterms:W3CDTF">2026-07-05T06:55:31Z</dcterms:modified>
</cp:coreProperties>
</file>