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3"/>
  </p:notesMasterIdLst>
  <p:sldIdLst>
    <p:sldId id="258" r:id="rId2"/>
  </p:sldIdLst>
  <p:sldSz cx="12599988" cy="6372225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8235"/>
    <a:srgbClr val="2E75B6"/>
    <a:srgbClr val="CCECCC"/>
    <a:srgbClr val="BBDEFD"/>
    <a:srgbClr val="E2F1FE"/>
    <a:srgbClr val="2F5597"/>
    <a:srgbClr val="D6EBFE"/>
    <a:srgbClr val="CAEDFE"/>
    <a:srgbClr val="E2E9F6"/>
    <a:srgbClr val="F2FA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10"/>
  </p:normalViewPr>
  <p:slideViewPr>
    <p:cSldViewPr snapToGrid="0" snapToObjects="1">
      <p:cViewPr>
        <p:scale>
          <a:sx n="50" d="100"/>
          <a:sy n="50" d="100"/>
        </p:scale>
        <p:origin x="2640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1pPr>
    <a:lvl2pPr marL="36073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2pPr>
    <a:lvl3pPr marL="72147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3pPr>
    <a:lvl4pPr marL="108221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4pPr>
    <a:lvl5pPr marL="144295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5pPr>
    <a:lvl6pPr marL="180368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6pPr>
    <a:lvl7pPr marL="216442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7pPr>
    <a:lvl8pPr marL="252516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8pPr>
    <a:lvl9pPr marL="2885901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1042862"/>
            <a:ext cx="9449991" cy="2218478"/>
          </a:xfrm>
        </p:spPr>
        <p:txBody>
          <a:bodyPr anchor="b"/>
          <a:lstStyle>
            <a:lvl1pPr algn="ctr">
              <a:defRPr sz="557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3346894"/>
            <a:ext cx="9449991" cy="1538479"/>
          </a:xfrm>
        </p:spPr>
        <p:txBody>
          <a:bodyPr/>
          <a:lstStyle>
            <a:lvl1pPr marL="0" indent="0" algn="ctr">
              <a:buNone/>
              <a:defRPr sz="2230"/>
            </a:lvl1pPr>
            <a:lvl2pPr marL="424830" indent="0" algn="ctr">
              <a:buNone/>
              <a:defRPr sz="1858"/>
            </a:lvl2pPr>
            <a:lvl3pPr marL="849660" indent="0" algn="ctr">
              <a:buNone/>
              <a:defRPr sz="1673"/>
            </a:lvl3pPr>
            <a:lvl4pPr marL="1274491" indent="0" algn="ctr">
              <a:buNone/>
              <a:defRPr sz="1487"/>
            </a:lvl4pPr>
            <a:lvl5pPr marL="1699321" indent="0" algn="ctr">
              <a:buNone/>
              <a:defRPr sz="1487"/>
            </a:lvl5pPr>
            <a:lvl6pPr marL="2124151" indent="0" algn="ctr">
              <a:buNone/>
              <a:defRPr sz="1487"/>
            </a:lvl6pPr>
            <a:lvl7pPr marL="2548981" indent="0" algn="ctr">
              <a:buNone/>
              <a:defRPr sz="1487"/>
            </a:lvl7pPr>
            <a:lvl8pPr marL="2973812" indent="0" algn="ctr">
              <a:buNone/>
              <a:defRPr sz="1487"/>
            </a:lvl8pPr>
            <a:lvl9pPr marL="3398642" indent="0" algn="ctr">
              <a:buNone/>
              <a:defRPr sz="1487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9584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2821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1588632"/>
            <a:ext cx="10867490" cy="2650668"/>
          </a:xfrm>
        </p:spPr>
        <p:txBody>
          <a:bodyPr anchor="b"/>
          <a:lstStyle>
            <a:lvl1pPr>
              <a:defRPr sz="557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4264376"/>
            <a:ext cx="10867490" cy="1393924"/>
          </a:xfrm>
        </p:spPr>
        <p:txBody>
          <a:bodyPr/>
          <a:lstStyle>
            <a:lvl1pPr marL="0" indent="0">
              <a:buNone/>
              <a:defRPr sz="2230">
                <a:solidFill>
                  <a:schemeClr val="tx1">
                    <a:tint val="75000"/>
                  </a:schemeClr>
                </a:solidFill>
              </a:defRPr>
            </a:lvl1pPr>
            <a:lvl2pPr marL="424830" indent="0">
              <a:buNone/>
              <a:defRPr sz="1858">
                <a:solidFill>
                  <a:schemeClr val="tx1">
                    <a:tint val="75000"/>
                  </a:schemeClr>
                </a:solidFill>
              </a:defRPr>
            </a:lvl2pPr>
            <a:lvl3pPr marL="849660" indent="0">
              <a:buNone/>
              <a:defRPr sz="1673">
                <a:solidFill>
                  <a:schemeClr val="tx1">
                    <a:tint val="75000"/>
                  </a:schemeClr>
                </a:solidFill>
              </a:defRPr>
            </a:lvl3pPr>
            <a:lvl4pPr marL="1274491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4pPr>
            <a:lvl5pPr marL="1699321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5pPr>
            <a:lvl6pPr marL="2124151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6pPr>
            <a:lvl7pPr marL="2548981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7pPr>
            <a:lvl8pPr marL="2973812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8pPr>
            <a:lvl9pPr marL="3398642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21550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1696310"/>
            <a:ext cx="5354995" cy="40431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1696310"/>
            <a:ext cx="5354995" cy="40431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5952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339262"/>
            <a:ext cx="10867490" cy="123166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1562080"/>
            <a:ext cx="5330385" cy="765552"/>
          </a:xfrm>
        </p:spPr>
        <p:txBody>
          <a:bodyPr anchor="b"/>
          <a:lstStyle>
            <a:lvl1pPr marL="0" indent="0">
              <a:buNone/>
              <a:defRPr sz="2230" b="1"/>
            </a:lvl1pPr>
            <a:lvl2pPr marL="424830" indent="0">
              <a:buNone/>
              <a:defRPr sz="1858" b="1"/>
            </a:lvl2pPr>
            <a:lvl3pPr marL="849660" indent="0">
              <a:buNone/>
              <a:defRPr sz="1673" b="1"/>
            </a:lvl3pPr>
            <a:lvl4pPr marL="1274491" indent="0">
              <a:buNone/>
              <a:defRPr sz="1487" b="1"/>
            </a:lvl4pPr>
            <a:lvl5pPr marL="1699321" indent="0">
              <a:buNone/>
              <a:defRPr sz="1487" b="1"/>
            </a:lvl5pPr>
            <a:lvl6pPr marL="2124151" indent="0">
              <a:buNone/>
              <a:defRPr sz="1487" b="1"/>
            </a:lvl6pPr>
            <a:lvl7pPr marL="2548981" indent="0">
              <a:buNone/>
              <a:defRPr sz="1487" b="1"/>
            </a:lvl7pPr>
            <a:lvl8pPr marL="2973812" indent="0">
              <a:buNone/>
              <a:defRPr sz="1487" b="1"/>
            </a:lvl8pPr>
            <a:lvl9pPr marL="3398642" indent="0">
              <a:buNone/>
              <a:defRPr sz="148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2327632"/>
            <a:ext cx="5330385" cy="34235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1562080"/>
            <a:ext cx="5356636" cy="765552"/>
          </a:xfrm>
        </p:spPr>
        <p:txBody>
          <a:bodyPr anchor="b"/>
          <a:lstStyle>
            <a:lvl1pPr marL="0" indent="0">
              <a:buNone/>
              <a:defRPr sz="2230" b="1"/>
            </a:lvl1pPr>
            <a:lvl2pPr marL="424830" indent="0">
              <a:buNone/>
              <a:defRPr sz="1858" b="1"/>
            </a:lvl2pPr>
            <a:lvl3pPr marL="849660" indent="0">
              <a:buNone/>
              <a:defRPr sz="1673" b="1"/>
            </a:lvl3pPr>
            <a:lvl4pPr marL="1274491" indent="0">
              <a:buNone/>
              <a:defRPr sz="1487" b="1"/>
            </a:lvl4pPr>
            <a:lvl5pPr marL="1699321" indent="0">
              <a:buNone/>
              <a:defRPr sz="1487" b="1"/>
            </a:lvl5pPr>
            <a:lvl6pPr marL="2124151" indent="0">
              <a:buNone/>
              <a:defRPr sz="1487" b="1"/>
            </a:lvl6pPr>
            <a:lvl7pPr marL="2548981" indent="0">
              <a:buNone/>
              <a:defRPr sz="1487" b="1"/>
            </a:lvl7pPr>
            <a:lvl8pPr marL="2973812" indent="0">
              <a:buNone/>
              <a:defRPr sz="1487" b="1"/>
            </a:lvl8pPr>
            <a:lvl9pPr marL="3398642" indent="0">
              <a:buNone/>
              <a:defRPr sz="148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2327632"/>
            <a:ext cx="5356636" cy="34235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19019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7860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76675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424815"/>
            <a:ext cx="4063824" cy="1486853"/>
          </a:xfrm>
        </p:spPr>
        <p:txBody>
          <a:bodyPr anchor="b"/>
          <a:lstStyle>
            <a:lvl1pPr>
              <a:defRPr sz="297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917483"/>
            <a:ext cx="6378744" cy="4528410"/>
          </a:xfrm>
        </p:spPr>
        <p:txBody>
          <a:bodyPr/>
          <a:lstStyle>
            <a:lvl1pPr>
              <a:defRPr sz="2973"/>
            </a:lvl1pPr>
            <a:lvl2pPr>
              <a:defRPr sz="2602"/>
            </a:lvl2pPr>
            <a:lvl3pPr>
              <a:defRPr sz="2230"/>
            </a:lvl3pPr>
            <a:lvl4pPr>
              <a:defRPr sz="1858"/>
            </a:lvl4pPr>
            <a:lvl5pPr>
              <a:defRPr sz="1858"/>
            </a:lvl5pPr>
            <a:lvl6pPr>
              <a:defRPr sz="1858"/>
            </a:lvl6pPr>
            <a:lvl7pPr>
              <a:defRPr sz="1858"/>
            </a:lvl7pPr>
            <a:lvl8pPr>
              <a:defRPr sz="1858"/>
            </a:lvl8pPr>
            <a:lvl9pPr>
              <a:defRPr sz="185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911667"/>
            <a:ext cx="4063824" cy="3541601"/>
          </a:xfrm>
        </p:spPr>
        <p:txBody>
          <a:bodyPr/>
          <a:lstStyle>
            <a:lvl1pPr marL="0" indent="0">
              <a:buNone/>
              <a:defRPr sz="1487"/>
            </a:lvl1pPr>
            <a:lvl2pPr marL="424830" indent="0">
              <a:buNone/>
              <a:defRPr sz="1301"/>
            </a:lvl2pPr>
            <a:lvl3pPr marL="849660" indent="0">
              <a:buNone/>
              <a:defRPr sz="1115"/>
            </a:lvl3pPr>
            <a:lvl4pPr marL="1274491" indent="0">
              <a:buNone/>
              <a:defRPr sz="929"/>
            </a:lvl4pPr>
            <a:lvl5pPr marL="1699321" indent="0">
              <a:buNone/>
              <a:defRPr sz="929"/>
            </a:lvl5pPr>
            <a:lvl6pPr marL="2124151" indent="0">
              <a:buNone/>
              <a:defRPr sz="929"/>
            </a:lvl6pPr>
            <a:lvl7pPr marL="2548981" indent="0">
              <a:buNone/>
              <a:defRPr sz="929"/>
            </a:lvl7pPr>
            <a:lvl8pPr marL="2973812" indent="0">
              <a:buNone/>
              <a:defRPr sz="929"/>
            </a:lvl8pPr>
            <a:lvl9pPr marL="3398642" indent="0">
              <a:buNone/>
              <a:defRPr sz="92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305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424815"/>
            <a:ext cx="4063824" cy="1486853"/>
          </a:xfrm>
        </p:spPr>
        <p:txBody>
          <a:bodyPr anchor="b"/>
          <a:lstStyle>
            <a:lvl1pPr>
              <a:defRPr sz="297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917483"/>
            <a:ext cx="6378744" cy="4528410"/>
          </a:xfrm>
        </p:spPr>
        <p:txBody>
          <a:bodyPr anchor="t"/>
          <a:lstStyle>
            <a:lvl1pPr marL="0" indent="0">
              <a:buNone/>
              <a:defRPr sz="2973"/>
            </a:lvl1pPr>
            <a:lvl2pPr marL="424830" indent="0">
              <a:buNone/>
              <a:defRPr sz="2602"/>
            </a:lvl2pPr>
            <a:lvl3pPr marL="849660" indent="0">
              <a:buNone/>
              <a:defRPr sz="2230"/>
            </a:lvl3pPr>
            <a:lvl4pPr marL="1274491" indent="0">
              <a:buNone/>
              <a:defRPr sz="1858"/>
            </a:lvl4pPr>
            <a:lvl5pPr marL="1699321" indent="0">
              <a:buNone/>
              <a:defRPr sz="1858"/>
            </a:lvl5pPr>
            <a:lvl6pPr marL="2124151" indent="0">
              <a:buNone/>
              <a:defRPr sz="1858"/>
            </a:lvl6pPr>
            <a:lvl7pPr marL="2548981" indent="0">
              <a:buNone/>
              <a:defRPr sz="1858"/>
            </a:lvl7pPr>
            <a:lvl8pPr marL="2973812" indent="0">
              <a:buNone/>
              <a:defRPr sz="1858"/>
            </a:lvl8pPr>
            <a:lvl9pPr marL="3398642" indent="0">
              <a:buNone/>
              <a:defRPr sz="185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911667"/>
            <a:ext cx="4063824" cy="3541601"/>
          </a:xfrm>
        </p:spPr>
        <p:txBody>
          <a:bodyPr/>
          <a:lstStyle>
            <a:lvl1pPr marL="0" indent="0">
              <a:buNone/>
              <a:defRPr sz="1487"/>
            </a:lvl1pPr>
            <a:lvl2pPr marL="424830" indent="0">
              <a:buNone/>
              <a:defRPr sz="1301"/>
            </a:lvl2pPr>
            <a:lvl3pPr marL="849660" indent="0">
              <a:buNone/>
              <a:defRPr sz="1115"/>
            </a:lvl3pPr>
            <a:lvl4pPr marL="1274491" indent="0">
              <a:buNone/>
              <a:defRPr sz="929"/>
            </a:lvl4pPr>
            <a:lvl5pPr marL="1699321" indent="0">
              <a:buNone/>
              <a:defRPr sz="929"/>
            </a:lvl5pPr>
            <a:lvl6pPr marL="2124151" indent="0">
              <a:buNone/>
              <a:defRPr sz="929"/>
            </a:lvl6pPr>
            <a:lvl7pPr marL="2548981" indent="0">
              <a:buNone/>
              <a:defRPr sz="929"/>
            </a:lvl7pPr>
            <a:lvl8pPr marL="2973812" indent="0">
              <a:buNone/>
              <a:defRPr sz="929"/>
            </a:lvl8pPr>
            <a:lvl9pPr marL="3398642" indent="0">
              <a:buNone/>
              <a:defRPr sz="92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3172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21748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339262"/>
            <a:ext cx="2716872" cy="5400166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339262"/>
            <a:ext cx="7993117" cy="540016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65467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0959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339262"/>
            <a:ext cx="10867490" cy="1231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696310"/>
            <a:ext cx="10867490" cy="4043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5906109"/>
            <a:ext cx="2834997" cy="3392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5906109"/>
            <a:ext cx="4252496" cy="3392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5906109"/>
            <a:ext cx="2834997" cy="3392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73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</p:sldLayoutIdLst>
  <p:hf sldNum="0" hdr="0" ftr="0" dt="0"/>
  <p:txStyles>
    <p:titleStyle>
      <a:lvl1pPr algn="l" defTabSz="849660" rtl="0" eaLnBrk="1" latinLnBrk="0" hangingPunct="1">
        <a:lnSpc>
          <a:spcPct val="90000"/>
        </a:lnSpc>
        <a:spcBef>
          <a:spcPct val="0"/>
        </a:spcBef>
        <a:buNone/>
        <a:defRPr sz="40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2415" indent="-212415" algn="l" defTabSz="849660" rtl="0" eaLnBrk="1" latinLnBrk="0" hangingPunct="1">
        <a:lnSpc>
          <a:spcPct val="90000"/>
        </a:lnSpc>
        <a:spcBef>
          <a:spcPts val="929"/>
        </a:spcBef>
        <a:buFont typeface="Arial" panose="020B0604020202020204" pitchFamily="34" charset="0"/>
        <a:buChar char="•"/>
        <a:defRPr sz="2602" kern="1200">
          <a:solidFill>
            <a:schemeClr val="tx1"/>
          </a:solidFill>
          <a:latin typeface="+mn-lt"/>
          <a:ea typeface="+mn-ea"/>
          <a:cs typeface="+mn-cs"/>
        </a:defRPr>
      </a:lvl1pPr>
      <a:lvl2pPr marL="637245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2230" kern="1200">
          <a:solidFill>
            <a:schemeClr val="tx1"/>
          </a:solidFill>
          <a:latin typeface="+mn-lt"/>
          <a:ea typeface="+mn-ea"/>
          <a:cs typeface="+mn-cs"/>
        </a:defRPr>
      </a:lvl2pPr>
      <a:lvl3pPr marL="1062076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858" kern="1200">
          <a:solidFill>
            <a:schemeClr val="tx1"/>
          </a:solidFill>
          <a:latin typeface="+mn-lt"/>
          <a:ea typeface="+mn-ea"/>
          <a:cs typeface="+mn-cs"/>
        </a:defRPr>
      </a:lvl3pPr>
      <a:lvl4pPr marL="1486906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4pPr>
      <a:lvl5pPr marL="1911736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5pPr>
      <a:lvl6pPr marL="2336566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6pPr>
      <a:lvl7pPr marL="2761397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7pPr>
      <a:lvl8pPr marL="3186227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8pPr>
      <a:lvl9pPr marL="3611057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1pPr>
      <a:lvl2pPr marL="424830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2pPr>
      <a:lvl3pPr marL="849660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3pPr>
      <a:lvl4pPr marL="1274491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4pPr>
      <a:lvl5pPr marL="1699321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5pPr>
      <a:lvl6pPr marL="2124151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6pPr>
      <a:lvl7pPr marL="2548981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7pPr>
      <a:lvl8pPr marL="2973812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8pPr>
      <a:lvl9pPr marL="3398642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Tabelle 57">
                <a:extLst>
                  <a:ext uri="{FF2B5EF4-FFF2-40B4-BE49-F238E27FC236}">
                    <a16:creationId xmlns:a16="http://schemas.microsoft.com/office/drawing/2014/main" id="{89B04929-17BF-F834-4955-743B265328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0618378"/>
                  </p:ext>
                </p:extLst>
              </p:nvPr>
            </p:nvGraphicFramePr>
            <p:xfrm>
              <a:off x="915107" y="674079"/>
              <a:ext cx="4068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5.139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1.393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-1.395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3.128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4.983</a:t>
                          </a:r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-0.506</a:t>
                          </a:r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-0.913</a:t>
                          </a:r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1.359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1.082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-0.307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27290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Tabelle 57">
                <a:extLst>
                  <a:ext uri="{FF2B5EF4-FFF2-40B4-BE49-F238E27FC236}">
                    <a16:creationId xmlns:a16="http://schemas.microsoft.com/office/drawing/2014/main" id="{89B04929-17BF-F834-4955-743B265328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0618378"/>
                  </p:ext>
                </p:extLst>
              </p:nvPr>
            </p:nvGraphicFramePr>
            <p:xfrm>
              <a:off x="915107" y="674079"/>
              <a:ext cx="4068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423" t="-4412" r="-302113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20423" t="-4412" r="-152113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423" t="-4412" r="-2113" b="-6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4412" r="-571000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5.139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1.393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4412" r="-571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423" t="-204412" r="-302113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0423" t="-204412" r="-152113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23" t="-204412" r="-2113" b="-4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04412" r="-571000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-1.395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3.128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04412" r="-571000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423" t="-404412" r="-302113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0423" t="-404412" r="-152113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23" t="-404412" r="-2113" b="-2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04412" r="-571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4.983</a:t>
                          </a:r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-0.506</a:t>
                          </a:r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…</a:t>
                          </a:r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-0.913</a:t>
                          </a:r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604412" r="-571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1.359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1.082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-0.307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27290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9" name="Tabelle 58">
                <a:extLst>
                  <a:ext uri="{FF2B5EF4-FFF2-40B4-BE49-F238E27FC236}">
                    <a16:creationId xmlns:a16="http://schemas.microsoft.com/office/drawing/2014/main" id="{3A08FB03-5ADA-2F9C-23B2-C4C52C01B5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9663942"/>
                  </p:ext>
                </p:extLst>
              </p:nvPr>
            </p:nvGraphicFramePr>
            <p:xfrm>
              <a:off x="775794" y="3808415"/>
              <a:ext cx="4212000" cy="246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 b="0" spc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000" b="0" i="1" spc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spc="-30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2.278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3.847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-1.349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-1.721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2.491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1.519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3.841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1.896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2.301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-1.231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3.158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-0.008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8208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9" name="Tabelle 58">
                <a:extLst>
                  <a:ext uri="{FF2B5EF4-FFF2-40B4-BE49-F238E27FC236}">
                    <a16:creationId xmlns:a16="http://schemas.microsoft.com/office/drawing/2014/main" id="{3A08FB03-5ADA-2F9C-23B2-C4C52C01B5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9663942"/>
                  </p:ext>
                </p:extLst>
              </p:nvPr>
            </p:nvGraphicFramePr>
            <p:xfrm>
              <a:off x="775794" y="3808415"/>
              <a:ext cx="4212000" cy="246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7692" r="-460484" b="-5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2.278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3.847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-1.349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2941" r="-460484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7324" t="-102941" r="-302113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324" t="-102941" r="-152113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7324" t="-102941" r="-2113" b="-4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00000" r="-46048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-1.721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2.491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1.519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304412" r="-460484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7324" t="-304412" r="-302113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324" t="-304412" r="-152113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7324" t="-304412" r="-2113" b="-2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04412" r="-46048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3.841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1.896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2.301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504412" r="-460484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-1.231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3.158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-0.008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8208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0" name="Shape 46">
            <a:extLst>
              <a:ext uri="{FF2B5EF4-FFF2-40B4-BE49-F238E27FC236}">
                <a16:creationId xmlns:a16="http://schemas.microsoft.com/office/drawing/2014/main" id="{3AD66A0B-C482-C050-9EA3-F1A87B19090C}"/>
              </a:ext>
            </a:extLst>
          </p:cNvPr>
          <p:cNvSpPr/>
          <p:nvPr/>
        </p:nvSpPr>
        <p:spPr>
          <a:xfrm>
            <a:off x="1528009" y="3691706"/>
            <a:ext cx="3459785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B466757F-8282-AC6F-5D02-12B7B7F1163A}"/>
              </a:ext>
            </a:extLst>
          </p:cNvPr>
          <p:cNvSpPr txBox="1"/>
          <p:nvPr/>
        </p:nvSpPr>
        <p:spPr>
          <a:xfrm rot="16200000">
            <a:off x="-341789" y="2109816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rgbClr val="2E75B6"/>
                </a:solidFill>
              </a:rPr>
              <a:t>Group 1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97C4EFAF-D649-DC1B-83DB-622D0976263C}"/>
              </a:ext>
            </a:extLst>
          </p:cNvPr>
          <p:cNvSpPr txBox="1"/>
          <p:nvPr/>
        </p:nvSpPr>
        <p:spPr>
          <a:xfrm rot="16200000">
            <a:off x="-341790" y="4826035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Group 2</a:t>
            </a:r>
          </a:p>
        </p:txBody>
      </p:sp>
      <p:sp>
        <p:nvSpPr>
          <p:cNvPr id="63" name="Geschweifte Klammer links 62">
            <a:extLst>
              <a:ext uri="{FF2B5EF4-FFF2-40B4-BE49-F238E27FC236}">
                <a16:creationId xmlns:a16="http://schemas.microsoft.com/office/drawing/2014/main" id="{3A49B13F-913F-99A3-C66B-20C972C1C855}"/>
              </a:ext>
            </a:extLst>
          </p:cNvPr>
          <p:cNvSpPr/>
          <p:nvPr/>
        </p:nvSpPr>
        <p:spPr>
          <a:xfrm>
            <a:off x="384324" y="1088075"/>
            <a:ext cx="118872" cy="2483130"/>
          </a:xfrm>
          <a:prstGeom prst="leftBrace">
            <a:avLst>
              <a:gd name="adj1" fmla="val 38058"/>
              <a:gd name="adj2" fmla="val 50000"/>
            </a:avLst>
          </a:prstGeom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" name="Geschweifte Klammer links 489">
            <a:extLst>
              <a:ext uri="{FF2B5EF4-FFF2-40B4-BE49-F238E27FC236}">
                <a16:creationId xmlns:a16="http://schemas.microsoft.com/office/drawing/2014/main" id="{9CAC143C-0FCB-66A2-710A-D316EE546327}"/>
              </a:ext>
            </a:extLst>
          </p:cNvPr>
          <p:cNvSpPr/>
          <p:nvPr/>
        </p:nvSpPr>
        <p:spPr>
          <a:xfrm>
            <a:off x="384324" y="3809628"/>
            <a:ext cx="118872" cy="2465029"/>
          </a:xfrm>
          <a:prstGeom prst="leftBrace">
            <a:avLst>
              <a:gd name="adj1" fmla="val 38058"/>
              <a:gd name="adj2" fmla="val 50000"/>
            </a:avLst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" name="Textfeld 490">
            <a:extLst>
              <a:ext uri="{FF2B5EF4-FFF2-40B4-BE49-F238E27FC236}">
                <a16:creationId xmlns:a16="http://schemas.microsoft.com/office/drawing/2014/main" id="{341A34A6-6992-505F-5B1F-09D6AD4FFB59}"/>
              </a:ext>
            </a:extLst>
          </p:cNvPr>
          <p:cNvSpPr txBox="1"/>
          <p:nvPr/>
        </p:nvSpPr>
        <p:spPr>
          <a:xfrm>
            <a:off x="1528009" y="0"/>
            <a:ext cx="32437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CLR transformed matrix</a:t>
            </a:r>
          </a:p>
        </p:txBody>
      </p:sp>
      <p:sp>
        <p:nvSpPr>
          <p:cNvPr id="492" name="Textfeld 491">
            <a:extLst>
              <a:ext uri="{FF2B5EF4-FFF2-40B4-BE49-F238E27FC236}">
                <a16:creationId xmlns:a16="http://schemas.microsoft.com/office/drawing/2014/main" id="{77C898E3-F475-A299-977A-5498663A13EC}"/>
              </a:ext>
            </a:extLst>
          </p:cNvPr>
          <p:cNvSpPr txBox="1"/>
          <p:nvPr/>
        </p:nvSpPr>
        <p:spPr>
          <a:xfrm rot="16200000">
            <a:off x="-601913" y="2130461"/>
            <a:ext cx="2483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493" name="Textfeld 492">
            <a:extLst>
              <a:ext uri="{FF2B5EF4-FFF2-40B4-BE49-F238E27FC236}">
                <a16:creationId xmlns:a16="http://schemas.microsoft.com/office/drawing/2014/main" id="{DB1CB347-2393-EDFD-6482-92610CA40BA0}"/>
              </a:ext>
            </a:extLst>
          </p:cNvPr>
          <p:cNvSpPr txBox="1"/>
          <p:nvPr/>
        </p:nvSpPr>
        <p:spPr>
          <a:xfrm rot="16200000">
            <a:off x="-622952" y="4805697"/>
            <a:ext cx="2537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494" name="Pfeil: nach rechts 493">
            <a:extLst>
              <a:ext uri="{FF2B5EF4-FFF2-40B4-BE49-F238E27FC236}">
                <a16:creationId xmlns:a16="http://schemas.microsoft.com/office/drawing/2014/main" id="{F5F9F4D9-8D72-314F-A4D7-E1EDE05FA19C}"/>
              </a:ext>
            </a:extLst>
          </p:cNvPr>
          <p:cNvSpPr/>
          <p:nvPr/>
        </p:nvSpPr>
        <p:spPr>
          <a:xfrm>
            <a:off x="5201112" y="2011941"/>
            <a:ext cx="468000" cy="360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" name="Textfeld 494">
            <a:extLst>
              <a:ext uri="{FF2B5EF4-FFF2-40B4-BE49-F238E27FC236}">
                <a16:creationId xmlns:a16="http://schemas.microsoft.com/office/drawing/2014/main" id="{42C6D776-6220-AB62-D311-302DC73C36F5}"/>
              </a:ext>
            </a:extLst>
          </p:cNvPr>
          <p:cNvSpPr txBox="1"/>
          <p:nvPr/>
        </p:nvSpPr>
        <p:spPr>
          <a:xfrm>
            <a:off x="5773416" y="0"/>
            <a:ext cx="32442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Taxon-wise contributions</a:t>
            </a:r>
          </a:p>
        </p:txBody>
      </p:sp>
      <p:sp>
        <p:nvSpPr>
          <p:cNvPr id="496" name="Textfeld 495">
            <a:extLst>
              <a:ext uri="{FF2B5EF4-FFF2-40B4-BE49-F238E27FC236}">
                <a16:creationId xmlns:a16="http://schemas.microsoft.com/office/drawing/2014/main" id="{CFE1D758-0D87-EFEA-7070-94B26BA29D1F}"/>
              </a:ext>
            </a:extLst>
          </p:cNvPr>
          <p:cNvSpPr txBox="1"/>
          <p:nvPr/>
        </p:nvSpPr>
        <p:spPr>
          <a:xfrm>
            <a:off x="10068922" y="-1"/>
            <a:ext cx="234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Compositional equivalence test</a:t>
            </a:r>
          </a:p>
        </p:txBody>
      </p:sp>
      <p:sp>
        <p:nvSpPr>
          <p:cNvPr id="497" name="Textfeld 496">
            <a:extLst>
              <a:ext uri="{FF2B5EF4-FFF2-40B4-BE49-F238E27FC236}">
                <a16:creationId xmlns:a16="http://schemas.microsoft.com/office/drawing/2014/main" id="{B03178D1-C930-C324-86EF-03163A70E0EE}"/>
              </a:ext>
            </a:extLst>
          </p:cNvPr>
          <p:cNvSpPr txBox="1"/>
          <p:nvPr/>
        </p:nvSpPr>
        <p:spPr>
          <a:xfrm>
            <a:off x="1679966" y="392711"/>
            <a:ext cx="324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8" name="Textfeld 497">
                <a:extLst>
                  <a:ext uri="{FF2B5EF4-FFF2-40B4-BE49-F238E27FC236}">
                    <a16:creationId xmlns:a16="http://schemas.microsoft.com/office/drawing/2014/main" id="{5703355A-410D-7CBA-FFA5-212358B078D1}"/>
                  </a:ext>
                </a:extLst>
              </p:cNvPr>
              <p:cNvSpPr txBox="1"/>
              <p:nvPr/>
            </p:nvSpPr>
            <p:spPr>
              <a:xfrm>
                <a:off x="5696828" y="1641746"/>
                <a:ext cx="3787359" cy="934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de-DE" sz="2200" b="0" i="1" smtClean="0">
                                          <a:solidFill>
                                            <a:srgbClr val="2E75B6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200" b="0" i="1" smtClean="0">
                                              <a:solidFill>
                                                <a:srgbClr val="2E75B6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de-DE" sz="2200" b="0" i="1" smtClean="0">
                                                  <a:solidFill>
                                                    <a:srgbClr val="2E75B6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sz="2200" b="0" i="1" smtClean="0">
                                                  <a:solidFill>
                                                    <a:srgbClr val="2E75B6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2200" b="0" i="1" smtClean="0">
                                                  <a:solidFill>
                                                    <a:srgbClr val="2E75B6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de-DE" sz="2200" b="0" i="1" smtClean="0">
                                              <a:solidFill>
                                                <a:srgbClr val="2E75B6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de-DE" sz="2200" b="0" i="1" smtClean="0">
                                              <a:solidFill>
                                                <a:srgbClr val="2E75B6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de-DE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de-DE" sz="2200" i="1" smtClean="0">
                                          <a:solidFill>
                                            <a:srgbClr val="54823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200" i="1">
                                              <a:solidFill>
                                                <a:srgbClr val="54823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de-DE" sz="2200" i="1">
                                                  <a:solidFill>
                                                    <a:srgbClr val="548235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sz="2200" i="1">
                                                  <a:solidFill>
                                                    <a:srgbClr val="548235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2200" i="1">
                                                  <a:solidFill>
                                                    <a:srgbClr val="548235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de-DE" sz="2200" b="0" i="1" smtClean="0">
                                              <a:solidFill>
                                                <a:srgbClr val="54823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de-DE" sz="2200" b="0" i="1" smtClean="0">
                                              <a:solidFill>
                                                <a:srgbClr val="54823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200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acc>
                            </m:e>
                            <m:sub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498" name="Textfeld 497">
                <a:extLst>
                  <a:ext uri="{FF2B5EF4-FFF2-40B4-BE49-F238E27FC236}">
                    <a16:creationId xmlns:a16="http://schemas.microsoft.com/office/drawing/2014/main" id="{5703355A-410D-7CBA-FFA5-212358B07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828" y="1641746"/>
                <a:ext cx="3787359" cy="9343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0" name="Freihandform: Form 499">
            <a:extLst>
              <a:ext uri="{FF2B5EF4-FFF2-40B4-BE49-F238E27FC236}">
                <a16:creationId xmlns:a16="http://schemas.microsoft.com/office/drawing/2014/main" id="{638A3082-FB4F-02D9-B3ED-ECD44B6B3FA4}"/>
              </a:ext>
            </a:extLst>
          </p:cNvPr>
          <p:cNvSpPr/>
          <p:nvPr/>
        </p:nvSpPr>
        <p:spPr>
          <a:xfrm>
            <a:off x="6517388" y="5300716"/>
            <a:ext cx="41874" cy="13996"/>
          </a:xfrm>
          <a:custGeom>
            <a:avLst/>
            <a:gdLst>
              <a:gd name="csX0" fmla="*/ 273 w 37951"/>
              <a:gd name="csY0" fmla="*/ -370 h 12685"/>
              <a:gd name="csX1" fmla="*/ 38224 w 37951"/>
              <a:gd name="csY1" fmla="*/ -37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1" h="12685">
                <a:moveTo>
                  <a:pt x="273" y="-370"/>
                </a:moveTo>
                <a:lnTo>
                  <a:pt x="38224" y="-370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1" name="Freihandform: Form 500">
            <a:extLst>
              <a:ext uri="{FF2B5EF4-FFF2-40B4-BE49-F238E27FC236}">
                <a16:creationId xmlns:a16="http://schemas.microsoft.com/office/drawing/2014/main" id="{47E92ADB-08CC-F604-98A4-454E8E494E6A}"/>
              </a:ext>
            </a:extLst>
          </p:cNvPr>
          <p:cNvSpPr/>
          <p:nvPr/>
        </p:nvSpPr>
        <p:spPr>
          <a:xfrm>
            <a:off x="6517388" y="4901433"/>
            <a:ext cx="41874" cy="13996"/>
          </a:xfrm>
          <a:custGeom>
            <a:avLst/>
            <a:gdLst>
              <a:gd name="csX0" fmla="*/ 273 w 37951"/>
              <a:gd name="csY0" fmla="*/ -370 h 12685"/>
              <a:gd name="csX1" fmla="*/ 38224 w 37951"/>
              <a:gd name="csY1" fmla="*/ -37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1" h="12685">
                <a:moveTo>
                  <a:pt x="273" y="-370"/>
                </a:moveTo>
                <a:lnTo>
                  <a:pt x="38224" y="-370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2" name="Freihandform: Form 501">
            <a:extLst>
              <a:ext uri="{FF2B5EF4-FFF2-40B4-BE49-F238E27FC236}">
                <a16:creationId xmlns:a16="http://schemas.microsoft.com/office/drawing/2014/main" id="{0CB765FF-25A2-B97A-F5E3-F0C87A56C47F}"/>
              </a:ext>
            </a:extLst>
          </p:cNvPr>
          <p:cNvSpPr/>
          <p:nvPr/>
        </p:nvSpPr>
        <p:spPr>
          <a:xfrm>
            <a:off x="6517388" y="4502149"/>
            <a:ext cx="41874" cy="13996"/>
          </a:xfrm>
          <a:custGeom>
            <a:avLst/>
            <a:gdLst>
              <a:gd name="csX0" fmla="*/ 273 w 37951"/>
              <a:gd name="csY0" fmla="*/ -370 h 12685"/>
              <a:gd name="csX1" fmla="*/ 38224 w 37951"/>
              <a:gd name="csY1" fmla="*/ -37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1" h="12685">
                <a:moveTo>
                  <a:pt x="273" y="-370"/>
                </a:moveTo>
                <a:lnTo>
                  <a:pt x="38224" y="-370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3" name="Freihandform: Form 502">
            <a:extLst>
              <a:ext uri="{FF2B5EF4-FFF2-40B4-BE49-F238E27FC236}">
                <a16:creationId xmlns:a16="http://schemas.microsoft.com/office/drawing/2014/main" id="{E603E0C1-667F-4927-9D3E-0CF3DB7220C9}"/>
              </a:ext>
            </a:extLst>
          </p:cNvPr>
          <p:cNvSpPr/>
          <p:nvPr/>
        </p:nvSpPr>
        <p:spPr>
          <a:xfrm>
            <a:off x="6517388" y="3703581"/>
            <a:ext cx="41874" cy="13996"/>
          </a:xfrm>
          <a:custGeom>
            <a:avLst/>
            <a:gdLst>
              <a:gd name="csX0" fmla="*/ 273 w 37951"/>
              <a:gd name="csY0" fmla="*/ -370 h 12685"/>
              <a:gd name="csX1" fmla="*/ 38224 w 37951"/>
              <a:gd name="csY1" fmla="*/ -37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1" h="12685">
                <a:moveTo>
                  <a:pt x="273" y="-370"/>
                </a:moveTo>
                <a:lnTo>
                  <a:pt x="38224" y="-370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4" name="Freihandform: Form 503">
            <a:extLst>
              <a:ext uri="{FF2B5EF4-FFF2-40B4-BE49-F238E27FC236}">
                <a16:creationId xmlns:a16="http://schemas.microsoft.com/office/drawing/2014/main" id="{02D7D6E1-4014-0CE1-BCBD-FA6F33B6947B}"/>
              </a:ext>
            </a:extLst>
          </p:cNvPr>
          <p:cNvSpPr/>
          <p:nvPr/>
        </p:nvSpPr>
        <p:spPr>
          <a:xfrm>
            <a:off x="6517388" y="3304297"/>
            <a:ext cx="41874" cy="13996"/>
          </a:xfrm>
          <a:custGeom>
            <a:avLst/>
            <a:gdLst>
              <a:gd name="csX0" fmla="*/ 273 w 37951"/>
              <a:gd name="csY0" fmla="*/ -370 h 12685"/>
              <a:gd name="csX1" fmla="*/ 38224 w 37951"/>
              <a:gd name="csY1" fmla="*/ -37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1" h="12685">
                <a:moveTo>
                  <a:pt x="273" y="-370"/>
                </a:moveTo>
                <a:lnTo>
                  <a:pt x="38224" y="-370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6" name="Freihandform: Form 505">
            <a:extLst>
              <a:ext uri="{FF2B5EF4-FFF2-40B4-BE49-F238E27FC236}">
                <a16:creationId xmlns:a16="http://schemas.microsoft.com/office/drawing/2014/main" id="{4C490355-5983-EA42-A07A-B70E74C84BAC}"/>
              </a:ext>
            </a:extLst>
          </p:cNvPr>
          <p:cNvSpPr/>
          <p:nvPr/>
        </p:nvSpPr>
        <p:spPr>
          <a:xfrm>
            <a:off x="6736379" y="5492699"/>
            <a:ext cx="14013" cy="41826"/>
          </a:xfrm>
          <a:custGeom>
            <a:avLst/>
            <a:gdLst>
              <a:gd name="csX0" fmla="*/ 273 w 12700"/>
              <a:gd name="csY0" fmla="*/ 37539 h 37908"/>
              <a:gd name="csX1" fmla="*/ 273 w 12700"/>
              <a:gd name="csY1" fmla="*/ -370 h 37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37908">
                <a:moveTo>
                  <a:pt x="273" y="37539"/>
                </a:moveTo>
                <a:lnTo>
                  <a:pt x="273" y="-370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7" name="Freihandform: Form 506">
            <a:extLst>
              <a:ext uri="{FF2B5EF4-FFF2-40B4-BE49-F238E27FC236}">
                <a16:creationId xmlns:a16="http://schemas.microsoft.com/office/drawing/2014/main" id="{F7E94F58-B067-E97E-C05D-C24E05195260}"/>
              </a:ext>
            </a:extLst>
          </p:cNvPr>
          <p:cNvSpPr/>
          <p:nvPr/>
        </p:nvSpPr>
        <p:spPr>
          <a:xfrm>
            <a:off x="7368818" y="5492699"/>
            <a:ext cx="14013" cy="41826"/>
          </a:xfrm>
          <a:custGeom>
            <a:avLst/>
            <a:gdLst>
              <a:gd name="csX0" fmla="*/ 273 w 12700"/>
              <a:gd name="csY0" fmla="*/ 37539 h 37908"/>
              <a:gd name="csX1" fmla="*/ 273 w 12700"/>
              <a:gd name="csY1" fmla="*/ -370 h 37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37908">
                <a:moveTo>
                  <a:pt x="273" y="37539"/>
                </a:moveTo>
                <a:lnTo>
                  <a:pt x="273" y="-370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8" name="Freihandform: Form 507">
            <a:extLst>
              <a:ext uri="{FF2B5EF4-FFF2-40B4-BE49-F238E27FC236}">
                <a16:creationId xmlns:a16="http://schemas.microsoft.com/office/drawing/2014/main" id="{8C98EF6D-54E3-2F1E-6299-75DDA82C2E46}"/>
              </a:ext>
            </a:extLst>
          </p:cNvPr>
          <p:cNvSpPr/>
          <p:nvPr/>
        </p:nvSpPr>
        <p:spPr>
          <a:xfrm>
            <a:off x="8039357" y="5492699"/>
            <a:ext cx="14013" cy="41826"/>
          </a:xfrm>
          <a:custGeom>
            <a:avLst/>
            <a:gdLst>
              <a:gd name="csX0" fmla="*/ 273 w 12700"/>
              <a:gd name="csY0" fmla="*/ 37539 h 37908"/>
              <a:gd name="csX1" fmla="*/ 273 w 12700"/>
              <a:gd name="csY1" fmla="*/ -370 h 37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37908">
                <a:moveTo>
                  <a:pt x="273" y="37539"/>
                </a:moveTo>
                <a:lnTo>
                  <a:pt x="273" y="-370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9" name="Freihandform: Form 508">
            <a:extLst>
              <a:ext uri="{FF2B5EF4-FFF2-40B4-BE49-F238E27FC236}">
                <a16:creationId xmlns:a16="http://schemas.microsoft.com/office/drawing/2014/main" id="{D31AE30C-22A7-0105-8D72-AFF59478A04A}"/>
              </a:ext>
            </a:extLst>
          </p:cNvPr>
          <p:cNvSpPr/>
          <p:nvPr/>
        </p:nvSpPr>
        <p:spPr>
          <a:xfrm>
            <a:off x="8656557" y="5492699"/>
            <a:ext cx="14013" cy="41826"/>
          </a:xfrm>
          <a:custGeom>
            <a:avLst/>
            <a:gdLst>
              <a:gd name="csX0" fmla="*/ 273 w 12700"/>
              <a:gd name="csY0" fmla="*/ 37539 h 37908"/>
              <a:gd name="csX1" fmla="*/ 273 w 12700"/>
              <a:gd name="csY1" fmla="*/ -370 h 37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37908">
                <a:moveTo>
                  <a:pt x="273" y="37539"/>
                </a:moveTo>
                <a:lnTo>
                  <a:pt x="273" y="-370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0" name="Tabelle 509">
                <a:extLst>
                  <a:ext uri="{FF2B5EF4-FFF2-40B4-BE49-F238E27FC236}">
                    <a16:creationId xmlns:a16="http://schemas.microsoft.com/office/drawing/2014/main" id="{8F64F289-5BA7-A52B-9BEC-C9E9E26BF3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5678210"/>
                  </p:ext>
                </p:extLst>
              </p:nvPr>
            </p:nvGraphicFramePr>
            <p:xfrm>
              <a:off x="6005502" y="3090863"/>
              <a:ext cx="576000" cy="23774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6000">
                      <a:extLst>
                        <a:ext uri="{9D8B030D-6E8A-4147-A177-3AD203B41FA5}">
                          <a16:colId xmlns:a16="http://schemas.microsoft.com/office/drawing/2014/main" val="1289813624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4259293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marR="0" lvl="0" indent="0" algn="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5014541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76312194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marR="0" lvl="0" indent="0" algn="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2889545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marR="0" lvl="0" indent="0" algn="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214524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marR="0" lvl="0" indent="0" algn="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799385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0" name="Tabelle 509">
                <a:extLst>
                  <a:ext uri="{FF2B5EF4-FFF2-40B4-BE49-F238E27FC236}">
                    <a16:creationId xmlns:a16="http://schemas.microsoft.com/office/drawing/2014/main" id="{8F64F289-5BA7-A52B-9BEC-C9E9E26BF3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5678210"/>
                  </p:ext>
                </p:extLst>
              </p:nvPr>
            </p:nvGraphicFramePr>
            <p:xfrm>
              <a:off x="6005502" y="3090863"/>
              <a:ext cx="576000" cy="23774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6000">
                      <a:extLst>
                        <a:ext uri="{9D8B030D-6E8A-4147-A177-3AD203B41FA5}">
                          <a16:colId xmlns:a16="http://schemas.microsoft.com/office/drawing/2014/main" val="1289813624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b="-50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25929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00000" b="-40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501454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96970" b="-30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631219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301538" b="-20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88954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401538" b="-10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21452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501538" b="-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993858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76" name="Gerader Verbinder 575">
            <a:extLst>
              <a:ext uri="{FF2B5EF4-FFF2-40B4-BE49-F238E27FC236}">
                <a16:creationId xmlns:a16="http://schemas.microsoft.com/office/drawing/2014/main" id="{E5907C88-A677-242A-BEA7-4611E4C4E566}"/>
              </a:ext>
            </a:extLst>
          </p:cNvPr>
          <p:cNvCxnSpPr>
            <a:cxnSpLocks/>
          </p:cNvCxnSpPr>
          <p:nvPr/>
        </p:nvCxnSpPr>
        <p:spPr>
          <a:xfrm>
            <a:off x="6726282" y="5300810"/>
            <a:ext cx="328344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77" name="Tabelle 576">
                <a:extLst>
                  <a:ext uri="{FF2B5EF4-FFF2-40B4-BE49-F238E27FC236}">
                    <a16:creationId xmlns:a16="http://schemas.microsoft.com/office/drawing/2014/main" id="{FD33C5B0-C221-0BE8-A0ED-4FC6D11FBC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85537"/>
                  </p:ext>
                </p:extLst>
              </p:nvPr>
            </p:nvGraphicFramePr>
            <p:xfrm>
              <a:off x="6444650" y="5531900"/>
              <a:ext cx="2592000" cy="41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195283509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400059133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906716024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547887281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0.05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0.15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514991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77" name="Tabelle 576">
                <a:extLst>
                  <a:ext uri="{FF2B5EF4-FFF2-40B4-BE49-F238E27FC236}">
                    <a16:creationId xmlns:a16="http://schemas.microsoft.com/office/drawing/2014/main" id="{FD33C5B0-C221-0BE8-A0ED-4FC6D11FBC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85537"/>
                  </p:ext>
                </p:extLst>
              </p:nvPr>
            </p:nvGraphicFramePr>
            <p:xfrm>
              <a:off x="6444650" y="5531900"/>
              <a:ext cx="2592000" cy="41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195283509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400059133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906716024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547887281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5797" r="-298131" b="-23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0.05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0.15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5149913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78" name="Gerader Verbinder 577">
            <a:extLst>
              <a:ext uri="{FF2B5EF4-FFF2-40B4-BE49-F238E27FC236}">
                <a16:creationId xmlns:a16="http://schemas.microsoft.com/office/drawing/2014/main" id="{8626FAC7-BC3B-BC41-4187-95C61F74854F}"/>
              </a:ext>
            </a:extLst>
          </p:cNvPr>
          <p:cNvCxnSpPr>
            <a:cxnSpLocks/>
          </p:cNvCxnSpPr>
          <p:nvPr/>
        </p:nvCxnSpPr>
        <p:spPr>
          <a:xfrm>
            <a:off x="6726282" y="4901450"/>
            <a:ext cx="110383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9" name="Gerader Verbinder 578">
            <a:extLst>
              <a:ext uri="{FF2B5EF4-FFF2-40B4-BE49-F238E27FC236}">
                <a16:creationId xmlns:a16="http://schemas.microsoft.com/office/drawing/2014/main" id="{E0920079-5CA3-35B5-4289-B6193577BD65}"/>
              </a:ext>
            </a:extLst>
          </p:cNvPr>
          <p:cNvCxnSpPr>
            <a:cxnSpLocks/>
          </p:cNvCxnSpPr>
          <p:nvPr/>
        </p:nvCxnSpPr>
        <p:spPr>
          <a:xfrm>
            <a:off x="6726282" y="4502092"/>
            <a:ext cx="1162062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Gerader Verbinder 579">
            <a:extLst>
              <a:ext uri="{FF2B5EF4-FFF2-40B4-BE49-F238E27FC236}">
                <a16:creationId xmlns:a16="http://schemas.microsoft.com/office/drawing/2014/main" id="{995B82EC-1224-208B-4636-B6681EE3125A}"/>
              </a:ext>
            </a:extLst>
          </p:cNvPr>
          <p:cNvCxnSpPr>
            <a:cxnSpLocks/>
          </p:cNvCxnSpPr>
          <p:nvPr/>
        </p:nvCxnSpPr>
        <p:spPr>
          <a:xfrm>
            <a:off x="6726282" y="4102734"/>
            <a:ext cx="220767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Gerader Verbinder 580">
            <a:extLst>
              <a:ext uri="{FF2B5EF4-FFF2-40B4-BE49-F238E27FC236}">
                <a16:creationId xmlns:a16="http://schemas.microsoft.com/office/drawing/2014/main" id="{41476CB3-9B8E-4FB1-1CC1-A90A18519D7E}"/>
              </a:ext>
            </a:extLst>
          </p:cNvPr>
          <p:cNvCxnSpPr>
            <a:cxnSpLocks/>
          </p:cNvCxnSpPr>
          <p:nvPr/>
        </p:nvCxnSpPr>
        <p:spPr>
          <a:xfrm>
            <a:off x="6726282" y="3304018"/>
            <a:ext cx="971550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2" name="Freihandform: Form 581">
            <a:extLst>
              <a:ext uri="{FF2B5EF4-FFF2-40B4-BE49-F238E27FC236}">
                <a16:creationId xmlns:a16="http://schemas.microsoft.com/office/drawing/2014/main" id="{D97DBFD0-31BA-3C9A-1C4D-DC535E234569}"/>
              </a:ext>
            </a:extLst>
          </p:cNvPr>
          <p:cNvSpPr/>
          <p:nvPr/>
        </p:nvSpPr>
        <p:spPr>
          <a:xfrm>
            <a:off x="6509161" y="4102865"/>
            <a:ext cx="41874" cy="13996"/>
          </a:xfrm>
          <a:custGeom>
            <a:avLst/>
            <a:gdLst>
              <a:gd name="csX0" fmla="*/ 273 w 37951"/>
              <a:gd name="csY0" fmla="*/ -370 h 12685"/>
              <a:gd name="csX1" fmla="*/ 38224 w 37951"/>
              <a:gd name="csY1" fmla="*/ -37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1" h="12685">
                <a:moveTo>
                  <a:pt x="273" y="-370"/>
                </a:moveTo>
                <a:lnTo>
                  <a:pt x="38224" y="-370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cxnSp>
        <p:nvCxnSpPr>
          <p:cNvPr id="583" name="Gerader Verbinder 582">
            <a:extLst>
              <a:ext uri="{FF2B5EF4-FFF2-40B4-BE49-F238E27FC236}">
                <a16:creationId xmlns:a16="http://schemas.microsoft.com/office/drawing/2014/main" id="{F30B7F50-2E01-626C-5E42-54E14E029456}"/>
              </a:ext>
            </a:extLst>
          </p:cNvPr>
          <p:cNvCxnSpPr>
            <a:cxnSpLocks/>
          </p:cNvCxnSpPr>
          <p:nvPr/>
        </p:nvCxnSpPr>
        <p:spPr>
          <a:xfrm>
            <a:off x="6726282" y="3703376"/>
            <a:ext cx="1943100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5" name="Gerader Verbinder 584">
            <a:extLst>
              <a:ext uri="{FF2B5EF4-FFF2-40B4-BE49-F238E27FC236}">
                <a16:creationId xmlns:a16="http://schemas.microsoft.com/office/drawing/2014/main" id="{BF7AB14A-0FA2-CE64-5C22-1C6B80F51D27}"/>
              </a:ext>
            </a:extLst>
          </p:cNvPr>
          <p:cNvCxnSpPr/>
          <p:nvPr/>
        </p:nvCxnSpPr>
        <p:spPr>
          <a:xfrm>
            <a:off x="6553562" y="5485722"/>
            <a:ext cx="22251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Gerader Verbinder 586">
            <a:extLst>
              <a:ext uri="{FF2B5EF4-FFF2-40B4-BE49-F238E27FC236}">
                <a16:creationId xmlns:a16="http://schemas.microsoft.com/office/drawing/2014/main" id="{EE188A8A-BAED-0729-6622-EBFF2671A3CA}"/>
              </a:ext>
            </a:extLst>
          </p:cNvPr>
          <p:cNvCxnSpPr/>
          <p:nvPr/>
        </p:nvCxnSpPr>
        <p:spPr>
          <a:xfrm>
            <a:off x="6559262" y="3063240"/>
            <a:ext cx="0" cy="24224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4" name="Ellipse 593">
            <a:extLst>
              <a:ext uri="{FF2B5EF4-FFF2-40B4-BE49-F238E27FC236}">
                <a16:creationId xmlns:a16="http://schemas.microsoft.com/office/drawing/2014/main" id="{35E750FA-55E0-BBE7-9A4C-E0C29694EC51}"/>
              </a:ext>
            </a:extLst>
          </p:cNvPr>
          <p:cNvSpPr>
            <a:spLocks noChangeAspect="1"/>
          </p:cNvSpPr>
          <p:nvPr/>
        </p:nvSpPr>
        <p:spPr>
          <a:xfrm>
            <a:off x="7646683" y="3210858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5" name="Ellipse 594">
            <a:extLst>
              <a:ext uri="{FF2B5EF4-FFF2-40B4-BE49-F238E27FC236}">
                <a16:creationId xmlns:a16="http://schemas.microsoft.com/office/drawing/2014/main" id="{EEFFB20D-675B-976B-FAAF-708230DD7D83}"/>
              </a:ext>
            </a:extLst>
          </p:cNvPr>
          <p:cNvSpPr>
            <a:spLocks noChangeAspect="1"/>
          </p:cNvSpPr>
          <p:nvPr/>
        </p:nvSpPr>
        <p:spPr>
          <a:xfrm>
            <a:off x="8598162" y="3610732"/>
            <a:ext cx="180000" cy="1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6" name="Ellipse 595">
            <a:extLst>
              <a:ext uri="{FF2B5EF4-FFF2-40B4-BE49-F238E27FC236}">
                <a16:creationId xmlns:a16="http://schemas.microsoft.com/office/drawing/2014/main" id="{297E9E3C-7CBA-5C1B-B525-44A36ED43795}"/>
              </a:ext>
            </a:extLst>
          </p:cNvPr>
          <p:cNvSpPr>
            <a:spLocks noChangeAspect="1"/>
          </p:cNvSpPr>
          <p:nvPr/>
        </p:nvSpPr>
        <p:spPr>
          <a:xfrm>
            <a:off x="6880400" y="4012638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7" name="Ellipse 596">
            <a:extLst>
              <a:ext uri="{FF2B5EF4-FFF2-40B4-BE49-F238E27FC236}">
                <a16:creationId xmlns:a16="http://schemas.microsoft.com/office/drawing/2014/main" id="{135318A1-78C9-D5CA-8F8C-E69E9EC5DF2E}"/>
              </a:ext>
            </a:extLst>
          </p:cNvPr>
          <p:cNvSpPr>
            <a:spLocks noChangeAspect="1"/>
          </p:cNvSpPr>
          <p:nvPr/>
        </p:nvSpPr>
        <p:spPr>
          <a:xfrm>
            <a:off x="7831880" y="4408448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" name="Ellipse 597">
            <a:extLst>
              <a:ext uri="{FF2B5EF4-FFF2-40B4-BE49-F238E27FC236}">
                <a16:creationId xmlns:a16="http://schemas.microsoft.com/office/drawing/2014/main" id="{C2ED90B3-7CE4-CF7A-3941-4B30D7D67615}"/>
              </a:ext>
            </a:extLst>
          </p:cNvPr>
          <p:cNvSpPr>
            <a:spLocks noChangeAspect="1"/>
          </p:cNvSpPr>
          <p:nvPr/>
        </p:nvSpPr>
        <p:spPr>
          <a:xfrm>
            <a:off x="6826806" y="4802883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" name="Ellipse 598">
            <a:extLst>
              <a:ext uri="{FF2B5EF4-FFF2-40B4-BE49-F238E27FC236}">
                <a16:creationId xmlns:a16="http://schemas.microsoft.com/office/drawing/2014/main" id="{D8C91CC0-3A18-BAA9-07CD-4DB2CFF62F9B}"/>
              </a:ext>
            </a:extLst>
          </p:cNvPr>
          <p:cNvSpPr>
            <a:spLocks noChangeAspect="1"/>
          </p:cNvSpPr>
          <p:nvPr/>
        </p:nvSpPr>
        <p:spPr>
          <a:xfrm>
            <a:off x="7052139" y="5217100"/>
            <a:ext cx="180000" cy="180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1" name="Textfeld 600">
                <a:extLst>
                  <a:ext uri="{FF2B5EF4-FFF2-40B4-BE49-F238E27FC236}">
                    <a16:creationId xmlns:a16="http://schemas.microsoft.com/office/drawing/2014/main" id="{73B8BA9C-0EBC-5AC0-C456-D62DA8E57AD5}"/>
                  </a:ext>
                </a:extLst>
              </p:cNvPr>
              <p:cNvSpPr txBox="1"/>
              <p:nvPr/>
            </p:nvSpPr>
            <p:spPr>
              <a:xfrm>
                <a:off x="10101831" y="1956880"/>
                <a:ext cx="2132235" cy="572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de-DE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601" name="Textfeld 600">
                <a:extLst>
                  <a:ext uri="{FF2B5EF4-FFF2-40B4-BE49-F238E27FC236}">
                    <a16:creationId xmlns:a16="http://schemas.microsoft.com/office/drawing/2014/main" id="{73B8BA9C-0EBC-5AC0-C456-D62DA8E57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1831" y="1956880"/>
                <a:ext cx="2132235" cy="572464"/>
              </a:xfrm>
              <a:prstGeom prst="rect">
                <a:avLst/>
              </a:prstGeom>
              <a:blipFill>
                <a:blip r:embed="rId7"/>
                <a:stretch>
                  <a:fillRect b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2" name="Rechteck 601">
            <a:extLst>
              <a:ext uri="{FF2B5EF4-FFF2-40B4-BE49-F238E27FC236}">
                <a16:creationId xmlns:a16="http://schemas.microsoft.com/office/drawing/2014/main" id="{D4DDD9D2-2632-AC70-A9DA-3ACFE1104A93}"/>
              </a:ext>
            </a:extLst>
          </p:cNvPr>
          <p:cNvSpPr/>
          <p:nvPr/>
        </p:nvSpPr>
        <p:spPr>
          <a:xfrm>
            <a:off x="2831572" y="5886450"/>
            <a:ext cx="856508" cy="388205"/>
          </a:xfrm>
          <a:prstGeom prst="rect">
            <a:avLst/>
          </a:prstGeom>
          <a:noFill/>
          <a:ln w="38100">
            <a:solidFill>
              <a:srgbClr val="5482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3" name="Rechteck 602">
            <a:extLst>
              <a:ext uri="{FF2B5EF4-FFF2-40B4-BE49-F238E27FC236}">
                <a16:creationId xmlns:a16="http://schemas.microsoft.com/office/drawing/2014/main" id="{46BEEFE6-28C7-E209-8650-CF49737E8F81}"/>
              </a:ext>
            </a:extLst>
          </p:cNvPr>
          <p:cNvSpPr/>
          <p:nvPr/>
        </p:nvSpPr>
        <p:spPr>
          <a:xfrm>
            <a:off x="2829647" y="3183628"/>
            <a:ext cx="856508" cy="388205"/>
          </a:xfrm>
          <a:prstGeom prst="rect">
            <a:avLst/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4" name="Textfeld 603">
            <a:extLst>
              <a:ext uri="{FF2B5EF4-FFF2-40B4-BE49-F238E27FC236}">
                <a16:creationId xmlns:a16="http://schemas.microsoft.com/office/drawing/2014/main" id="{91619724-6CF7-002D-1AA2-CF285C099283}"/>
              </a:ext>
            </a:extLst>
          </p:cNvPr>
          <p:cNvSpPr txBox="1"/>
          <p:nvPr/>
        </p:nvSpPr>
        <p:spPr>
          <a:xfrm rot="16200000">
            <a:off x="4765696" y="4066914"/>
            <a:ext cx="2437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5" name="Textfeld 604">
                <a:extLst>
                  <a:ext uri="{FF2B5EF4-FFF2-40B4-BE49-F238E27FC236}">
                    <a16:creationId xmlns:a16="http://schemas.microsoft.com/office/drawing/2014/main" id="{89749A40-80F5-6A58-B015-EF7B897C45D1}"/>
                  </a:ext>
                </a:extLst>
              </p:cNvPr>
              <p:cNvSpPr txBox="1"/>
              <p:nvPr/>
            </p:nvSpPr>
            <p:spPr>
              <a:xfrm>
                <a:off x="6221249" y="5871190"/>
                <a:ext cx="30966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Taxon-wise contribution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05" name="Textfeld 604">
                <a:extLst>
                  <a:ext uri="{FF2B5EF4-FFF2-40B4-BE49-F238E27FC236}">
                    <a16:creationId xmlns:a16="http://schemas.microsoft.com/office/drawing/2014/main" id="{89749A40-80F5-6A58-B015-EF7B897C4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249" y="5871190"/>
                <a:ext cx="3096684" cy="400110"/>
              </a:xfrm>
              <a:prstGeom prst="rect">
                <a:avLst/>
              </a:prstGeom>
              <a:blipFill>
                <a:blip r:embed="rId8"/>
                <a:stretch>
                  <a:fillRect l="-787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6" name="Textfeld 605">
                <a:extLst>
                  <a:ext uri="{FF2B5EF4-FFF2-40B4-BE49-F238E27FC236}">
                    <a16:creationId xmlns:a16="http://schemas.microsoft.com/office/drawing/2014/main" id="{22BED69C-64F2-1664-BA6D-A68F822966EB}"/>
                  </a:ext>
                </a:extLst>
              </p:cNvPr>
              <p:cNvSpPr txBox="1"/>
              <p:nvPr/>
            </p:nvSpPr>
            <p:spPr>
              <a:xfrm>
                <a:off x="10101831" y="2952282"/>
                <a:ext cx="2500887" cy="2708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200" dirty="0"/>
                  <a:t>Global </a:t>
                </a:r>
                <a:r>
                  <a:rPr lang="de-DE" sz="2200" dirty="0" err="1"/>
                  <a:t>hypotheses</a:t>
                </a:r>
                <a:r>
                  <a:rPr lang="de-DE" sz="2200" dirty="0"/>
                  <a:t>:</a:t>
                </a:r>
                <a:endParaRPr lang="en-US" sz="2200" dirty="0"/>
              </a:p>
              <a:p>
                <a:r>
                  <a:rPr lang="en-US" sz="5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de-DE" sz="2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200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de-DE" sz="2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de-DE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2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lang="de-DE" sz="2200" dirty="0"/>
              </a:p>
              <a:p>
                <a:pPr algn="ctr"/>
                <a:r>
                  <a:rPr lang="de-DE" sz="2200" dirty="0"/>
                  <a:t>Permutation </a:t>
                </a:r>
                <a:r>
                  <a:rPr lang="de-DE" sz="2200" dirty="0" err="1"/>
                  <a:t>test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based</a:t>
                </a:r>
                <a:r>
                  <a:rPr lang="de-DE" sz="2200" dirty="0"/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de-DE" sz="2200" dirty="0"/>
              </a:p>
            </p:txBody>
          </p:sp>
        </mc:Choice>
        <mc:Fallback xmlns="">
          <p:sp>
            <p:nvSpPr>
              <p:cNvPr id="606" name="Textfeld 605">
                <a:extLst>
                  <a:ext uri="{FF2B5EF4-FFF2-40B4-BE49-F238E27FC236}">
                    <a16:creationId xmlns:a16="http://schemas.microsoft.com/office/drawing/2014/main" id="{22BED69C-64F2-1664-BA6D-A68F82296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1831" y="2952282"/>
                <a:ext cx="2500887" cy="2708434"/>
              </a:xfrm>
              <a:prstGeom prst="rect">
                <a:avLst/>
              </a:prstGeom>
              <a:blipFill>
                <a:blip r:embed="rId9"/>
                <a:stretch>
                  <a:fillRect l="-3171" t="-1348" b="-3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7" name="Pfeil: nach rechts 606">
            <a:extLst>
              <a:ext uri="{FF2B5EF4-FFF2-40B4-BE49-F238E27FC236}">
                <a16:creationId xmlns:a16="http://schemas.microsoft.com/office/drawing/2014/main" id="{93E26F7D-5367-CE2E-3F5C-6104864A06BD}"/>
              </a:ext>
            </a:extLst>
          </p:cNvPr>
          <p:cNvSpPr/>
          <p:nvPr/>
        </p:nvSpPr>
        <p:spPr>
          <a:xfrm>
            <a:off x="9559009" y="2004321"/>
            <a:ext cx="468000" cy="360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6D18522-81A9-709C-18C5-D3C1B5EBB281}"/>
              </a:ext>
            </a:extLst>
          </p:cNvPr>
          <p:cNvSpPr txBox="1"/>
          <p:nvPr/>
        </p:nvSpPr>
        <p:spPr>
          <a:xfrm>
            <a:off x="5824578" y="962903"/>
            <a:ext cx="38621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Standardized squared CLR mean difference: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BE2A7D9-648A-E674-27FB-595030F7A7AE}"/>
              </a:ext>
            </a:extLst>
          </p:cNvPr>
          <p:cNvSpPr txBox="1"/>
          <p:nvPr/>
        </p:nvSpPr>
        <p:spPr>
          <a:xfrm>
            <a:off x="10101629" y="969617"/>
            <a:ext cx="2132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Community-level</a:t>
            </a:r>
          </a:p>
          <a:p>
            <a:r>
              <a:rPr lang="en-US" sz="2200" dirty="0"/>
              <a:t>test statistic:</a:t>
            </a:r>
          </a:p>
        </p:txBody>
      </p:sp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153</Words>
  <Application>Microsoft Office PowerPoint</Application>
  <PresentationFormat>Benutzerdefiniert</PresentationFormat>
  <Paragraphs>108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78</cp:revision>
  <dcterms:created xsi:type="dcterms:W3CDTF">2026-05-10T08:14:00Z</dcterms:created>
  <dcterms:modified xsi:type="dcterms:W3CDTF">2026-07-05T15:10:30Z</dcterms:modified>
</cp:coreProperties>
</file>