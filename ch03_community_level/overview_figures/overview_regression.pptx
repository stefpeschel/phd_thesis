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3"/>
  </p:notesMasterIdLst>
  <p:sldIdLst>
    <p:sldId id="258" r:id="rId2"/>
  </p:sldIdLst>
  <p:sldSz cx="12599988" cy="4608513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2E75B6"/>
    <a:srgbClr val="2F5597"/>
    <a:srgbClr val="BBDEFD"/>
    <a:srgbClr val="E2F1FE"/>
    <a:srgbClr val="D6EBFE"/>
    <a:srgbClr val="CAEDFE"/>
    <a:srgbClr val="E2E9F6"/>
    <a:srgbClr val="F2FAF2"/>
    <a:srgbClr val="F1F6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06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432" y="6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51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1pPr>
    <a:lvl2pPr marL="360738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2pPr>
    <a:lvl3pPr marL="721475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3pPr>
    <a:lvl4pPr marL="1082213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4pPr>
    <a:lvl5pPr marL="1442950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5pPr>
    <a:lvl6pPr marL="1803688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6pPr>
    <a:lvl7pPr marL="2164425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7pPr>
    <a:lvl8pPr marL="2525163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8pPr>
    <a:lvl9pPr marL="2885901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4999" y="754218"/>
            <a:ext cx="9449991" cy="1604445"/>
          </a:xfrm>
        </p:spPr>
        <p:txBody>
          <a:bodyPr anchor="b"/>
          <a:lstStyle>
            <a:lvl1pPr algn="ctr">
              <a:defRPr sz="403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2420536"/>
            <a:ext cx="9449991" cy="1112657"/>
          </a:xfrm>
        </p:spPr>
        <p:txBody>
          <a:bodyPr/>
          <a:lstStyle>
            <a:lvl1pPr marL="0" indent="0" algn="ctr">
              <a:buNone/>
              <a:defRPr sz="1613"/>
            </a:lvl1pPr>
            <a:lvl2pPr marL="307238" indent="0" algn="ctr">
              <a:buNone/>
              <a:defRPr sz="1344"/>
            </a:lvl2pPr>
            <a:lvl3pPr marL="614477" indent="0" algn="ctr">
              <a:buNone/>
              <a:defRPr sz="1210"/>
            </a:lvl3pPr>
            <a:lvl4pPr marL="921715" indent="0" algn="ctr">
              <a:buNone/>
              <a:defRPr sz="1075"/>
            </a:lvl4pPr>
            <a:lvl5pPr marL="1228954" indent="0" algn="ctr">
              <a:buNone/>
              <a:defRPr sz="1075"/>
            </a:lvl5pPr>
            <a:lvl6pPr marL="1536192" indent="0" algn="ctr">
              <a:buNone/>
              <a:defRPr sz="1075"/>
            </a:lvl6pPr>
            <a:lvl7pPr marL="1843430" indent="0" algn="ctr">
              <a:buNone/>
              <a:defRPr sz="1075"/>
            </a:lvl7pPr>
            <a:lvl8pPr marL="2150669" indent="0" algn="ctr">
              <a:buNone/>
              <a:defRPr sz="1075"/>
            </a:lvl8pPr>
            <a:lvl9pPr marL="2457907" indent="0" algn="ctr">
              <a:buNone/>
              <a:defRPr sz="1075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67080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62536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1148929"/>
            <a:ext cx="10867490" cy="1917013"/>
          </a:xfrm>
        </p:spPr>
        <p:txBody>
          <a:bodyPr anchor="b"/>
          <a:lstStyle>
            <a:lvl1pPr>
              <a:defRPr sz="403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3084077"/>
            <a:ext cx="10867490" cy="1008112"/>
          </a:xfrm>
        </p:spPr>
        <p:txBody>
          <a:bodyPr/>
          <a:lstStyle>
            <a:lvl1pPr marL="0" indent="0">
              <a:buNone/>
              <a:defRPr sz="1613">
                <a:solidFill>
                  <a:schemeClr val="tx1">
                    <a:tint val="75000"/>
                  </a:schemeClr>
                </a:solidFill>
              </a:defRPr>
            </a:lvl1pPr>
            <a:lvl2pPr marL="307238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2pPr>
            <a:lvl3pPr marL="614477" indent="0">
              <a:buNone/>
              <a:defRPr sz="1210">
                <a:solidFill>
                  <a:schemeClr val="tx1">
                    <a:tint val="75000"/>
                  </a:schemeClr>
                </a:solidFill>
              </a:defRPr>
            </a:lvl3pPr>
            <a:lvl4pPr marL="921715" indent="0">
              <a:buNone/>
              <a:defRPr sz="1075">
                <a:solidFill>
                  <a:schemeClr val="tx1">
                    <a:tint val="75000"/>
                  </a:schemeClr>
                </a:solidFill>
              </a:defRPr>
            </a:lvl4pPr>
            <a:lvl5pPr marL="1228954" indent="0">
              <a:buNone/>
              <a:defRPr sz="1075">
                <a:solidFill>
                  <a:schemeClr val="tx1">
                    <a:tint val="75000"/>
                  </a:schemeClr>
                </a:solidFill>
              </a:defRPr>
            </a:lvl5pPr>
            <a:lvl6pPr marL="1536192" indent="0">
              <a:buNone/>
              <a:defRPr sz="1075">
                <a:solidFill>
                  <a:schemeClr val="tx1">
                    <a:tint val="75000"/>
                  </a:schemeClr>
                </a:solidFill>
              </a:defRPr>
            </a:lvl6pPr>
            <a:lvl7pPr marL="1843430" indent="0">
              <a:buNone/>
              <a:defRPr sz="1075">
                <a:solidFill>
                  <a:schemeClr val="tx1">
                    <a:tint val="75000"/>
                  </a:schemeClr>
                </a:solidFill>
              </a:defRPr>
            </a:lvl7pPr>
            <a:lvl8pPr marL="2150669" indent="0">
              <a:buNone/>
              <a:defRPr sz="1075">
                <a:solidFill>
                  <a:schemeClr val="tx1">
                    <a:tint val="75000"/>
                  </a:schemeClr>
                </a:solidFill>
              </a:defRPr>
            </a:lvl8pPr>
            <a:lvl9pPr marL="2457907" indent="0">
              <a:buNone/>
              <a:defRPr sz="10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84099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1226803"/>
            <a:ext cx="5354995" cy="292405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1226803"/>
            <a:ext cx="5354995" cy="292405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8639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245361"/>
            <a:ext cx="10867490" cy="89076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1" y="1129726"/>
            <a:ext cx="5330385" cy="553661"/>
          </a:xfrm>
        </p:spPr>
        <p:txBody>
          <a:bodyPr anchor="b"/>
          <a:lstStyle>
            <a:lvl1pPr marL="0" indent="0">
              <a:buNone/>
              <a:defRPr sz="1613" b="1"/>
            </a:lvl1pPr>
            <a:lvl2pPr marL="307238" indent="0">
              <a:buNone/>
              <a:defRPr sz="1344" b="1"/>
            </a:lvl2pPr>
            <a:lvl3pPr marL="614477" indent="0">
              <a:buNone/>
              <a:defRPr sz="1210" b="1"/>
            </a:lvl3pPr>
            <a:lvl4pPr marL="921715" indent="0">
              <a:buNone/>
              <a:defRPr sz="1075" b="1"/>
            </a:lvl4pPr>
            <a:lvl5pPr marL="1228954" indent="0">
              <a:buNone/>
              <a:defRPr sz="1075" b="1"/>
            </a:lvl5pPr>
            <a:lvl6pPr marL="1536192" indent="0">
              <a:buNone/>
              <a:defRPr sz="1075" b="1"/>
            </a:lvl6pPr>
            <a:lvl7pPr marL="1843430" indent="0">
              <a:buNone/>
              <a:defRPr sz="1075" b="1"/>
            </a:lvl7pPr>
            <a:lvl8pPr marL="2150669" indent="0">
              <a:buNone/>
              <a:defRPr sz="1075" b="1"/>
            </a:lvl8pPr>
            <a:lvl9pPr marL="2457907" indent="0">
              <a:buNone/>
              <a:defRPr sz="1075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1" y="1683388"/>
            <a:ext cx="5330385" cy="24760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4" y="1129726"/>
            <a:ext cx="5356636" cy="553661"/>
          </a:xfrm>
        </p:spPr>
        <p:txBody>
          <a:bodyPr anchor="b"/>
          <a:lstStyle>
            <a:lvl1pPr marL="0" indent="0">
              <a:buNone/>
              <a:defRPr sz="1613" b="1"/>
            </a:lvl1pPr>
            <a:lvl2pPr marL="307238" indent="0">
              <a:buNone/>
              <a:defRPr sz="1344" b="1"/>
            </a:lvl2pPr>
            <a:lvl3pPr marL="614477" indent="0">
              <a:buNone/>
              <a:defRPr sz="1210" b="1"/>
            </a:lvl3pPr>
            <a:lvl4pPr marL="921715" indent="0">
              <a:buNone/>
              <a:defRPr sz="1075" b="1"/>
            </a:lvl4pPr>
            <a:lvl5pPr marL="1228954" indent="0">
              <a:buNone/>
              <a:defRPr sz="1075" b="1"/>
            </a:lvl5pPr>
            <a:lvl6pPr marL="1536192" indent="0">
              <a:buNone/>
              <a:defRPr sz="1075" b="1"/>
            </a:lvl6pPr>
            <a:lvl7pPr marL="1843430" indent="0">
              <a:buNone/>
              <a:defRPr sz="1075" b="1"/>
            </a:lvl7pPr>
            <a:lvl8pPr marL="2150669" indent="0">
              <a:buNone/>
              <a:defRPr sz="1075" b="1"/>
            </a:lvl8pPr>
            <a:lvl9pPr marL="2457907" indent="0">
              <a:buNone/>
              <a:defRPr sz="1075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4" y="1683388"/>
            <a:ext cx="5356636" cy="24760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29591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49688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43899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307234"/>
            <a:ext cx="4063824" cy="1075320"/>
          </a:xfrm>
        </p:spPr>
        <p:txBody>
          <a:bodyPr anchor="b"/>
          <a:lstStyle>
            <a:lvl1pPr>
              <a:defRPr sz="21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663541"/>
            <a:ext cx="6378744" cy="3275031"/>
          </a:xfrm>
        </p:spPr>
        <p:txBody>
          <a:bodyPr/>
          <a:lstStyle>
            <a:lvl1pPr>
              <a:defRPr sz="2150"/>
            </a:lvl1pPr>
            <a:lvl2pPr>
              <a:defRPr sz="1882"/>
            </a:lvl2pPr>
            <a:lvl3pPr>
              <a:defRPr sz="1613"/>
            </a:lvl3pPr>
            <a:lvl4pPr>
              <a:defRPr sz="1344"/>
            </a:lvl4pPr>
            <a:lvl5pPr>
              <a:defRPr sz="1344"/>
            </a:lvl5pPr>
            <a:lvl6pPr>
              <a:defRPr sz="1344"/>
            </a:lvl6pPr>
            <a:lvl7pPr>
              <a:defRPr sz="1344"/>
            </a:lvl7pPr>
            <a:lvl8pPr>
              <a:defRPr sz="1344"/>
            </a:lvl8pPr>
            <a:lvl9pPr>
              <a:defRPr sz="1344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382554"/>
            <a:ext cx="4063824" cy="2561352"/>
          </a:xfrm>
        </p:spPr>
        <p:txBody>
          <a:bodyPr/>
          <a:lstStyle>
            <a:lvl1pPr marL="0" indent="0">
              <a:buNone/>
              <a:defRPr sz="1075"/>
            </a:lvl1pPr>
            <a:lvl2pPr marL="307238" indent="0">
              <a:buNone/>
              <a:defRPr sz="941"/>
            </a:lvl2pPr>
            <a:lvl3pPr marL="614477" indent="0">
              <a:buNone/>
              <a:defRPr sz="806"/>
            </a:lvl3pPr>
            <a:lvl4pPr marL="921715" indent="0">
              <a:buNone/>
              <a:defRPr sz="672"/>
            </a:lvl4pPr>
            <a:lvl5pPr marL="1228954" indent="0">
              <a:buNone/>
              <a:defRPr sz="672"/>
            </a:lvl5pPr>
            <a:lvl6pPr marL="1536192" indent="0">
              <a:buNone/>
              <a:defRPr sz="672"/>
            </a:lvl6pPr>
            <a:lvl7pPr marL="1843430" indent="0">
              <a:buNone/>
              <a:defRPr sz="672"/>
            </a:lvl7pPr>
            <a:lvl8pPr marL="2150669" indent="0">
              <a:buNone/>
              <a:defRPr sz="672"/>
            </a:lvl8pPr>
            <a:lvl9pPr marL="2457907" indent="0">
              <a:buNone/>
              <a:defRPr sz="672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0591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307234"/>
            <a:ext cx="4063824" cy="1075320"/>
          </a:xfrm>
        </p:spPr>
        <p:txBody>
          <a:bodyPr anchor="b"/>
          <a:lstStyle>
            <a:lvl1pPr>
              <a:defRPr sz="21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663541"/>
            <a:ext cx="6378744" cy="3275031"/>
          </a:xfrm>
        </p:spPr>
        <p:txBody>
          <a:bodyPr anchor="t"/>
          <a:lstStyle>
            <a:lvl1pPr marL="0" indent="0">
              <a:buNone/>
              <a:defRPr sz="2150"/>
            </a:lvl1pPr>
            <a:lvl2pPr marL="307238" indent="0">
              <a:buNone/>
              <a:defRPr sz="1882"/>
            </a:lvl2pPr>
            <a:lvl3pPr marL="614477" indent="0">
              <a:buNone/>
              <a:defRPr sz="1613"/>
            </a:lvl3pPr>
            <a:lvl4pPr marL="921715" indent="0">
              <a:buNone/>
              <a:defRPr sz="1344"/>
            </a:lvl4pPr>
            <a:lvl5pPr marL="1228954" indent="0">
              <a:buNone/>
              <a:defRPr sz="1344"/>
            </a:lvl5pPr>
            <a:lvl6pPr marL="1536192" indent="0">
              <a:buNone/>
              <a:defRPr sz="1344"/>
            </a:lvl6pPr>
            <a:lvl7pPr marL="1843430" indent="0">
              <a:buNone/>
              <a:defRPr sz="1344"/>
            </a:lvl7pPr>
            <a:lvl8pPr marL="2150669" indent="0">
              <a:buNone/>
              <a:defRPr sz="1344"/>
            </a:lvl8pPr>
            <a:lvl9pPr marL="2457907" indent="0">
              <a:buNone/>
              <a:defRPr sz="1344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382554"/>
            <a:ext cx="4063824" cy="2561352"/>
          </a:xfrm>
        </p:spPr>
        <p:txBody>
          <a:bodyPr/>
          <a:lstStyle>
            <a:lvl1pPr marL="0" indent="0">
              <a:buNone/>
              <a:defRPr sz="1075"/>
            </a:lvl1pPr>
            <a:lvl2pPr marL="307238" indent="0">
              <a:buNone/>
              <a:defRPr sz="941"/>
            </a:lvl2pPr>
            <a:lvl3pPr marL="614477" indent="0">
              <a:buNone/>
              <a:defRPr sz="806"/>
            </a:lvl3pPr>
            <a:lvl4pPr marL="921715" indent="0">
              <a:buNone/>
              <a:defRPr sz="672"/>
            </a:lvl4pPr>
            <a:lvl5pPr marL="1228954" indent="0">
              <a:buNone/>
              <a:defRPr sz="672"/>
            </a:lvl5pPr>
            <a:lvl6pPr marL="1536192" indent="0">
              <a:buNone/>
              <a:defRPr sz="672"/>
            </a:lvl6pPr>
            <a:lvl7pPr marL="1843430" indent="0">
              <a:buNone/>
              <a:defRPr sz="672"/>
            </a:lvl7pPr>
            <a:lvl8pPr marL="2150669" indent="0">
              <a:buNone/>
              <a:defRPr sz="672"/>
            </a:lvl8pPr>
            <a:lvl9pPr marL="2457907" indent="0">
              <a:buNone/>
              <a:defRPr sz="672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0208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19937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245361"/>
            <a:ext cx="2716872" cy="390550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49" y="245361"/>
            <a:ext cx="7993117" cy="390550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82678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6230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245361"/>
            <a:ext cx="10867490" cy="8907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1226803"/>
            <a:ext cx="10867490" cy="2924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4271409"/>
            <a:ext cx="2834997" cy="2453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4271409"/>
            <a:ext cx="4252496" cy="2453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4271409"/>
            <a:ext cx="2834997" cy="2453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126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</p:sldLayoutIdLst>
  <p:hf sldNum="0" hdr="0" ftr="0" dt="0"/>
  <p:txStyles>
    <p:titleStyle>
      <a:lvl1pPr algn="l" defTabSz="614477" rtl="0" eaLnBrk="1" latinLnBrk="0" hangingPunct="1">
        <a:lnSpc>
          <a:spcPct val="90000"/>
        </a:lnSpc>
        <a:spcBef>
          <a:spcPct val="0"/>
        </a:spcBef>
        <a:buNone/>
        <a:defRPr sz="295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3619" indent="-153619" algn="l" defTabSz="614477" rtl="0" eaLnBrk="1" latinLnBrk="0" hangingPunct="1">
        <a:lnSpc>
          <a:spcPct val="90000"/>
        </a:lnSpc>
        <a:spcBef>
          <a:spcPts val="672"/>
        </a:spcBef>
        <a:buFont typeface="Arial" panose="020B0604020202020204" pitchFamily="34" charset="0"/>
        <a:buChar char="•"/>
        <a:defRPr sz="1882" kern="1200">
          <a:solidFill>
            <a:schemeClr val="tx1"/>
          </a:solidFill>
          <a:latin typeface="+mn-lt"/>
          <a:ea typeface="+mn-ea"/>
          <a:cs typeface="+mn-cs"/>
        </a:defRPr>
      </a:lvl1pPr>
      <a:lvl2pPr marL="460858" indent="-153619" algn="l" defTabSz="614477" rtl="0" eaLnBrk="1" latinLnBrk="0" hangingPunct="1">
        <a:lnSpc>
          <a:spcPct val="90000"/>
        </a:lnSpc>
        <a:spcBef>
          <a:spcPts val="336"/>
        </a:spcBef>
        <a:buFont typeface="Arial" panose="020B0604020202020204" pitchFamily="34" charset="0"/>
        <a:buChar char="•"/>
        <a:defRPr sz="1613" kern="1200">
          <a:solidFill>
            <a:schemeClr val="tx1"/>
          </a:solidFill>
          <a:latin typeface="+mn-lt"/>
          <a:ea typeface="+mn-ea"/>
          <a:cs typeface="+mn-cs"/>
        </a:defRPr>
      </a:lvl2pPr>
      <a:lvl3pPr marL="768096" indent="-153619" algn="l" defTabSz="614477" rtl="0" eaLnBrk="1" latinLnBrk="0" hangingPunct="1">
        <a:lnSpc>
          <a:spcPct val="90000"/>
        </a:lnSpc>
        <a:spcBef>
          <a:spcPts val="336"/>
        </a:spcBef>
        <a:buFont typeface="Arial" panose="020B0604020202020204" pitchFamily="34" charset="0"/>
        <a:buChar char="•"/>
        <a:defRPr sz="1344" kern="1200">
          <a:solidFill>
            <a:schemeClr val="tx1"/>
          </a:solidFill>
          <a:latin typeface="+mn-lt"/>
          <a:ea typeface="+mn-ea"/>
          <a:cs typeface="+mn-cs"/>
        </a:defRPr>
      </a:lvl3pPr>
      <a:lvl4pPr marL="1075334" indent="-153619" algn="l" defTabSz="614477" rtl="0" eaLnBrk="1" latinLnBrk="0" hangingPunct="1">
        <a:lnSpc>
          <a:spcPct val="90000"/>
        </a:lnSpc>
        <a:spcBef>
          <a:spcPts val="336"/>
        </a:spcBef>
        <a:buFont typeface="Arial" panose="020B0604020202020204" pitchFamily="34" charset="0"/>
        <a:buChar char="•"/>
        <a:defRPr sz="1210" kern="1200">
          <a:solidFill>
            <a:schemeClr val="tx1"/>
          </a:solidFill>
          <a:latin typeface="+mn-lt"/>
          <a:ea typeface="+mn-ea"/>
          <a:cs typeface="+mn-cs"/>
        </a:defRPr>
      </a:lvl4pPr>
      <a:lvl5pPr marL="1382573" indent="-153619" algn="l" defTabSz="614477" rtl="0" eaLnBrk="1" latinLnBrk="0" hangingPunct="1">
        <a:lnSpc>
          <a:spcPct val="90000"/>
        </a:lnSpc>
        <a:spcBef>
          <a:spcPts val="336"/>
        </a:spcBef>
        <a:buFont typeface="Arial" panose="020B0604020202020204" pitchFamily="34" charset="0"/>
        <a:buChar char="•"/>
        <a:defRPr sz="1210" kern="1200">
          <a:solidFill>
            <a:schemeClr val="tx1"/>
          </a:solidFill>
          <a:latin typeface="+mn-lt"/>
          <a:ea typeface="+mn-ea"/>
          <a:cs typeface="+mn-cs"/>
        </a:defRPr>
      </a:lvl5pPr>
      <a:lvl6pPr marL="1689811" indent="-153619" algn="l" defTabSz="614477" rtl="0" eaLnBrk="1" latinLnBrk="0" hangingPunct="1">
        <a:lnSpc>
          <a:spcPct val="90000"/>
        </a:lnSpc>
        <a:spcBef>
          <a:spcPts val="336"/>
        </a:spcBef>
        <a:buFont typeface="Arial" panose="020B0604020202020204" pitchFamily="34" charset="0"/>
        <a:buChar char="•"/>
        <a:defRPr sz="1210" kern="1200">
          <a:solidFill>
            <a:schemeClr val="tx1"/>
          </a:solidFill>
          <a:latin typeface="+mn-lt"/>
          <a:ea typeface="+mn-ea"/>
          <a:cs typeface="+mn-cs"/>
        </a:defRPr>
      </a:lvl6pPr>
      <a:lvl7pPr marL="1997050" indent="-153619" algn="l" defTabSz="614477" rtl="0" eaLnBrk="1" latinLnBrk="0" hangingPunct="1">
        <a:lnSpc>
          <a:spcPct val="90000"/>
        </a:lnSpc>
        <a:spcBef>
          <a:spcPts val="336"/>
        </a:spcBef>
        <a:buFont typeface="Arial" panose="020B0604020202020204" pitchFamily="34" charset="0"/>
        <a:buChar char="•"/>
        <a:defRPr sz="1210" kern="1200">
          <a:solidFill>
            <a:schemeClr val="tx1"/>
          </a:solidFill>
          <a:latin typeface="+mn-lt"/>
          <a:ea typeface="+mn-ea"/>
          <a:cs typeface="+mn-cs"/>
        </a:defRPr>
      </a:lvl7pPr>
      <a:lvl8pPr marL="2304288" indent="-153619" algn="l" defTabSz="614477" rtl="0" eaLnBrk="1" latinLnBrk="0" hangingPunct="1">
        <a:lnSpc>
          <a:spcPct val="90000"/>
        </a:lnSpc>
        <a:spcBef>
          <a:spcPts val="336"/>
        </a:spcBef>
        <a:buFont typeface="Arial" panose="020B0604020202020204" pitchFamily="34" charset="0"/>
        <a:buChar char="•"/>
        <a:defRPr sz="1210" kern="1200">
          <a:solidFill>
            <a:schemeClr val="tx1"/>
          </a:solidFill>
          <a:latin typeface="+mn-lt"/>
          <a:ea typeface="+mn-ea"/>
          <a:cs typeface="+mn-cs"/>
        </a:defRPr>
      </a:lvl8pPr>
      <a:lvl9pPr marL="2611526" indent="-153619" algn="l" defTabSz="614477" rtl="0" eaLnBrk="1" latinLnBrk="0" hangingPunct="1">
        <a:lnSpc>
          <a:spcPct val="90000"/>
        </a:lnSpc>
        <a:spcBef>
          <a:spcPts val="336"/>
        </a:spcBef>
        <a:buFont typeface="Arial" panose="020B0604020202020204" pitchFamily="34" charset="0"/>
        <a:buChar char="•"/>
        <a:defRPr sz="12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4477" rtl="0" eaLnBrk="1" latinLnBrk="0" hangingPunct="1">
        <a:defRPr sz="1210" kern="1200">
          <a:solidFill>
            <a:schemeClr val="tx1"/>
          </a:solidFill>
          <a:latin typeface="+mn-lt"/>
          <a:ea typeface="+mn-ea"/>
          <a:cs typeface="+mn-cs"/>
        </a:defRPr>
      </a:lvl1pPr>
      <a:lvl2pPr marL="307238" algn="l" defTabSz="614477" rtl="0" eaLnBrk="1" latinLnBrk="0" hangingPunct="1">
        <a:defRPr sz="1210" kern="1200">
          <a:solidFill>
            <a:schemeClr val="tx1"/>
          </a:solidFill>
          <a:latin typeface="+mn-lt"/>
          <a:ea typeface="+mn-ea"/>
          <a:cs typeface="+mn-cs"/>
        </a:defRPr>
      </a:lvl2pPr>
      <a:lvl3pPr marL="614477" algn="l" defTabSz="614477" rtl="0" eaLnBrk="1" latinLnBrk="0" hangingPunct="1">
        <a:defRPr sz="1210" kern="1200">
          <a:solidFill>
            <a:schemeClr val="tx1"/>
          </a:solidFill>
          <a:latin typeface="+mn-lt"/>
          <a:ea typeface="+mn-ea"/>
          <a:cs typeface="+mn-cs"/>
        </a:defRPr>
      </a:lvl3pPr>
      <a:lvl4pPr marL="921715" algn="l" defTabSz="614477" rtl="0" eaLnBrk="1" latinLnBrk="0" hangingPunct="1">
        <a:defRPr sz="1210" kern="1200">
          <a:solidFill>
            <a:schemeClr val="tx1"/>
          </a:solidFill>
          <a:latin typeface="+mn-lt"/>
          <a:ea typeface="+mn-ea"/>
          <a:cs typeface="+mn-cs"/>
        </a:defRPr>
      </a:lvl4pPr>
      <a:lvl5pPr marL="1228954" algn="l" defTabSz="614477" rtl="0" eaLnBrk="1" latinLnBrk="0" hangingPunct="1">
        <a:defRPr sz="1210" kern="1200">
          <a:solidFill>
            <a:schemeClr val="tx1"/>
          </a:solidFill>
          <a:latin typeface="+mn-lt"/>
          <a:ea typeface="+mn-ea"/>
          <a:cs typeface="+mn-cs"/>
        </a:defRPr>
      </a:lvl5pPr>
      <a:lvl6pPr marL="1536192" algn="l" defTabSz="614477" rtl="0" eaLnBrk="1" latinLnBrk="0" hangingPunct="1">
        <a:defRPr sz="1210" kern="1200">
          <a:solidFill>
            <a:schemeClr val="tx1"/>
          </a:solidFill>
          <a:latin typeface="+mn-lt"/>
          <a:ea typeface="+mn-ea"/>
          <a:cs typeface="+mn-cs"/>
        </a:defRPr>
      </a:lvl6pPr>
      <a:lvl7pPr marL="1843430" algn="l" defTabSz="614477" rtl="0" eaLnBrk="1" latinLnBrk="0" hangingPunct="1">
        <a:defRPr sz="1210" kern="1200">
          <a:solidFill>
            <a:schemeClr val="tx1"/>
          </a:solidFill>
          <a:latin typeface="+mn-lt"/>
          <a:ea typeface="+mn-ea"/>
          <a:cs typeface="+mn-cs"/>
        </a:defRPr>
      </a:lvl7pPr>
      <a:lvl8pPr marL="2150669" algn="l" defTabSz="614477" rtl="0" eaLnBrk="1" latinLnBrk="0" hangingPunct="1">
        <a:defRPr sz="1210" kern="1200">
          <a:solidFill>
            <a:schemeClr val="tx1"/>
          </a:solidFill>
          <a:latin typeface="+mn-lt"/>
          <a:ea typeface="+mn-ea"/>
          <a:cs typeface="+mn-cs"/>
        </a:defRPr>
      </a:lvl8pPr>
      <a:lvl9pPr marL="2457907" algn="l" defTabSz="614477" rtl="0" eaLnBrk="1" latinLnBrk="0" hangingPunct="1">
        <a:defRPr sz="12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2056-E32C-0F52-059E-9DE5A9FE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Freihandform: Form 693">
            <a:extLst>
              <a:ext uri="{FF2B5EF4-FFF2-40B4-BE49-F238E27FC236}">
                <a16:creationId xmlns:a16="http://schemas.microsoft.com/office/drawing/2014/main" id="{22F2F71A-D835-248D-A9E6-7A7E4FB9C757}"/>
              </a:ext>
            </a:extLst>
          </p:cNvPr>
          <p:cNvSpPr/>
          <p:nvPr/>
        </p:nvSpPr>
        <p:spPr>
          <a:xfrm>
            <a:off x="6792942" y="1077719"/>
            <a:ext cx="14013" cy="2852879"/>
          </a:xfrm>
          <a:custGeom>
            <a:avLst/>
            <a:gdLst>
              <a:gd name="csX0" fmla="*/ 273 w 12700"/>
              <a:gd name="csY0" fmla="*/ 2585256 h 2585625"/>
              <a:gd name="csX1" fmla="*/ 273 w 12700"/>
              <a:gd name="csY1" fmla="*/ -370 h 25856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00" h="2585625">
                <a:moveTo>
                  <a:pt x="273" y="2585256"/>
                </a:moveTo>
                <a:lnTo>
                  <a:pt x="273" y="-370"/>
                </a:lnTo>
              </a:path>
            </a:pathLst>
          </a:custGeom>
          <a:noFill/>
          <a:ln w="14783" cap="sq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95" name="Freihandform: Form 694">
            <a:extLst>
              <a:ext uri="{FF2B5EF4-FFF2-40B4-BE49-F238E27FC236}">
                <a16:creationId xmlns:a16="http://schemas.microsoft.com/office/drawing/2014/main" id="{172B0DE7-B0DD-24FD-A7B3-89F9B548A125}"/>
              </a:ext>
            </a:extLst>
          </p:cNvPr>
          <p:cNvSpPr/>
          <p:nvPr/>
        </p:nvSpPr>
        <p:spPr>
          <a:xfrm>
            <a:off x="6751068" y="3601456"/>
            <a:ext cx="41874" cy="13996"/>
          </a:xfrm>
          <a:custGeom>
            <a:avLst/>
            <a:gdLst>
              <a:gd name="csX0" fmla="*/ 273 w 37951"/>
              <a:gd name="csY0" fmla="*/ -370 h 12685"/>
              <a:gd name="csX1" fmla="*/ 38224 w 37951"/>
              <a:gd name="csY1" fmla="*/ -370 h 12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951" h="12685">
                <a:moveTo>
                  <a:pt x="273" y="-370"/>
                </a:moveTo>
                <a:lnTo>
                  <a:pt x="38224" y="-370"/>
                </a:lnTo>
              </a:path>
            </a:pathLst>
          </a:custGeom>
          <a:noFill/>
          <a:ln w="14783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96" name="Freihandform: Form 695">
            <a:extLst>
              <a:ext uri="{FF2B5EF4-FFF2-40B4-BE49-F238E27FC236}">
                <a16:creationId xmlns:a16="http://schemas.microsoft.com/office/drawing/2014/main" id="{DDC028F1-3A08-E970-24B0-EB2AB31FC56C}"/>
              </a:ext>
            </a:extLst>
          </p:cNvPr>
          <p:cNvSpPr/>
          <p:nvPr/>
        </p:nvSpPr>
        <p:spPr>
          <a:xfrm>
            <a:off x="6751068" y="3052793"/>
            <a:ext cx="41874" cy="13996"/>
          </a:xfrm>
          <a:custGeom>
            <a:avLst/>
            <a:gdLst>
              <a:gd name="csX0" fmla="*/ 273 w 37951"/>
              <a:gd name="csY0" fmla="*/ -370 h 12685"/>
              <a:gd name="csX1" fmla="*/ 38224 w 37951"/>
              <a:gd name="csY1" fmla="*/ -370 h 12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951" h="12685">
                <a:moveTo>
                  <a:pt x="273" y="-370"/>
                </a:moveTo>
                <a:lnTo>
                  <a:pt x="38224" y="-370"/>
                </a:lnTo>
              </a:path>
            </a:pathLst>
          </a:custGeom>
          <a:noFill/>
          <a:ln w="14783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24" name="Freihandform: Form 723">
            <a:extLst>
              <a:ext uri="{FF2B5EF4-FFF2-40B4-BE49-F238E27FC236}">
                <a16:creationId xmlns:a16="http://schemas.microsoft.com/office/drawing/2014/main" id="{6D091906-A4D2-4DC6-2974-0E4C2F64C59D}"/>
              </a:ext>
            </a:extLst>
          </p:cNvPr>
          <p:cNvSpPr/>
          <p:nvPr/>
        </p:nvSpPr>
        <p:spPr>
          <a:xfrm>
            <a:off x="6751068" y="2504186"/>
            <a:ext cx="41874" cy="13996"/>
          </a:xfrm>
          <a:custGeom>
            <a:avLst/>
            <a:gdLst>
              <a:gd name="csX0" fmla="*/ 273 w 37951"/>
              <a:gd name="csY0" fmla="*/ -370 h 12685"/>
              <a:gd name="csX1" fmla="*/ 38224 w 37951"/>
              <a:gd name="csY1" fmla="*/ -370 h 12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951" h="12685">
                <a:moveTo>
                  <a:pt x="273" y="-370"/>
                </a:moveTo>
                <a:lnTo>
                  <a:pt x="38224" y="-370"/>
                </a:lnTo>
              </a:path>
            </a:pathLst>
          </a:custGeom>
          <a:noFill/>
          <a:ln w="14783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25" name="Freihandform: Form 724">
            <a:extLst>
              <a:ext uri="{FF2B5EF4-FFF2-40B4-BE49-F238E27FC236}">
                <a16:creationId xmlns:a16="http://schemas.microsoft.com/office/drawing/2014/main" id="{561673AD-ADAB-D5F6-EB10-CEDE627FF508}"/>
              </a:ext>
            </a:extLst>
          </p:cNvPr>
          <p:cNvSpPr/>
          <p:nvPr/>
        </p:nvSpPr>
        <p:spPr>
          <a:xfrm>
            <a:off x="6751068" y="1955523"/>
            <a:ext cx="41874" cy="13996"/>
          </a:xfrm>
          <a:custGeom>
            <a:avLst/>
            <a:gdLst>
              <a:gd name="csX0" fmla="*/ 273 w 37951"/>
              <a:gd name="csY0" fmla="*/ -370 h 12685"/>
              <a:gd name="csX1" fmla="*/ 38224 w 37951"/>
              <a:gd name="csY1" fmla="*/ -370 h 12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951" h="12685">
                <a:moveTo>
                  <a:pt x="273" y="-370"/>
                </a:moveTo>
                <a:lnTo>
                  <a:pt x="38224" y="-370"/>
                </a:lnTo>
              </a:path>
            </a:pathLst>
          </a:custGeom>
          <a:noFill/>
          <a:ln w="14783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26" name="Freihandform: Form 725">
            <a:extLst>
              <a:ext uri="{FF2B5EF4-FFF2-40B4-BE49-F238E27FC236}">
                <a16:creationId xmlns:a16="http://schemas.microsoft.com/office/drawing/2014/main" id="{AED50616-5C52-7595-AAE2-75313E7FC12E}"/>
              </a:ext>
            </a:extLst>
          </p:cNvPr>
          <p:cNvSpPr/>
          <p:nvPr/>
        </p:nvSpPr>
        <p:spPr>
          <a:xfrm>
            <a:off x="6751068" y="1406917"/>
            <a:ext cx="41874" cy="13996"/>
          </a:xfrm>
          <a:custGeom>
            <a:avLst/>
            <a:gdLst>
              <a:gd name="csX0" fmla="*/ 273 w 37951"/>
              <a:gd name="csY0" fmla="*/ -370 h 12685"/>
              <a:gd name="csX1" fmla="*/ 38224 w 37951"/>
              <a:gd name="csY1" fmla="*/ -370 h 12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951" h="12685">
                <a:moveTo>
                  <a:pt x="273" y="-370"/>
                </a:moveTo>
                <a:lnTo>
                  <a:pt x="38224" y="-370"/>
                </a:lnTo>
              </a:path>
            </a:pathLst>
          </a:custGeom>
          <a:noFill/>
          <a:ln w="14783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27" name="Freihandform: Form 726">
            <a:extLst>
              <a:ext uri="{FF2B5EF4-FFF2-40B4-BE49-F238E27FC236}">
                <a16:creationId xmlns:a16="http://schemas.microsoft.com/office/drawing/2014/main" id="{15E2EC2F-6CE5-24A4-45E6-34B9BF6C8DE9}"/>
              </a:ext>
            </a:extLst>
          </p:cNvPr>
          <p:cNvSpPr/>
          <p:nvPr/>
        </p:nvSpPr>
        <p:spPr>
          <a:xfrm>
            <a:off x="6792942" y="3930599"/>
            <a:ext cx="2268000" cy="13996"/>
          </a:xfrm>
          <a:custGeom>
            <a:avLst/>
            <a:gdLst>
              <a:gd name="csX0" fmla="*/ 273 w 2588567"/>
              <a:gd name="csY0" fmla="*/ -370 h 12685"/>
              <a:gd name="csX1" fmla="*/ 2588841 w 2588567"/>
              <a:gd name="csY1" fmla="*/ -370 h 12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588567" h="12685">
                <a:moveTo>
                  <a:pt x="273" y="-370"/>
                </a:moveTo>
                <a:lnTo>
                  <a:pt x="2588841" y="-370"/>
                </a:lnTo>
              </a:path>
            </a:pathLst>
          </a:custGeom>
          <a:noFill/>
          <a:ln w="14783" cap="sq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28" name="Freihandform: Form 727">
            <a:extLst>
              <a:ext uri="{FF2B5EF4-FFF2-40B4-BE49-F238E27FC236}">
                <a16:creationId xmlns:a16="http://schemas.microsoft.com/office/drawing/2014/main" id="{47A266E4-6BCD-DFBD-5FE8-3882446074F2}"/>
              </a:ext>
            </a:extLst>
          </p:cNvPr>
          <p:cNvSpPr/>
          <p:nvPr/>
        </p:nvSpPr>
        <p:spPr>
          <a:xfrm>
            <a:off x="7122459" y="3930599"/>
            <a:ext cx="14013" cy="41826"/>
          </a:xfrm>
          <a:custGeom>
            <a:avLst/>
            <a:gdLst>
              <a:gd name="csX0" fmla="*/ 273 w 12700"/>
              <a:gd name="csY0" fmla="*/ 37539 h 37908"/>
              <a:gd name="csX1" fmla="*/ 273 w 12700"/>
              <a:gd name="csY1" fmla="*/ -370 h 37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00" h="37908">
                <a:moveTo>
                  <a:pt x="273" y="37539"/>
                </a:moveTo>
                <a:lnTo>
                  <a:pt x="273" y="-370"/>
                </a:lnTo>
              </a:path>
            </a:pathLst>
          </a:custGeom>
          <a:noFill/>
          <a:ln w="14783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34" name="Freihandform: Form 733">
            <a:extLst>
              <a:ext uri="{FF2B5EF4-FFF2-40B4-BE49-F238E27FC236}">
                <a16:creationId xmlns:a16="http://schemas.microsoft.com/office/drawing/2014/main" id="{C677E13D-27A1-2944-4289-7D03C8FA782A}"/>
              </a:ext>
            </a:extLst>
          </p:cNvPr>
          <p:cNvSpPr/>
          <p:nvPr/>
        </p:nvSpPr>
        <p:spPr>
          <a:xfrm>
            <a:off x="7658378" y="3930599"/>
            <a:ext cx="14013" cy="41826"/>
          </a:xfrm>
          <a:custGeom>
            <a:avLst/>
            <a:gdLst>
              <a:gd name="csX0" fmla="*/ 273 w 12700"/>
              <a:gd name="csY0" fmla="*/ 37539 h 37908"/>
              <a:gd name="csX1" fmla="*/ 273 w 12700"/>
              <a:gd name="csY1" fmla="*/ -370 h 37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00" h="37908">
                <a:moveTo>
                  <a:pt x="273" y="37539"/>
                </a:moveTo>
                <a:lnTo>
                  <a:pt x="273" y="-370"/>
                </a:lnTo>
              </a:path>
            </a:pathLst>
          </a:custGeom>
          <a:noFill/>
          <a:ln w="14783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35" name="Freihandform: Form 734">
            <a:extLst>
              <a:ext uri="{FF2B5EF4-FFF2-40B4-BE49-F238E27FC236}">
                <a16:creationId xmlns:a16="http://schemas.microsoft.com/office/drawing/2014/main" id="{1182ADC3-E5DE-C1CB-E956-02792187FE29}"/>
              </a:ext>
            </a:extLst>
          </p:cNvPr>
          <p:cNvSpPr/>
          <p:nvPr/>
        </p:nvSpPr>
        <p:spPr>
          <a:xfrm>
            <a:off x="8194297" y="3930599"/>
            <a:ext cx="14013" cy="41826"/>
          </a:xfrm>
          <a:custGeom>
            <a:avLst/>
            <a:gdLst>
              <a:gd name="csX0" fmla="*/ 273 w 12700"/>
              <a:gd name="csY0" fmla="*/ 37539 h 37908"/>
              <a:gd name="csX1" fmla="*/ 273 w 12700"/>
              <a:gd name="csY1" fmla="*/ -370 h 37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00" h="37908">
                <a:moveTo>
                  <a:pt x="273" y="37539"/>
                </a:moveTo>
                <a:lnTo>
                  <a:pt x="273" y="-370"/>
                </a:lnTo>
              </a:path>
            </a:pathLst>
          </a:custGeom>
          <a:noFill/>
          <a:ln w="14783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36" name="Freihandform: Form 735">
            <a:extLst>
              <a:ext uri="{FF2B5EF4-FFF2-40B4-BE49-F238E27FC236}">
                <a16:creationId xmlns:a16="http://schemas.microsoft.com/office/drawing/2014/main" id="{C78D103B-1DAB-499B-3C65-2A7A7290E543}"/>
              </a:ext>
            </a:extLst>
          </p:cNvPr>
          <p:cNvSpPr/>
          <p:nvPr/>
        </p:nvSpPr>
        <p:spPr>
          <a:xfrm>
            <a:off x="8730217" y="3930599"/>
            <a:ext cx="14013" cy="41826"/>
          </a:xfrm>
          <a:custGeom>
            <a:avLst/>
            <a:gdLst>
              <a:gd name="csX0" fmla="*/ 273 w 12700"/>
              <a:gd name="csY0" fmla="*/ 37539 h 37908"/>
              <a:gd name="csX1" fmla="*/ 273 w 12700"/>
              <a:gd name="csY1" fmla="*/ -370 h 37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00" h="37908">
                <a:moveTo>
                  <a:pt x="273" y="37539"/>
                </a:moveTo>
                <a:lnTo>
                  <a:pt x="273" y="-370"/>
                </a:lnTo>
              </a:path>
            </a:pathLst>
          </a:custGeom>
          <a:noFill/>
          <a:ln w="14783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37" name="Tabelle 736">
                <a:extLst>
                  <a:ext uri="{FF2B5EF4-FFF2-40B4-BE49-F238E27FC236}">
                    <a16:creationId xmlns:a16="http://schemas.microsoft.com/office/drawing/2014/main" id="{AE349E31-F138-8849-3EB0-4E5EDE96C0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2903612"/>
                  </p:ext>
                </p:extLst>
              </p:nvPr>
            </p:nvGraphicFramePr>
            <p:xfrm>
              <a:off x="282647" y="1077939"/>
              <a:ext cx="4068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5.139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1.393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2.374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-1.395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3.128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1.806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3.841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1.896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2.301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37" name="Tabelle 736">
                <a:extLst>
                  <a:ext uri="{FF2B5EF4-FFF2-40B4-BE49-F238E27FC236}">
                    <a16:creationId xmlns:a16="http://schemas.microsoft.com/office/drawing/2014/main" id="{AE349E31-F138-8849-3EB0-4E5EDE96C0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2903612"/>
                  </p:ext>
                </p:extLst>
              </p:nvPr>
            </p:nvGraphicFramePr>
            <p:xfrm>
              <a:off x="282647" y="1077939"/>
              <a:ext cx="4068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423" t="-4412" r="-300704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20423" t="-4412" r="-150704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423" t="-4412" r="-704" b="-5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4412" r="-56900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5.139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1.393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2.374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1449" r="-569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423" t="-201449" r="-300704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0423" t="-201449" r="-150704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23" t="-201449" r="-704" b="-3188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05882" r="-569000" b="-2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-1.395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3.128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1.806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405882" r="-569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423" t="-405882" r="-30070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0423" t="-405882" r="-15070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0423" t="-405882" r="-704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505882" r="-569000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3.841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1.896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2.301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38" name="Textfeld 737">
            <a:extLst>
              <a:ext uri="{FF2B5EF4-FFF2-40B4-BE49-F238E27FC236}">
                <a16:creationId xmlns:a16="http://schemas.microsoft.com/office/drawing/2014/main" id="{C3A62D1A-B81E-33B9-6F74-5826AD4B0C77}"/>
              </a:ext>
            </a:extLst>
          </p:cNvPr>
          <p:cNvSpPr txBox="1"/>
          <p:nvPr/>
        </p:nvSpPr>
        <p:spPr>
          <a:xfrm>
            <a:off x="895549" y="0"/>
            <a:ext cx="32437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CLR transformed matrix</a:t>
            </a:r>
          </a:p>
        </p:txBody>
      </p:sp>
      <p:sp>
        <p:nvSpPr>
          <p:cNvPr id="744" name="Textfeld 743">
            <a:extLst>
              <a:ext uri="{FF2B5EF4-FFF2-40B4-BE49-F238E27FC236}">
                <a16:creationId xmlns:a16="http://schemas.microsoft.com/office/drawing/2014/main" id="{D8680895-E7C4-2422-F1EA-B2DB36117908}"/>
              </a:ext>
            </a:extLst>
          </p:cNvPr>
          <p:cNvSpPr txBox="1"/>
          <p:nvPr/>
        </p:nvSpPr>
        <p:spPr>
          <a:xfrm rot="16200000">
            <a:off x="-819081" y="2324769"/>
            <a:ext cx="2064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  <p:sp>
        <p:nvSpPr>
          <p:cNvPr id="745" name="Textfeld 744">
            <a:extLst>
              <a:ext uri="{FF2B5EF4-FFF2-40B4-BE49-F238E27FC236}">
                <a16:creationId xmlns:a16="http://schemas.microsoft.com/office/drawing/2014/main" id="{1B3D2E8C-992E-A9C8-76C3-40179E1787CB}"/>
              </a:ext>
            </a:extLst>
          </p:cNvPr>
          <p:cNvSpPr txBox="1"/>
          <p:nvPr/>
        </p:nvSpPr>
        <p:spPr>
          <a:xfrm>
            <a:off x="6751067" y="0"/>
            <a:ext cx="22680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Coefficient matrix</a:t>
            </a:r>
          </a:p>
          <a:p>
            <a:pPr algn="ctr"/>
            <a:r>
              <a:rPr lang="en-US" sz="2200" dirty="0"/>
              <a:t>(feature-level)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46" name="Tabelle 745">
                <a:extLst>
                  <a:ext uri="{FF2B5EF4-FFF2-40B4-BE49-F238E27FC236}">
                    <a16:creationId xmlns:a16="http://schemas.microsoft.com/office/drawing/2014/main" id="{1B39458B-C814-491A-1C07-33A7E367F7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1780159"/>
                  </p:ext>
                </p:extLst>
              </p:nvPr>
            </p:nvGraphicFramePr>
            <p:xfrm>
              <a:off x="6860263" y="3930702"/>
              <a:ext cx="2160000" cy="41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16081456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29647419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110824729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620255347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478637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46" name="Tabelle 745">
                <a:extLst>
                  <a:ext uri="{FF2B5EF4-FFF2-40B4-BE49-F238E27FC236}">
                    <a16:creationId xmlns:a16="http://schemas.microsoft.com/office/drawing/2014/main" id="{1B39458B-C814-491A-1C07-33A7E367F7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1780159"/>
                  </p:ext>
                </p:extLst>
              </p:nvPr>
            </p:nvGraphicFramePr>
            <p:xfrm>
              <a:off x="6860263" y="3930702"/>
              <a:ext cx="2160000" cy="41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1160814562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729647419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110824729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620255347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4348" r="-298876" b="-23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4348" r="-198876" b="-23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8876" t="-4348" b="-23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8637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47" name="Textfeld 746">
            <a:extLst>
              <a:ext uri="{FF2B5EF4-FFF2-40B4-BE49-F238E27FC236}">
                <a16:creationId xmlns:a16="http://schemas.microsoft.com/office/drawing/2014/main" id="{9D7D06A4-5BD6-0FD5-D7AB-C609F507D7D4}"/>
              </a:ext>
            </a:extLst>
          </p:cNvPr>
          <p:cNvSpPr txBox="1"/>
          <p:nvPr/>
        </p:nvSpPr>
        <p:spPr>
          <a:xfrm>
            <a:off x="1047506" y="806096"/>
            <a:ext cx="324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Genera</a:t>
            </a:r>
          </a:p>
        </p:txBody>
      </p:sp>
      <p:sp>
        <p:nvSpPr>
          <p:cNvPr id="748" name="Textfeld 747">
            <a:extLst>
              <a:ext uri="{FF2B5EF4-FFF2-40B4-BE49-F238E27FC236}">
                <a16:creationId xmlns:a16="http://schemas.microsoft.com/office/drawing/2014/main" id="{11EF5FAB-C14D-565B-81DA-1B4663EF9D25}"/>
              </a:ext>
            </a:extLst>
          </p:cNvPr>
          <p:cNvSpPr txBox="1"/>
          <p:nvPr/>
        </p:nvSpPr>
        <p:spPr>
          <a:xfrm>
            <a:off x="4486670" y="2022622"/>
            <a:ext cx="1579150" cy="8778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200" dirty="0"/>
              <a:t>Multivariate</a:t>
            </a:r>
          </a:p>
          <a:p>
            <a:pPr algn="ctr">
              <a:lnSpc>
                <a:spcPct val="120000"/>
              </a:lnSpc>
            </a:pPr>
            <a:r>
              <a:rPr lang="en-US" sz="2200" dirty="0"/>
              <a:t>regression</a:t>
            </a:r>
          </a:p>
        </p:txBody>
      </p:sp>
      <p:cxnSp>
        <p:nvCxnSpPr>
          <p:cNvPr id="750" name="Gerade Verbindung mit Pfeil 749">
            <a:extLst>
              <a:ext uri="{FF2B5EF4-FFF2-40B4-BE49-F238E27FC236}">
                <a16:creationId xmlns:a16="http://schemas.microsoft.com/office/drawing/2014/main" id="{29B1D030-AD07-DE7A-31E7-D69C189D7679}"/>
              </a:ext>
            </a:extLst>
          </p:cNvPr>
          <p:cNvCxnSpPr>
            <a:cxnSpLocks/>
          </p:cNvCxnSpPr>
          <p:nvPr/>
        </p:nvCxnSpPr>
        <p:spPr>
          <a:xfrm flipV="1">
            <a:off x="4428895" y="2514749"/>
            <a:ext cx="1795896" cy="270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1" name="Gruppieren 750">
            <a:extLst>
              <a:ext uri="{FF2B5EF4-FFF2-40B4-BE49-F238E27FC236}">
                <a16:creationId xmlns:a16="http://schemas.microsoft.com/office/drawing/2014/main" id="{38DB4990-3305-3874-FD06-38E53330D393}"/>
              </a:ext>
            </a:extLst>
          </p:cNvPr>
          <p:cNvGrpSpPr>
            <a:grpSpLocks noChangeAspect="1"/>
          </p:cNvGrpSpPr>
          <p:nvPr/>
        </p:nvGrpSpPr>
        <p:grpSpPr>
          <a:xfrm>
            <a:off x="6848331" y="1110808"/>
            <a:ext cx="2199607" cy="2753920"/>
            <a:chOff x="10474152" y="1416772"/>
            <a:chExt cx="1959874" cy="2453773"/>
          </a:xfrm>
        </p:grpSpPr>
        <p:sp>
          <p:nvSpPr>
            <p:cNvPr id="752" name="Freihandform: Form 751">
              <a:extLst>
                <a:ext uri="{FF2B5EF4-FFF2-40B4-BE49-F238E27FC236}">
                  <a16:creationId xmlns:a16="http://schemas.microsoft.com/office/drawing/2014/main" id="{D4C06DF2-1E9F-86C6-E772-1E964D61CD55}"/>
                </a:ext>
              </a:extLst>
            </p:cNvPr>
            <p:cNvSpPr/>
            <p:nvPr/>
          </p:nvSpPr>
          <p:spPr>
            <a:xfrm>
              <a:off x="10474152" y="1416772"/>
              <a:ext cx="489968" cy="490744"/>
            </a:xfrm>
            <a:custGeom>
              <a:avLst/>
              <a:gdLst>
                <a:gd name="csX0" fmla="*/ 0 w 489968"/>
                <a:gd name="csY0" fmla="*/ 0 h 490744"/>
                <a:gd name="csX1" fmla="*/ 489969 w 489968"/>
                <a:gd name="csY1" fmla="*/ 0 h 490744"/>
                <a:gd name="csX2" fmla="*/ 489969 w 489968"/>
                <a:gd name="csY2" fmla="*/ 490745 h 490744"/>
                <a:gd name="csX3" fmla="*/ 0 w 489968"/>
                <a:gd name="csY3" fmla="*/ 490745 h 4907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89968" h="490744">
                  <a:moveTo>
                    <a:pt x="0" y="0"/>
                  </a:moveTo>
                  <a:lnTo>
                    <a:pt x="489969" y="0"/>
                  </a:lnTo>
                  <a:lnTo>
                    <a:pt x="489969" y="490745"/>
                  </a:lnTo>
                  <a:lnTo>
                    <a:pt x="0" y="490745"/>
                  </a:lnTo>
                  <a:close/>
                </a:path>
              </a:pathLst>
            </a:custGeom>
            <a:solidFill>
              <a:srgbClr val="FFF2EF"/>
            </a:solidFill>
            <a:ln w="6770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3" name="Freihandform: Form 752">
              <a:extLst>
                <a:ext uri="{FF2B5EF4-FFF2-40B4-BE49-F238E27FC236}">
                  <a16:creationId xmlns:a16="http://schemas.microsoft.com/office/drawing/2014/main" id="{FC37FB8D-7092-556A-27E5-0FA201B8F1B8}"/>
                </a:ext>
              </a:extLst>
            </p:cNvPr>
            <p:cNvSpPr/>
            <p:nvPr/>
          </p:nvSpPr>
          <p:spPr>
            <a:xfrm>
              <a:off x="10474152" y="1907517"/>
              <a:ext cx="489968" cy="490744"/>
            </a:xfrm>
            <a:custGeom>
              <a:avLst/>
              <a:gdLst>
                <a:gd name="csX0" fmla="*/ 0 w 489968"/>
                <a:gd name="csY0" fmla="*/ 0 h 490744"/>
                <a:gd name="csX1" fmla="*/ 489969 w 489968"/>
                <a:gd name="csY1" fmla="*/ 0 h 490744"/>
                <a:gd name="csX2" fmla="*/ 489969 w 489968"/>
                <a:gd name="csY2" fmla="*/ 490745 h 490744"/>
                <a:gd name="csX3" fmla="*/ 0 w 489968"/>
                <a:gd name="csY3" fmla="*/ 490745 h 4907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89968" h="490744">
                  <a:moveTo>
                    <a:pt x="0" y="0"/>
                  </a:moveTo>
                  <a:lnTo>
                    <a:pt x="489969" y="0"/>
                  </a:lnTo>
                  <a:lnTo>
                    <a:pt x="489969" y="490745"/>
                  </a:lnTo>
                  <a:lnTo>
                    <a:pt x="0" y="490745"/>
                  </a:lnTo>
                  <a:close/>
                </a:path>
              </a:pathLst>
            </a:custGeom>
            <a:solidFill>
              <a:srgbClr val="5C6DE0"/>
            </a:solidFill>
            <a:ln w="6770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4" name="Freihandform: Form 753">
              <a:extLst>
                <a:ext uri="{FF2B5EF4-FFF2-40B4-BE49-F238E27FC236}">
                  <a16:creationId xmlns:a16="http://schemas.microsoft.com/office/drawing/2014/main" id="{0FCD44FA-91F7-0171-B899-89EA9D360E74}"/>
                </a:ext>
              </a:extLst>
            </p:cNvPr>
            <p:cNvSpPr/>
            <p:nvPr/>
          </p:nvSpPr>
          <p:spPr>
            <a:xfrm>
              <a:off x="10474152" y="2398262"/>
              <a:ext cx="489968" cy="490744"/>
            </a:xfrm>
            <a:custGeom>
              <a:avLst/>
              <a:gdLst>
                <a:gd name="csX0" fmla="*/ 0 w 489968"/>
                <a:gd name="csY0" fmla="*/ 0 h 490744"/>
                <a:gd name="csX1" fmla="*/ 489969 w 489968"/>
                <a:gd name="csY1" fmla="*/ 0 h 490744"/>
                <a:gd name="csX2" fmla="*/ 489969 w 489968"/>
                <a:gd name="csY2" fmla="*/ 490745 h 490744"/>
                <a:gd name="csX3" fmla="*/ 0 w 489968"/>
                <a:gd name="csY3" fmla="*/ 490745 h 4907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89968" h="490744">
                  <a:moveTo>
                    <a:pt x="0" y="0"/>
                  </a:moveTo>
                  <a:lnTo>
                    <a:pt x="489969" y="0"/>
                  </a:lnTo>
                  <a:lnTo>
                    <a:pt x="489969" y="490745"/>
                  </a:lnTo>
                  <a:lnTo>
                    <a:pt x="0" y="490745"/>
                  </a:lnTo>
                  <a:close/>
                </a:path>
              </a:pathLst>
            </a:custGeom>
            <a:solidFill>
              <a:srgbClr val="DE372C"/>
            </a:solidFill>
            <a:ln w="6770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5" name="Freihandform: Form 754">
              <a:extLst>
                <a:ext uri="{FF2B5EF4-FFF2-40B4-BE49-F238E27FC236}">
                  <a16:creationId xmlns:a16="http://schemas.microsoft.com/office/drawing/2014/main" id="{676EA788-E7CC-D5D3-F8FA-31672C104D82}"/>
                </a:ext>
              </a:extLst>
            </p:cNvPr>
            <p:cNvSpPr/>
            <p:nvPr/>
          </p:nvSpPr>
          <p:spPr>
            <a:xfrm>
              <a:off x="10474152" y="2889007"/>
              <a:ext cx="489968" cy="490744"/>
            </a:xfrm>
            <a:custGeom>
              <a:avLst/>
              <a:gdLst>
                <a:gd name="csX0" fmla="*/ 0 w 489968"/>
                <a:gd name="csY0" fmla="*/ 0 h 490744"/>
                <a:gd name="csX1" fmla="*/ 489969 w 489968"/>
                <a:gd name="csY1" fmla="*/ 0 h 490744"/>
                <a:gd name="csX2" fmla="*/ 489969 w 489968"/>
                <a:gd name="csY2" fmla="*/ 490745 h 490744"/>
                <a:gd name="csX3" fmla="*/ 0 w 489968"/>
                <a:gd name="csY3" fmla="*/ 490745 h 4907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89968" h="490744">
                  <a:moveTo>
                    <a:pt x="0" y="0"/>
                  </a:moveTo>
                  <a:lnTo>
                    <a:pt x="489969" y="0"/>
                  </a:lnTo>
                  <a:lnTo>
                    <a:pt x="489969" y="490745"/>
                  </a:lnTo>
                  <a:lnTo>
                    <a:pt x="0" y="490745"/>
                  </a:lnTo>
                  <a:close/>
                </a:path>
              </a:pathLst>
            </a:custGeom>
            <a:solidFill>
              <a:srgbClr val="FFFFFF"/>
            </a:solidFill>
            <a:ln w="6770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6" name="Freihandform: Form 755">
              <a:extLst>
                <a:ext uri="{FF2B5EF4-FFF2-40B4-BE49-F238E27FC236}">
                  <a16:creationId xmlns:a16="http://schemas.microsoft.com/office/drawing/2014/main" id="{1480B0A6-3474-1F65-5A5E-019397467EFB}"/>
                </a:ext>
              </a:extLst>
            </p:cNvPr>
            <p:cNvSpPr/>
            <p:nvPr/>
          </p:nvSpPr>
          <p:spPr>
            <a:xfrm>
              <a:off x="10474152" y="3379801"/>
              <a:ext cx="489968" cy="490744"/>
            </a:xfrm>
            <a:custGeom>
              <a:avLst/>
              <a:gdLst>
                <a:gd name="csX0" fmla="*/ 0 w 489968"/>
                <a:gd name="csY0" fmla="*/ 0 h 490744"/>
                <a:gd name="csX1" fmla="*/ 489969 w 489968"/>
                <a:gd name="csY1" fmla="*/ 0 h 490744"/>
                <a:gd name="csX2" fmla="*/ 489969 w 489968"/>
                <a:gd name="csY2" fmla="*/ 490745 h 490744"/>
                <a:gd name="csX3" fmla="*/ 0 w 489968"/>
                <a:gd name="csY3" fmla="*/ 490745 h 4907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89968" h="490744">
                  <a:moveTo>
                    <a:pt x="0" y="0"/>
                  </a:moveTo>
                  <a:lnTo>
                    <a:pt x="489969" y="0"/>
                  </a:lnTo>
                  <a:lnTo>
                    <a:pt x="489969" y="490745"/>
                  </a:lnTo>
                  <a:lnTo>
                    <a:pt x="0" y="490745"/>
                  </a:lnTo>
                  <a:close/>
                </a:path>
              </a:pathLst>
            </a:custGeom>
            <a:solidFill>
              <a:srgbClr val="B0AFF0"/>
            </a:solidFill>
            <a:ln w="6770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7" name="Freihandform: Form 756">
              <a:extLst>
                <a:ext uri="{FF2B5EF4-FFF2-40B4-BE49-F238E27FC236}">
                  <a16:creationId xmlns:a16="http://schemas.microsoft.com/office/drawing/2014/main" id="{23B57A3D-17B3-0C63-3487-D46394D61AE0}"/>
                </a:ext>
              </a:extLst>
            </p:cNvPr>
            <p:cNvSpPr/>
            <p:nvPr/>
          </p:nvSpPr>
          <p:spPr>
            <a:xfrm>
              <a:off x="10964120" y="1416772"/>
              <a:ext cx="489968" cy="490744"/>
            </a:xfrm>
            <a:custGeom>
              <a:avLst/>
              <a:gdLst>
                <a:gd name="csX0" fmla="*/ 0 w 489968"/>
                <a:gd name="csY0" fmla="*/ 0 h 490744"/>
                <a:gd name="csX1" fmla="*/ 489969 w 489968"/>
                <a:gd name="csY1" fmla="*/ 0 h 490744"/>
                <a:gd name="csX2" fmla="*/ 489969 w 489968"/>
                <a:gd name="csY2" fmla="*/ 490745 h 490744"/>
                <a:gd name="csX3" fmla="*/ 0 w 489968"/>
                <a:gd name="csY3" fmla="*/ 490745 h 4907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89968" h="490744">
                  <a:moveTo>
                    <a:pt x="0" y="0"/>
                  </a:moveTo>
                  <a:lnTo>
                    <a:pt x="489969" y="0"/>
                  </a:lnTo>
                  <a:lnTo>
                    <a:pt x="489969" y="490745"/>
                  </a:lnTo>
                  <a:lnTo>
                    <a:pt x="0" y="490745"/>
                  </a:lnTo>
                  <a:close/>
                </a:path>
              </a:pathLst>
            </a:custGeom>
            <a:solidFill>
              <a:srgbClr val="A2A2ED"/>
            </a:solidFill>
            <a:ln w="6770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8" name="Freihandform: Form 757">
              <a:extLst>
                <a:ext uri="{FF2B5EF4-FFF2-40B4-BE49-F238E27FC236}">
                  <a16:creationId xmlns:a16="http://schemas.microsoft.com/office/drawing/2014/main" id="{48DC8A80-5F12-A6A2-ECDA-CE6ECECBD905}"/>
                </a:ext>
              </a:extLst>
            </p:cNvPr>
            <p:cNvSpPr/>
            <p:nvPr/>
          </p:nvSpPr>
          <p:spPr>
            <a:xfrm>
              <a:off x="10964120" y="1907517"/>
              <a:ext cx="489968" cy="490744"/>
            </a:xfrm>
            <a:custGeom>
              <a:avLst/>
              <a:gdLst>
                <a:gd name="csX0" fmla="*/ 0 w 489968"/>
                <a:gd name="csY0" fmla="*/ 0 h 490744"/>
                <a:gd name="csX1" fmla="*/ 489969 w 489968"/>
                <a:gd name="csY1" fmla="*/ 0 h 490744"/>
                <a:gd name="csX2" fmla="*/ 489969 w 489968"/>
                <a:gd name="csY2" fmla="*/ 490745 h 490744"/>
                <a:gd name="csX3" fmla="*/ 0 w 489968"/>
                <a:gd name="csY3" fmla="*/ 490745 h 4907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89968" h="490744">
                  <a:moveTo>
                    <a:pt x="0" y="0"/>
                  </a:moveTo>
                  <a:lnTo>
                    <a:pt x="489969" y="0"/>
                  </a:lnTo>
                  <a:lnTo>
                    <a:pt x="489969" y="490745"/>
                  </a:lnTo>
                  <a:lnTo>
                    <a:pt x="0" y="490745"/>
                  </a:lnTo>
                  <a:close/>
                </a:path>
              </a:pathLst>
            </a:custGeom>
            <a:solidFill>
              <a:srgbClr val="BCB9F2"/>
            </a:solidFill>
            <a:ln w="6770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9" name="Freihandform: Form 758">
              <a:extLst>
                <a:ext uri="{FF2B5EF4-FFF2-40B4-BE49-F238E27FC236}">
                  <a16:creationId xmlns:a16="http://schemas.microsoft.com/office/drawing/2014/main" id="{73ACC1B0-13C8-105A-DF88-A701ED582DA4}"/>
                </a:ext>
              </a:extLst>
            </p:cNvPr>
            <p:cNvSpPr/>
            <p:nvPr/>
          </p:nvSpPr>
          <p:spPr>
            <a:xfrm>
              <a:off x="10964120" y="2398262"/>
              <a:ext cx="489968" cy="490744"/>
            </a:xfrm>
            <a:custGeom>
              <a:avLst/>
              <a:gdLst>
                <a:gd name="csX0" fmla="*/ 0 w 489968"/>
                <a:gd name="csY0" fmla="*/ 0 h 490744"/>
                <a:gd name="csX1" fmla="*/ 489969 w 489968"/>
                <a:gd name="csY1" fmla="*/ 0 h 490744"/>
                <a:gd name="csX2" fmla="*/ 489969 w 489968"/>
                <a:gd name="csY2" fmla="*/ 490745 h 490744"/>
                <a:gd name="csX3" fmla="*/ 0 w 489968"/>
                <a:gd name="csY3" fmla="*/ 490745 h 4907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89968" h="490744">
                  <a:moveTo>
                    <a:pt x="0" y="0"/>
                  </a:moveTo>
                  <a:lnTo>
                    <a:pt x="489969" y="0"/>
                  </a:lnTo>
                  <a:lnTo>
                    <a:pt x="489969" y="490745"/>
                  </a:lnTo>
                  <a:lnTo>
                    <a:pt x="0" y="490745"/>
                  </a:lnTo>
                  <a:close/>
                </a:path>
              </a:pathLst>
            </a:custGeom>
            <a:solidFill>
              <a:srgbClr val="FFF7F6"/>
            </a:solidFill>
            <a:ln w="6770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0" name="Freihandform: Form 759">
              <a:extLst>
                <a:ext uri="{FF2B5EF4-FFF2-40B4-BE49-F238E27FC236}">
                  <a16:creationId xmlns:a16="http://schemas.microsoft.com/office/drawing/2014/main" id="{96B32FF1-7BC5-382D-4D52-7F2C76E13D38}"/>
                </a:ext>
              </a:extLst>
            </p:cNvPr>
            <p:cNvSpPr/>
            <p:nvPr/>
          </p:nvSpPr>
          <p:spPr>
            <a:xfrm>
              <a:off x="10964120" y="2889007"/>
              <a:ext cx="489968" cy="490744"/>
            </a:xfrm>
            <a:custGeom>
              <a:avLst/>
              <a:gdLst>
                <a:gd name="csX0" fmla="*/ 0 w 489968"/>
                <a:gd name="csY0" fmla="*/ 0 h 490744"/>
                <a:gd name="csX1" fmla="*/ 489969 w 489968"/>
                <a:gd name="csY1" fmla="*/ 0 h 490744"/>
                <a:gd name="csX2" fmla="*/ 489969 w 489968"/>
                <a:gd name="csY2" fmla="*/ 490745 h 490744"/>
                <a:gd name="csX3" fmla="*/ 0 w 489968"/>
                <a:gd name="csY3" fmla="*/ 490745 h 4907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89968" h="490744">
                  <a:moveTo>
                    <a:pt x="0" y="0"/>
                  </a:moveTo>
                  <a:lnTo>
                    <a:pt x="489969" y="0"/>
                  </a:lnTo>
                  <a:lnTo>
                    <a:pt x="489969" y="490745"/>
                  </a:lnTo>
                  <a:lnTo>
                    <a:pt x="0" y="490745"/>
                  </a:lnTo>
                  <a:close/>
                </a:path>
              </a:pathLst>
            </a:custGeom>
            <a:solidFill>
              <a:srgbClr val="FFE1DA"/>
            </a:solidFill>
            <a:ln w="6770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1" name="Freihandform: Form 760">
              <a:extLst>
                <a:ext uri="{FF2B5EF4-FFF2-40B4-BE49-F238E27FC236}">
                  <a16:creationId xmlns:a16="http://schemas.microsoft.com/office/drawing/2014/main" id="{99A3F653-9FC4-D433-49F7-0D6E057B2CED}"/>
                </a:ext>
              </a:extLst>
            </p:cNvPr>
            <p:cNvSpPr/>
            <p:nvPr/>
          </p:nvSpPr>
          <p:spPr>
            <a:xfrm>
              <a:off x="10964120" y="3379801"/>
              <a:ext cx="489968" cy="490744"/>
            </a:xfrm>
            <a:custGeom>
              <a:avLst/>
              <a:gdLst>
                <a:gd name="csX0" fmla="*/ 0 w 489968"/>
                <a:gd name="csY0" fmla="*/ 0 h 490744"/>
                <a:gd name="csX1" fmla="*/ 489969 w 489968"/>
                <a:gd name="csY1" fmla="*/ 0 h 490744"/>
                <a:gd name="csX2" fmla="*/ 489969 w 489968"/>
                <a:gd name="csY2" fmla="*/ 490745 h 490744"/>
                <a:gd name="csX3" fmla="*/ 0 w 489968"/>
                <a:gd name="csY3" fmla="*/ 490745 h 4907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89968" h="490744">
                  <a:moveTo>
                    <a:pt x="0" y="0"/>
                  </a:moveTo>
                  <a:lnTo>
                    <a:pt x="489969" y="0"/>
                  </a:lnTo>
                  <a:lnTo>
                    <a:pt x="489969" y="490745"/>
                  </a:lnTo>
                  <a:lnTo>
                    <a:pt x="0" y="490745"/>
                  </a:lnTo>
                  <a:close/>
                </a:path>
              </a:pathLst>
            </a:custGeom>
            <a:solidFill>
              <a:srgbClr val="EAE8FB"/>
            </a:solidFill>
            <a:ln w="6770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2" name="Freihandform: Form 761">
              <a:extLst>
                <a:ext uri="{FF2B5EF4-FFF2-40B4-BE49-F238E27FC236}">
                  <a16:creationId xmlns:a16="http://schemas.microsoft.com/office/drawing/2014/main" id="{4F38D75F-A763-6B5D-2712-048CB76F47EE}"/>
                </a:ext>
              </a:extLst>
            </p:cNvPr>
            <p:cNvSpPr/>
            <p:nvPr/>
          </p:nvSpPr>
          <p:spPr>
            <a:xfrm>
              <a:off x="11454089" y="1416772"/>
              <a:ext cx="489968" cy="490744"/>
            </a:xfrm>
            <a:custGeom>
              <a:avLst/>
              <a:gdLst>
                <a:gd name="csX0" fmla="*/ 0 w 489968"/>
                <a:gd name="csY0" fmla="*/ 0 h 490744"/>
                <a:gd name="csX1" fmla="*/ 489969 w 489968"/>
                <a:gd name="csY1" fmla="*/ 0 h 490744"/>
                <a:gd name="csX2" fmla="*/ 489969 w 489968"/>
                <a:gd name="csY2" fmla="*/ 490745 h 490744"/>
                <a:gd name="csX3" fmla="*/ 0 w 489968"/>
                <a:gd name="csY3" fmla="*/ 490745 h 4907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89968" h="490744">
                  <a:moveTo>
                    <a:pt x="0" y="0"/>
                  </a:moveTo>
                  <a:lnTo>
                    <a:pt x="489969" y="0"/>
                  </a:lnTo>
                  <a:lnTo>
                    <a:pt x="489969" y="490745"/>
                  </a:lnTo>
                  <a:lnTo>
                    <a:pt x="0" y="490745"/>
                  </a:lnTo>
                  <a:close/>
                </a:path>
              </a:pathLst>
            </a:custGeom>
            <a:solidFill>
              <a:srgbClr val="FFFFFF"/>
            </a:solidFill>
            <a:ln w="6770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3" name="Freihandform: Form 762">
              <a:extLst>
                <a:ext uri="{FF2B5EF4-FFF2-40B4-BE49-F238E27FC236}">
                  <a16:creationId xmlns:a16="http://schemas.microsoft.com/office/drawing/2014/main" id="{D511813A-BF0B-E380-2624-80CEE3FC8C87}"/>
                </a:ext>
              </a:extLst>
            </p:cNvPr>
            <p:cNvSpPr/>
            <p:nvPr/>
          </p:nvSpPr>
          <p:spPr>
            <a:xfrm>
              <a:off x="11454089" y="1907517"/>
              <a:ext cx="489968" cy="490744"/>
            </a:xfrm>
            <a:custGeom>
              <a:avLst/>
              <a:gdLst>
                <a:gd name="csX0" fmla="*/ 0 w 489968"/>
                <a:gd name="csY0" fmla="*/ 0 h 490744"/>
                <a:gd name="csX1" fmla="*/ 489969 w 489968"/>
                <a:gd name="csY1" fmla="*/ 0 h 490744"/>
                <a:gd name="csX2" fmla="*/ 489969 w 489968"/>
                <a:gd name="csY2" fmla="*/ 490745 h 490744"/>
                <a:gd name="csX3" fmla="*/ 0 w 489968"/>
                <a:gd name="csY3" fmla="*/ 490745 h 4907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89968" h="490744">
                  <a:moveTo>
                    <a:pt x="0" y="0"/>
                  </a:moveTo>
                  <a:lnTo>
                    <a:pt x="489969" y="0"/>
                  </a:lnTo>
                  <a:lnTo>
                    <a:pt x="489969" y="490745"/>
                  </a:lnTo>
                  <a:lnTo>
                    <a:pt x="0" y="490745"/>
                  </a:lnTo>
                  <a:close/>
                </a:path>
              </a:pathLst>
            </a:custGeom>
            <a:solidFill>
              <a:srgbClr val="FFEBE6"/>
            </a:solidFill>
            <a:ln w="6770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4" name="Freihandform: Form 763">
              <a:extLst>
                <a:ext uri="{FF2B5EF4-FFF2-40B4-BE49-F238E27FC236}">
                  <a16:creationId xmlns:a16="http://schemas.microsoft.com/office/drawing/2014/main" id="{4ABB09F1-0127-7450-A11C-61A68CE4A073}"/>
                </a:ext>
              </a:extLst>
            </p:cNvPr>
            <p:cNvSpPr/>
            <p:nvPr/>
          </p:nvSpPr>
          <p:spPr>
            <a:xfrm>
              <a:off x="11454089" y="2398262"/>
              <a:ext cx="489968" cy="490744"/>
            </a:xfrm>
            <a:custGeom>
              <a:avLst/>
              <a:gdLst>
                <a:gd name="csX0" fmla="*/ 0 w 489968"/>
                <a:gd name="csY0" fmla="*/ 0 h 490744"/>
                <a:gd name="csX1" fmla="*/ 489969 w 489968"/>
                <a:gd name="csY1" fmla="*/ 0 h 490744"/>
                <a:gd name="csX2" fmla="*/ 489969 w 489968"/>
                <a:gd name="csY2" fmla="*/ 490745 h 490744"/>
                <a:gd name="csX3" fmla="*/ 0 w 489968"/>
                <a:gd name="csY3" fmla="*/ 490745 h 4907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89968" h="490744">
                  <a:moveTo>
                    <a:pt x="0" y="0"/>
                  </a:moveTo>
                  <a:lnTo>
                    <a:pt x="489969" y="0"/>
                  </a:lnTo>
                  <a:lnTo>
                    <a:pt x="489969" y="490745"/>
                  </a:lnTo>
                  <a:lnTo>
                    <a:pt x="0" y="490745"/>
                  </a:lnTo>
                  <a:close/>
                </a:path>
              </a:pathLst>
            </a:custGeom>
            <a:solidFill>
              <a:srgbClr val="FFE6E0"/>
            </a:solidFill>
            <a:ln w="6770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0" name="Freihandform: Form 769">
              <a:extLst>
                <a:ext uri="{FF2B5EF4-FFF2-40B4-BE49-F238E27FC236}">
                  <a16:creationId xmlns:a16="http://schemas.microsoft.com/office/drawing/2014/main" id="{AFFD6F77-4363-A378-5EA3-1B7686B6F7D9}"/>
                </a:ext>
              </a:extLst>
            </p:cNvPr>
            <p:cNvSpPr/>
            <p:nvPr/>
          </p:nvSpPr>
          <p:spPr>
            <a:xfrm>
              <a:off x="11454089" y="2889007"/>
              <a:ext cx="489968" cy="490744"/>
            </a:xfrm>
            <a:custGeom>
              <a:avLst/>
              <a:gdLst>
                <a:gd name="csX0" fmla="*/ 0 w 489968"/>
                <a:gd name="csY0" fmla="*/ 0 h 490744"/>
                <a:gd name="csX1" fmla="*/ 489969 w 489968"/>
                <a:gd name="csY1" fmla="*/ 0 h 490744"/>
                <a:gd name="csX2" fmla="*/ 489969 w 489968"/>
                <a:gd name="csY2" fmla="*/ 490745 h 490744"/>
                <a:gd name="csX3" fmla="*/ 0 w 489968"/>
                <a:gd name="csY3" fmla="*/ 490745 h 4907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89968" h="490744">
                  <a:moveTo>
                    <a:pt x="0" y="0"/>
                  </a:moveTo>
                  <a:lnTo>
                    <a:pt x="489969" y="0"/>
                  </a:lnTo>
                  <a:lnTo>
                    <a:pt x="489969" y="490745"/>
                  </a:lnTo>
                  <a:lnTo>
                    <a:pt x="0" y="490745"/>
                  </a:lnTo>
                  <a:close/>
                </a:path>
              </a:pathLst>
            </a:custGeom>
            <a:solidFill>
              <a:srgbClr val="FFEBE6"/>
            </a:solidFill>
            <a:ln w="6770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1" name="Freihandform: Form 770">
              <a:extLst>
                <a:ext uri="{FF2B5EF4-FFF2-40B4-BE49-F238E27FC236}">
                  <a16:creationId xmlns:a16="http://schemas.microsoft.com/office/drawing/2014/main" id="{55A6D80E-C292-472B-BBC1-40ED0515FDB8}"/>
                </a:ext>
              </a:extLst>
            </p:cNvPr>
            <p:cNvSpPr/>
            <p:nvPr/>
          </p:nvSpPr>
          <p:spPr>
            <a:xfrm>
              <a:off x="11454089" y="3379801"/>
              <a:ext cx="489968" cy="490744"/>
            </a:xfrm>
            <a:custGeom>
              <a:avLst/>
              <a:gdLst>
                <a:gd name="csX0" fmla="*/ 0 w 489968"/>
                <a:gd name="csY0" fmla="*/ 0 h 490744"/>
                <a:gd name="csX1" fmla="*/ 489969 w 489968"/>
                <a:gd name="csY1" fmla="*/ 0 h 490744"/>
                <a:gd name="csX2" fmla="*/ 489969 w 489968"/>
                <a:gd name="csY2" fmla="*/ 490745 h 490744"/>
                <a:gd name="csX3" fmla="*/ 0 w 489968"/>
                <a:gd name="csY3" fmla="*/ 490745 h 4907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89968" h="490744">
                  <a:moveTo>
                    <a:pt x="0" y="0"/>
                  </a:moveTo>
                  <a:lnTo>
                    <a:pt x="489969" y="0"/>
                  </a:lnTo>
                  <a:lnTo>
                    <a:pt x="489969" y="490745"/>
                  </a:lnTo>
                  <a:lnTo>
                    <a:pt x="0" y="490745"/>
                  </a:lnTo>
                  <a:close/>
                </a:path>
              </a:pathLst>
            </a:custGeom>
            <a:solidFill>
              <a:srgbClr val="D0CDF6"/>
            </a:solidFill>
            <a:ln w="6770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2" name="Freihandform: Form 771">
              <a:extLst>
                <a:ext uri="{FF2B5EF4-FFF2-40B4-BE49-F238E27FC236}">
                  <a16:creationId xmlns:a16="http://schemas.microsoft.com/office/drawing/2014/main" id="{05D44D8F-11A8-EC54-C8E7-AEBE4304DD37}"/>
                </a:ext>
              </a:extLst>
            </p:cNvPr>
            <p:cNvSpPr/>
            <p:nvPr/>
          </p:nvSpPr>
          <p:spPr>
            <a:xfrm>
              <a:off x="11944058" y="1416772"/>
              <a:ext cx="489968" cy="490744"/>
            </a:xfrm>
            <a:custGeom>
              <a:avLst/>
              <a:gdLst>
                <a:gd name="csX0" fmla="*/ 0 w 489968"/>
                <a:gd name="csY0" fmla="*/ 0 h 490744"/>
                <a:gd name="csX1" fmla="*/ 489969 w 489968"/>
                <a:gd name="csY1" fmla="*/ 0 h 490744"/>
                <a:gd name="csX2" fmla="*/ 489969 w 489968"/>
                <a:gd name="csY2" fmla="*/ 490745 h 490744"/>
                <a:gd name="csX3" fmla="*/ 0 w 489968"/>
                <a:gd name="csY3" fmla="*/ 490745 h 4907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89968" h="490744">
                  <a:moveTo>
                    <a:pt x="0" y="0"/>
                  </a:moveTo>
                  <a:lnTo>
                    <a:pt x="489969" y="0"/>
                  </a:lnTo>
                  <a:lnTo>
                    <a:pt x="489969" y="490745"/>
                  </a:lnTo>
                  <a:lnTo>
                    <a:pt x="0" y="490745"/>
                  </a:lnTo>
                  <a:close/>
                </a:path>
              </a:pathLst>
            </a:custGeom>
            <a:solidFill>
              <a:srgbClr val="D9D6F8"/>
            </a:solidFill>
            <a:ln w="6770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3" name="Freihandform: Form 772">
              <a:extLst>
                <a:ext uri="{FF2B5EF4-FFF2-40B4-BE49-F238E27FC236}">
                  <a16:creationId xmlns:a16="http://schemas.microsoft.com/office/drawing/2014/main" id="{2E2ADBEF-2A07-1C50-5829-31D899782CC6}"/>
                </a:ext>
              </a:extLst>
            </p:cNvPr>
            <p:cNvSpPr/>
            <p:nvPr/>
          </p:nvSpPr>
          <p:spPr>
            <a:xfrm>
              <a:off x="11944058" y="1907517"/>
              <a:ext cx="489968" cy="490744"/>
            </a:xfrm>
            <a:custGeom>
              <a:avLst/>
              <a:gdLst>
                <a:gd name="csX0" fmla="*/ 0 w 489968"/>
                <a:gd name="csY0" fmla="*/ 0 h 490744"/>
                <a:gd name="csX1" fmla="*/ 489969 w 489968"/>
                <a:gd name="csY1" fmla="*/ 0 h 490744"/>
                <a:gd name="csX2" fmla="*/ 489969 w 489968"/>
                <a:gd name="csY2" fmla="*/ 490745 h 490744"/>
                <a:gd name="csX3" fmla="*/ 0 w 489968"/>
                <a:gd name="csY3" fmla="*/ 490745 h 4907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89968" h="490744">
                  <a:moveTo>
                    <a:pt x="0" y="0"/>
                  </a:moveTo>
                  <a:lnTo>
                    <a:pt x="489969" y="0"/>
                  </a:lnTo>
                  <a:lnTo>
                    <a:pt x="489969" y="490745"/>
                  </a:lnTo>
                  <a:lnTo>
                    <a:pt x="0" y="490745"/>
                  </a:lnTo>
                  <a:close/>
                </a:path>
              </a:pathLst>
            </a:custGeom>
            <a:solidFill>
              <a:srgbClr val="F0725E"/>
            </a:solidFill>
            <a:ln w="6770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4" name="Freihandform: Form 773">
              <a:extLst>
                <a:ext uri="{FF2B5EF4-FFF2-40B4-BE49-F238E27FC236}">
                  <a16:creationId xmlns:a16="http://schemas.microsoft.com/office/drawing/2014/main" id="{98873B83-932E-E303-60C5-8EB47597ECAC}"/>
                </a:ext>
              </a:extLst>
            </p:cNvPr>
            <p:cNvSpPr/>
            <p:nvPr/>
          </p:nvSpPr>
          <p:spPr>
            <a:xfrm>
              <a:off x="11944058" y="2398262"/>
              <a:ext cx="489968" cy="490744"/>
            </a:xfrm>
            <a:custGeom>
              <a:avLst/>
              <a:gdLst>
                <a:gd name="csX0" fmla="*/ 0 w 489968"/>
                <a:gd name="csY0" fmla="*/ 0 h 490744"/>
                <a:gd name="csX1" fmla="*/ 489969 w 489968"/>
                <a:gd name="csY1" fmla="*/ 0 h 490744"/>
                <a:gd name="csX2" fmla="*/ 489969 w 489968"/>
                <a:gd name="csY2" fmla="*/ 490745 h 490744"/>
                <a:gd name="csX3" fmla="*/ 0 w 489968"/>
                <a:gd name="csY3" fmla="*/ 490745 h 4907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89968" h="490744">
                  <a:moveTo>
                    <a:pt x="0" y="0"/>
                  </a:moveTo>
                  <a:lnTo>
                    <a:pt x="489969" y="0"/>
                  </a:lnTo>
                  <a:lnTo>
                    <a:pt x="489969" y="490745"/>
                  </a:lnTo>
                  <a:lnTo>
                    <a:pt x="0" y="490745"/>
                  </a:lnTo>
                  <a:close/>
                </a:path>
              </a:pathLst>
            </a:custGeom>
            <a:solidFill>
              <a:srgbClr val="E34939"/>
            </a:solidFill>
            <a:ln w="6770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6" name="Freihandform: Form 775">
              <a:extLst>
                <a:ext uri="{FF2B5EF4-FFF2-40B4-BE49-F238E27FC236}">
                  <a16:creationId xmlns:a16="http://schemas.microsoft.com/office/drawing/2014/main" id="{2528F590-D1A4-076C-0F8A-294E3E8C59C2}"/>
                </a:ext>
              </a:extLst>
            </p:cNvPr>
            <p:cNvSpPr/>
            <p:nvPr/>
          </p:nvSpPr>
          <p:spPr>
            <a:xfrm>
              <a:off x="11944058" y="2889007"/>
              <a:ext cx="489968" cy="490744"/>
            </a:xfrm>
            <a:custGeom>
              <a:avLst/>
              <a:gdLst>
                <a:gd name="csX0" fmla="*/ 0 w 489968"/>
                <a:gd name="csY0" fmla="*/ 0 h 490744"/>
                <a:gd name="csX1" fmla="*/ 489969 w 489968"/>
                <a:gd name="csY1" fmla="*/ 0 h 490744"/>
                <a:gd name="csX2" fmla="*/ 489969 w 489968"/>
                <a:gd name="csY2" fmla="*/ 490745 h 490744"/>
                <a:gd name="csX3" fmla="*/ 0 w 489968"/>
                <a:gd name="csY3" fmla="*/ 490745 h 4907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89968" h="490744">
                  <a:moveTo>
                    <a:pt x="0" y="0"/>
                  </a:moveTo>
                  <a:lnTo>
                    <a:pt x="489969" y="0"/>
                  </a:lnTo>
                  <a:lnTo>
                    <a:pt x="489969" y="490745"/>
                  </a:lnTo>
                  <a:lnTo>
                    <a:pt x="0" y="490745"/>
                  </a:lnTo>
                  <a:close/>
                </a:path>
              </a:pathLst>
            </a:custGeom>
            <a:solidFill>
              <a:srgbClr val="FFF0EC"/>
            </a:solidFill>
            <a:ln w="6770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7" name="Freihandform: Form 776">
              <a:extLst>
                <a:ext uri="{FF2B5EF4-FFF2-40B4-BE49-F238E27FC236}">
                  <a16:creationId xmlns:a16="http://schemas.microsoft.com/office/drawing/2014/main" id="{6CD8663F-BF33-582F-0891-D6E2FA666FEF}"/>
                </a:ext>
              </a:extLst>
            </p:cNvPr>
            <p:cNvSpPr/>
            <p:nvPr/>
          </p:nvSpPr>
          <p:spPr>
            <a:xfrm>
              <a:off x="11944058" y="3379801"/>
              <a:ext cx="489968" cy="490744"/>
            </a:xfrm>
            <a:custGeom>
              <a:avLst/>
              <a:gdLst>
                <a:gd name="csX0" fmla="*/ 0 w 489968"/>
                <a:gd name="csY0" fmla="*/ 0 h 490744"/>
                <a:gd name="csX1" fmla="*/ 489969 w 489968"/>
                <a:gd name="csY1" fmla="*/ 0 h 490744"/>
                <a:gd name="csX2" fmla="*/ 489969 w 489968"/>
                <a:gd name="csY2" fmla="*/ 490745 h 490744"/>
                <a:gd name="csX3" fmla="*/ 0 w 489968"/>
                <a:gd name="csY3" fmla="*/ 490745 h 4907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89968" h="490744">
                  <a:moveTo>
                    <a:pt x="0" y="0"/>
                  </a:moveTo>
                  <a:lnTo>
                    <a:pt x="489969" y="0"/>
                  </a:lnTo>
                  <a:lnTo>
                    <a:pt x="489969" y="490745"/>
                  </a:lnTo>
                  <a:lnTo>
                    <a:pt x="0" y="490745"/>
                  </a:lnTo>
                  <a:close/>
                </a:path>
              </a:pathLst>
            </a:custGeom>
            <a:solidFill>
              <a:srgbClr val="FFBBAD"/>
            </a:solidFill>
            <a:ln w="6770" cap="flat">
              <a:solidFill>
                <a:srgbClr val="8C8C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78" name="Tabelle 777">
                <a:extLst>
                  <a:ext uri="{FF2B5EF4-FFF2-40B4-BE49-F238E27FC236}">
                    <a16:creationId xmlns:a16="http://schemas.microsoft.com/office/drawing/2014/main" id="{A15DCD59-7161-5FDC-F681-8BB5309493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9078740"/>
                  </p:ext>
                </p:extLst>
              </p:nvPr>
            </p:nvGraphicFramePr>
            <p:xfrm>
              <a:off x="6239182" y="1193483"/>
              <a:ext cx="576000" cy="27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6000">
                      <a:extLst>
                        <a:ext uri="{9D8B030D-6E8A-4147-A177-3AD203B41FA5}">
                          <a16:colId xmlns:a16="http://schemas.microsoft.com/office/drawing/2014/main" val="1289813624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𝐼𝑛𝑡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425929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lvl="0" indent="0" algn="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e-DE" sz="20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3501454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76312194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lvl="0" indent="0" algn="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288954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62145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78" name="Tabelle 777">
                <a:extLst>
                  <a:ext uri="{FF2B5EF4-FFF2-40B4-BE49-F238E27FC236}">
                    <a16:creationId xmlns:a16="http://schemas.microsoft.com/office/drawing/2014/main" id="{A15DCD59-7161-5FDC-F681-8BB5309493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9078740"/>
                  </p:ext>
                </p:extLst>
              </p:nvPr>
            </p:nvGraphicFramePr>
            <p:xfrm>
              <a:off x="6239182" y="1193483"/>
              <a:ext cx="576000" cy="27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6000">
                      <a:extLst>
                        <a:ext uri="{9D8B030D-6E8A-4147-A177-3AD203B41FA5}">
                          <a16:colId xmlns:a16="http://schemas.microsoft.com/office/drawing/2014/main" val="1289813624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b="-3988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25929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0000" b="-2988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501454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2273" b="-202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6312194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98876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88954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3988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2145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79" name="Textfeld 778">
            <a:extLst>
              <a:ext uri="{FF2B5EF4-FFF2-40B4-BE49-F238E27FC236}">
                <a16:creationId xmlns:a16="http://schemas.microsoft.com/office/drawing/2014/main" id="{A58DC111-0BF6-7C79-AEDA-BE4874431BD2}"/>
              </a:ext>
            </a:extLst>
          </p:cNvPr>
          <p:cNvSpPr txBox="1"/>
          <p:nvPr/>
        </p:nvSpPr>
        <p:spPr>
          <a:xfrm>
            <a:off x="6791842" y="4246666"/>
            <a:ext cx="2228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Genera</a:t>
            </a:r>
          </a:p>
        </p:txBody>
      </p:sp>
      <p:grpSp>
        <p:nvGrpSpPr>
          <p:cNvPr id="780" name="Gruppieren 779">
            <a:extLst>
              <a:ext uri="{FF2B5EF4-FFF2-40B4-BE49-F238E27FC236}">
                <a16:creationId xmlns:a16="http://schemas.microsoft.com/office/drawing/2014/main" id="{D9112CE7-EDD7-040D-22CC-A74E0A83DF1D}"/>
              </a:ext>
            </a:extLst>
          </p:cNvPr>
          <p:cNvGrpSpPr/>
          <p:nvPr/>
        </p:nvGrpSpPr>
        <p:grpSpPr>
          <a:xfrm>
            <a:off x="9145467" y="1307415"/>
            <a:ext cx="514062" cy="2472136"/>
            <a:chOff x="10188085" y="2497805"/>
            <a:chExt cx="514062" cy="2472136"/>
          </a:xfrm>
        </p:grpSpPr>
        <p:pic>
          <p:nvPicPr>
            <p:cNvPr id="786" name="Grafik 785">
              <a:extLst>
                <a:ext uri="{FF2B5EF4-FFF2-40B4-BE49-F238E27FC236}">
                  <a16:creationId xmlns:a16="http://schemas.microsoft.com/office/drawing/2014/main" id="{057091D7-664D-AF1B-C25C-E71BD0B4A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6200000">
              <a:off x="9197560" y="3634762"/>
              <a:ext cx="2200688" cy="219637"/>
            </a:xfrm>
            <a:custGeom>
              <a:avLst/>
              <a:gdLst>
                <a:gd name="csX0" fmla="*/ 45 w 2697959"/>
                <a:gd name="csY0" fmla="*/ 266 h 219637"/>
                <a:gd name="csX1" fmla="*/ 2698004 w 2697959"/>
                <a:gd name="csY1" fmla="*/ 266 h 219637"/>
                <a:gd name="csX2" fmla="*/ 2698004 w 2697959"/>
                <a:gd name="csY2" fmla="*/ 219903 h 219637"/>
                <a:gd name="csX3" fmla="*/ 45 w 2697959"/>
                <a:gd name="csY3" fmla="*/ 219903 h 2196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959" h="219637">
                  <a:moveTo>
                    <a:pt x="45" y="266"/>
                  </a:moveTo>
                  <a:lnTo>
                    <a:pt x="2698004" y="266"/>
                  </a:lnTo>
                  <a:lnTo>
                    <a:pt x="2698004" y="219903"/>
                  </a:lnTo>
                  <a:lnTo>
                    <a:pt x="45" y="219903"/>
                  </a:lnTo>
                  <a:close/>
                </a:path>
              </a:pathLst>
            </a:custGeom>
          </p:spPr>
        </p:pic>
        <p:sp>
          <p:nvSpPr>
            <p:cNvPr id="787" name="Textfeld 786">
              <a:extLst>
                <a:ext uri="{FF2B5EF4-FFF2-40B4-BE49-F238E27FC236}">
                  <a16:creationId xmlns:a16="http://schemas.microsoft.com/office/drawing/2014/main" id="{DF4A6C93-6AC2-F3F1-BFDF-0692D8026E63}"/>
                </a:ext>
              </a:extLst>
            </p:cNvPr>
            <p:cNvSpPr txBox="1"/>
            <p:nvPr/>
          </p:nvSpPr>
          <p:spPr>
            <a:xfrm>
              <a:off x="10397255" y="4446721"/>
              <a:ext cx="2952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-</a:t>
              </a:r>
            </a:p>
          </p:txBody>
        </p:sp>
        <p:sp>
          <p:nvSpPr>
            <p:cNvPr id="788" name="Textfeld 787">
              <a:extLst>
                <a:ext uri="{FF2B5EF4-FFF2-40B4-BE49-F238E27FC236}">
                  <a16:creationId xmlns:a16="http://schemas.microsoft.com/office/drawing/2014/main" id="{8F014E9F-1A1A-7B2B-A579-4BDE1B24A58F}"/>
                </a:ext>
              </a:extLst>
            </p:cNvPr>
            <p:cNvSpPr txBox="1"/>
            <p:nvPr/>
          </p:nvSpPr>
          <p:spPr>
            <a:xfrm>
              <a:off x="10387637" y="3543824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0</a:t>
              </a:r>
            </a:p>
          </p:txBody>
        </p:sp>
        <p:sp>
          <p:nvSpPr>
            <p:cNvPr id="789" name="Textfeld 788">
              <a:extLst>
                <a:ext uri="{FF2B5EF4-FFF2-40B4-BE49-F238E27FC236}">
                  <a16:creationId xmlns:a16="http://schemas.microsoft.com/office/drawing/2014/main" id="{3CD8DE3B-6427-1C86-4FAF-02A87CC78961}"/>
                </a:ext>
              </a:extLst>
            </p:cNvPr>
            <p:cNvSpPr txBox="1"/>
            <p:nvPr/>
          </p:nvSpPr>
          <p:spPr>
            <a:xfrm>
              <a:off x="10375634" y="2497805"/>
              <a:ext cx="32573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+</a:t>
              </a:r>
            </a:p>
          </p:txBody>
        </p:sp>
      </p:grpSp>
      <p:sp>
        <p:nvSpPr>
          <p:cNvPr id="790" name="Textfeld 789">
            <a:extLst>
              <a:ext uri="{FF2B5EF4-FFF2-40B4-BE49-F238E27FC236}">
                <a16:creationId xmlns:a16="http://schemas.microsoft.com/office/drawing/2014/main" id="{9E13FB55-AE20-8C37-65DF-66D13903C82E}"/>
              </a:ext>
            </a:extLst>
          </p:cNvPr>
          <p:cNvSpPr txBox="1"/>
          <p:nvPr/>
        </p:nvSpPr>
        <p:spPr>
          <a:xfrm>
            <a:off x="9954402" y="0"/>
            <a:ext cx="26524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Test covariate effects</a:t>
            </a:r>
          </a:p>
          <a:p>
            <a:pPr algn="ctr"/>
            <a:r>
              <a:rPr lang="en-US" sz="2200" dirty="0"/>
              <a:t>(community-level)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91" name="Textfeld 790">
                <a:extLst>
                  <a:ext uri="{FF2B5EF4-FFF2-40B4-BE49-F238E27FC236}">
                    <a16:creationId xmlns:a16="http://schemas.microsoft.com/office/drawing/2014/main" id="{B0258C6D-104A-8332-BF4D-B8811E4ADCB5}"/>
                  </a:ext>
                </a:extLst>
              </p:cNvPr>
              <p:cNvSpPr txBox="1"/>
              <p:nvPr/>
            </p:nvSpPr>
            <p:spPr>
              <a:xfrm>
                <a:off x="10194800" y="1240904"/>
                <a:ext cx="2392311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Test the global effect of covariate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000" dirty="0"/>
                  <a:t>:</a:t>
                </a:r>
              </a:p>
              <a:p>
                <a:r>
                  <a:rPr lang="en-US" sz="10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de-DE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0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de-DE" sz="2000" b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de-DE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de-DE" sz="20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de-DE" sz="2000" b="1" dirty="0"/>
              </a:p>
              <a:p>
                <a:r>
                  <a:rPr lang="en-US" sz="1000" dirty="0"/>
                  <a:t> </a:t>
                </a:r>
              </a:p>
              <a:p>
                <a:r>
                  <a:rPr lang="de-DE" sz="2000" b="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2000" dirty="0"/>
                  <a:t> is the coefficient vector across genera)</a:t>
                </a:r>
              </a:p>
            </p:txBody>
          </p:sp>
        </mc:Choice>
        <mc:Fallback>
          <p:sp>
            <p:nvSpPr>
              <p:cNvPr id="791" name="Textfeld 790">
                <a:extLst>
                  <a:ext uri="{FF2B5EF4-FFF2-40B4-BE49-F238E27FC236}">
                    <a16:creationId xmlns:a16="http://schemas.microsoft.com/office/drawing/2014/main" id="{B0258C6D-104A-8332-BF4D-B8811E4ADC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4800" y="1240904"/>
                <a:ext cx="2392311" cy="2554545"/>
              </a:xfrm>
              <a:prstGeom prst="rect">
                <a:avLst/>
              </a:prstGeom>
              <a:blipFill>
                <a:blip r:embed="rId6"/>
                <a:stretch>
                  <a:fillRect l="-2545" t="-1432" r="-2545" b="-3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2" name="Gerade Verbindung mit Pfeil 791">
            <a:extLst>
              <a:ext uri="{FF2B5EF4-FFF2-40B4-BE49-F238E27FC236}">
                <a16:creationId xmlns:a16="http://schemas.microsoft.com/office/drawing/2014/main" id="{30F12661-2F07-231F-8C02-F231A7A161C0}"/>
              </a:ext>
            </a:extLst>
          </p:cNvPr>
          <p:cNvCxnSpPr>
            <a:cxnSpLocks/>
          </p:cNvCxnSpPr>
          <p:nvPr/>
        </p:nvCxnSpPr>
        <p:spPr>
          <a:xfrm flipV="1">
            <a:off x="9739190" y="2522153"/>
            <a:ext cx="493522" cy="270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06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96</Words>
  <Application>Microsoft Office PowerPoint</Application>
  <PresentationFormat>Benutzerdefiniert</PresentationFormat>
  <Paragraphs>63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– 2022-Design</vt:lpstr>
      <vt:lpstr>PowerPoint-Präsentation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replacement in microbiome count matrices</dc:title>
  <dc:subject>Zero handling schematic</dc:subject>
  <dc:creator>OpenAI</dc:creator>
  <cp:lastModifiedBy>Stefanie Peschel</cp:lastModifiedBy>
  <cp:revision>81</cp:revision>
  <dcterms:created xsi:type="dcterms:W3CDTF">2026-05-10T08:14:00Z</dcterms:created>
  <dcterms:modified xsi:type="dcterms:W3CDTF">2026-07-05T11:45:36Z</dcterms:modified>
</cp:coreProperties>
</file>