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9" r:id="rId1"/>
  </p:sldMasterIdLst>
  <p:notesMasterIdLst>
    <p:notesMasterId r:id="rId3"/>
  </p:notesMasterIdLst>
  <p:sldIdLst>
    <p:sldId id="258" r:id="rId2"/>
  </p:sldIdLst>
  <p:sldSz cx="12599988" cy="558006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2F5597"/>
    <a:srgbClr val="BBDEFD"/>
    <a:srgbClr val="E2F1FE"/>
    <a:srgbClr val="D6EBFE"/>
    <a:srgbClr val="CAEDFE"/>
    <a:srgbClr val="E2E9F6"/>
    <a:srgbClr val="F2FAF2"/>
    <a:srgbClr val="F1F6FD"/>
    <a:srgbClr val="EDF1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 autoAdjust="0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11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951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1pPr>
    <a:lvl2pPr marL="360738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2pPr>
    <a:lvl3pPr marL="721475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3pPr>
    <a:lvl4pPr marL="1082213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4pPr>
    <a:lvl5pPr marL="1442950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5pPr>
    <a:lvl6pPr marL="1803688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6pPr>
    <a:lvl7pPr marL="2164425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7pPr>
    <a:lvl8pPr marL="2525163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8pPr>
    <a:lvl9pPr marL="2885901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4999" y="913219"/>
            <a:ext cx="9449991" cy="1942689"/>
          </a:xfrm>
        </p:spPr>
        <p:txBody>
          <a:bodyPr anchor="b"/>
          <a:lstStyle>
            <a:lvl1pPr algn="ctr">
              <a:defRPr sz="488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2930825"/>
            <a:ext cx="9449991" cy="1347223"/>
          </a:xfrm>
        </p:spPr>
        <p:txBody>
          <a:bodyPr/>
          <a:lstStyle>
            <a:lvl1pPr marL="0" indent="0" algn="ctr">
              <a:buNone/>
              <a:defRPr sz="1953"/>
            </a:lvl1pPr>
            <a:lvl2pPr marL="372024" indent="0" algn="ctr">
              <a:buNone/>
              <a:defRPr sz="1627"/>
            </a:lvl2pPr>
            <a:lvl3pPr marL="744047" indent="0" algn="ctr">
              <a:buNone/>
              <a:defRPr sz="1465"/>
            </a:lvl3pPr>
            <a:lvl4pPr marL="1116071" indent="0" algn="ctr">
              <a:buNone/>
              <a:defRPr sz="1302"/>
            </a:lvl4pPr>
            <a:lvl5pPr marL="1488095" indent="0" algn="ctr">
              <a:buNone/>
              <a:defRPr sz="1302"/>
            </a:lvl5pPr>
            <a:lvl6pPr marL="1860118" indent="0" algn="ctr">
              <a:buNone/>
              <a:defRPr sz="1302"/>
            </a:lvl6pPr>
            <a:lvl7pPr marL="2232142" indent="0" algn="ctr">
              <a:buNone/>
              <a:defRPr sz="1302"/>
            </a:lvl7pPr>
            <a:lvl8pPr marL="2604165" indent="0" algn="ctr">
              <a:buNone/>
              <a:defRPr sz="1302"/>
            </a:lvl8pPr>
            <a:lvl9pPr marL="2976189" indent="0" algn="ctr">
              <a:buNone/>
              <a:defRPr sz="130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0665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51987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1391141"/>
            <a:ext cx="10867490" cy="2321151"/>
          </a:xfrm>
        </p:spPr>
        <p:txBody>
          <a:bodyPr anchor="b"/>
          <a:lstStyle>
            <a:lvl1pPr>
              <a:defRPr sz="488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3734251"/>
            <a:ext cx="10867490" cy="1220638"/>
          </a:xfrm>
        </p:spPr>
        <p:txBody>
          <a:bodyPr/>
          <a:lstStyle>
            <a:lvl1pPr marL="0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1pPr>
            <a:lvl2pPr marL="372024" indent="0">
              <a:buNone/>
              <a:defRPr sz="1627">
                <a:solidFill>
                  <a:schemeClr val="tx1">
                    <a:tint val="75000"/>
                  </a:schemeClr>
                </a:solidFill>
              </a:defRPr>
            </a:lvl2pPr>
            <a:lvl3pPr marL="744047" indent="0">
              <a:buNone/>
              <a:defRPr sz="1465">
                <a:solidFill>
                  <a:schemeClr val="tx1">
                    <a:tint val="75000"/>
                  </a:schemeClr>
                </a:solidFill>
              </a:defRPr>
            </a:lvl3pPr>
            <a:lvl4pPr marL="1116071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4pPr>
            <a:lvl5pPr marL="148809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5pPr>
            <a:lvl6pPr marL="1860118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6pPr>
            <a:lvl7pPr marL="2232142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7pPr>
            <a:lvl8pPr marL="260416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8pPr>
            <a:lvl9pPr marL="2976189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7396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1485433"/>
            <a:ext cx="5354995" cy="35404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1485433"/>
            <a:ext cx="5354995" cy="35404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8097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297087"/>
            <a:ext cx="10867490" cy="107855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1" y="1367891"/>
            <a:ext cx="5330385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1" y="2038273"/>
            <a:ext cx="5330385" cy="299799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4" y="1367891"/>
            <a:ext cx="5356636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4" y="2038273"/>
            <a:ext cx="5356636" cy="299799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86753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541247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61102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372004"/>
            <a:ext cx="4063824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803426"/>
            <a:ext cx="6378744" cy="3965461"/>
          </a:xfrm>
        </p:spPr>
        <p:txBody>
          <a:bodyPr/>
          <a:lstStyle>
            <a:lvl1pPr>
              <a:defRPr sz="2604"/>
            </a:lvl1pPr>
            <a:lvl2pPr>
              <a:defRPr sz="2278"/>
            </a:lvl2pPr>
            <a:lvl3pPr>
              <a:defRPr sz="1953"/>
            </a:lvl3pPr>
            <a:lvl4pPr>
              <a:defRPr sz="1627"/>
            </a:lvl4pPr>
            <a:lvl5pPr>
              <a:defRPr sz="1627"/>
            </a:lvl5pPr>
            <a:lvl6pPr>
              <a:defRPr sz="1627"/>
            </a:lvl6pPr>
            <a:lvl7pPr>
              <a:defRPr sz="1627"/>
            </a:lvl7pPr>
            <a:lvl8pPr>
              <a:defRPr sz="1627"/>
            </a:lvl8pPr>
            <a:lvl9pPr>
              <a:defRPr sz="162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1674019"/>
            <a:ext cx="4063824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55242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372004"/>
            <a:ext cx="4063824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803426"/>
            <a:ext cx="6378744" cy="3965461"/>
          </a:xfrm>
        </p:spPr>
        <p:txBody>
          <a:bodyPr anchor="t"/>
          <a:lstStyle>
            <a:lvl1pPr marL="0" indent="0">
              <a:buNone/>
              <a:defRPr sz="2604"/>
            </a:lvl1pPr>
            <a:lvl2pPr marL="372024" indent="0">
              <a:buNone/>
              <a:defRPr sz="2278"/>
            </a:lvl2pPr>
            <a:lvl3pPr marL="744047" indent="0">
              <a:buNone/>
              <a:defRPr sz="1953"/>
            </a:lvl3pPr>
            <a:lvl4pPr marL="1116071" indent="0">
              <a:buNone/>
              <a:defRPr sz="1627"/>
            </a:lvl4pPr>
            <a:lvl5pPr marL="1488095" indent="0">
              <a:buNone/>
              <a:defRPr sz="1627"/>
            </a:lvl5pPr>
            <a:lvl6pPr marL="1860118" indent="0">
              <a:buNone/>
              <a:defRPr sz="1627"/>
            </a:lvl6pPr>
            <a:lvl7pPr marL="2232142" indent="0">
              <a:buNone/>
              <a:defRPr sz="1627"/>
            </a:lvl7pPr>
            <a:lvl8pPr marL="2604165" indent="0">
              <a:buNone/>
              <a:defRPr sz="1627"/>
            </a:lvl8pPr>
            <a:lvl9pPr marL="2976189" indent="0">
              <a:buNone/>
              <a:defRPr sz="162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1674019"/>
            <a:ext cx="4063824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67636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5296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297087"/>
            <a:ext cx="2716872" cy="472884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49" y="297087"/>
            <a:ext cx="7993117" cy="472884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2163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2456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297087"/>
            <a:ext cx="10867490" cy="10785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1485433"/>
            <a:ext cx="10867490" cy="354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5171892"/>
            <a:ext cx="2834997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5171892"/>
            <a:ext cx="4252496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5171892"/>
            <a:ext cx="2834997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70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23" r:id="rId4"/>
    <p:sldLayoutId id="2147483824" r:id="rId5"/>
    <p:sldLayoutId id="2147483825" r:id="rId6"/>
    <p:sldLayoutId id="2147483826" r:id="rId7"/>
    <p:sldLayoutId id="2147483827" r:id="rId8"/>
    <p:sldLayoutId id="2147483828" r:id="rId9"/>
    <p:sldLayoutId id="2147483829" r:id="rId10"/>
    <p:sldLayoutId id="2147483830" r:id="rId11"/>
    <p:sldLayoutId id="2147483831" r:id="rId12"/>
  </p:sldLayoutIdLst>
  <p:hf sldNum="0" hdr="0" ftr="0" dt="0"/>
  <p:txStyles>
    <p:titleStyle>
      <a:lvl1pPr algn="l" defTabSz="744047" rtl="0" eaLnBrk="1" latinLnBrk="0" hangingPunct="1">
        <a:lnSpc>
          <a:spcPct val="90000"/>
        </a:lnSpc>
        <a:spcBef>
          <a:spcPct val="0"/>
        </a:spcBef>
        <a:buNone/>
        <a:defRPr sz="3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012" indent="-186012" algn="l" defTabSz="744047" rtl="0" eaLnBrk="1" latinLnBrk="0" hangingPunct="1">
        <a:lnSpc>
          <a:spcPct val="90000"/>
        </a:lnSpc>
        <a:spcBef>
          <a:spcPts val="814"/>
        </a:spcBef>
        <a:buFont typeface="Arial" panose="020B0604020202020204" pitchFamily="34" charset="0"/>
        <a:buChar char="•"/>
        <a:defRPr sz="2278" kern="1200">
          <a:solidFill>
            <a:schemeClr val="tx1"/>
          </a:solidFill>
          <a:latin typeface="+mn-lt"/>
          <a:ea typeface="+mn-ea"/>
          <a:cs typeface="+mn-cs"/>
        </a:defRPr>
      </a:lvl1pPr>
      <a:lvl2pPr marL="558035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953" kern="1200">
          <a:solidFill>
            <a:schemeClr val="tx1"/>
          </a:solidFill>
          <a:latin typeface="+mn-lt"/>
          <a:ea typeface="+mn-ea"/>
          <a:cs typeface="+mn-cs"/>
        </a:defRPr>
      </a:lvl2pPr>
      <a:lvl3pPr marL="930059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627" kern="1200">
          <a:solidFill>
            <a:schemeClr val="tx1"/>
          </a:solidFill>
          <a:latin typeface="+mn-lt"/>
          <a:ea typeface="+mn-ea"/>
          <a:cs typeface="+mn-cs"/>
        </a:defRPr>
      </a:lvl3pPr>
      <a:lvl4pPr marL="1302083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674106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2046130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418154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790177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3162201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1pPr>
      <a:lvl2pPr marL="372024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2pPr>
      <a:lvl3pPr marL="744047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3pPr>
      <a:lvl4pPr marL="1116071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48809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1860118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232142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60416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2976189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82056-E32C-0F52-059E-9DE5A9FE3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Freihandform: Form 696">
            <a:extLst>
              <a:ext uri="{FF2B5EF4-FFF2-40B4-BE49-F238E27FC236}">
                <a16:creationId xmlns:a16="http://schemas.microsoft.com/office/drawing/2014/main" id="{AFA06A76-0976-C791-7E0B-C4D6631F210A}"/>
              </a:ext>
            </a:extLst>
          </p:cNvPr>
          <p:cNvSpPr/>
          <p:nvPr/>
        </p:nvSpPr>
        <p:spPr>
          <a:xfrm>
            <a:off x="6168102" y="1077719"/>
            <a:ext cx="2856126" cy="2852880"/>
          </a:xfrm>
          <a:custGeom>
            <a:avLst/>
            <a:gdLst>
              <a:gd name="csX0" fmla="*/ -64 w 2588567"/>
              <a:gd name="csY0" fmla="*/ -24 h 2585626"/>
              <a:gd name="csX1" fmla="*/ 2588504 w 2588567"/>
              <a:gd name="csY1" fmla="*/ -24 h 2585626"/>
              <a:gd name="csX2" fmla="*/ 2588504 w 2588567"/>
              <a:gd name="csY2" fmla="*/ 2585602 h 2585626"/>
              <a:gd name="csX3" fmla="*/ -64 w 2588567"/>
              <a:gd name="csY3" fmla="*/ 2585602 h 2585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88567" h="2585626">
                <a:moveTo>
                  <a:pt x="-64" y="-24"/>
                </a:moveTo>
                <a:lnTo>
                  <a:pt x="2588504" y="-24"/>
                </a:lnTo>
                <a:lnTo>
                  <a:pt x="2588504" y="2585602"/>
                </a:lnTo>
                <a:lnTo>
                  <a:pt x="-64" y="2585602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98" name="Freihandform: Form 697">
            <a:extLst>
              <a:ext uri="{FF2B5EF4-FFF2-40B4-BE49-F238E27FC236}">
                <a16:creationId xmlns:a16="http://schemas.microsoft.com/office/drawing/2014/main" id="{C1EEAC2A-22C1-85D2-680C-FF7B39037F73}"/>
              </a:ext>
            </a:extLst>
          </p:cNvPr>
          <p:cNvSpPr/>
          <p:nvPr/>
        </p:nvSpPr>
        <p:spPr>
          <a:xfrm>
            <a:off x="6223003" y="113261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FFFF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99" name="Freihandform: Form 698">
            <a:extLst>
              <a:ext uri="{FF2B5EF4-FFF2-40B4-BE49-F238E27FC236}">
                <a16:creationId xmlns:a16="http://schemas.microsoft.com/office/drawing/2014/main" id="{1ACD764D-6ED4-D13A-BDB1-178C62A528C6}"/>
              </a:ext>
            </a:extLst>
          </p:cNvPr>
          <p:cNvSpPr/>
          <p:nvPr/>
        </p:nvSpPr>
        <p:spPr>
          <a:xfrm>
            <a:off x="6772289" y="113261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5BAAC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0" name="Freihandform: Form 699">
            <a:extLst>
              <a:ext uri="{FF2B5EF4-FFF2-40B4-BE49-F238E27FC236}">
                <a16:creationId xmlns:a16="http://schemas.microsoft.com/office/drawing/2014/main" id="{4A77EE8B-15E4-EAEE-9F42-94FF60713521}"/>
              </a:ext>
            </a:extLst>
          </p:cNvPr>
          <p:cNvSpPr/>
          <p:nvPr/>
        </p:nvSpPr>
        <p:spPr>
          <a:xfrm>
            <a:off x="7321522" y="113261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EDA08E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1" name="Freihandform: Form 700">
            <a:extLst>
              <a:ext uri="{FF2B5EF4-FFF2-40B4-BE49-F238E27FC236}">
                <a16:creationId xmlns:a16="http://schemas.microsoft.com/office/drawing/2014/main" id="{2B77D47A-3E3B-8561-C4BD-7B3FC453B2A9}"/>
              </a:ext>
            </a:extLst>
          </p:cNvPr>
          <p:cNvSpPr/>
          <p:nvPr/>
        </p:nvSpPr>
        <p:spPr>
          <a:xfrm>
            <a:off x="7870809" y="113261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96B54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2" name="Freihandform: Form 701">
            <a:extLst>
              <a:ext uri="{FF2B5EF4-FFF2-40B4-BE49-F238E27FC236}">
                <a16:creationId xmlns:a16="http://schemas.microsoft.com/office/drawing/2014/main" id="{CA661F39-2691-AFB0-BA2D-5E1F6E2FF33A}"/>
              </a:ext>
            </a:extLst>
          </p:cNvPr>
          <p:cNvSpPr/>
          <p:nvPr/>
        </p:nvSpPr>
        <p:spPr>
          <a:xfrm>
            <a:off x="8420040" y="113261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E755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3" name="Freihandform: Form 702">
            <a:extLst>
              <a:ext uri="{FF2B5EF4-FFF2-40B4-BE49-F238E27FC236}">
                <a16:creationId xmlns:a16="http://schemas.microsoft.com/office/drawing/2014/main" id="{C2296F0A-2BD4-B22E-3839-773E0BA8DE27}"/>
              </a:ext>
            </a:extLst>
          </p:cNvPr>
          <p:cNvSpPr/>
          <p:nvPr/>
        </p:nvSpPr>
        <p:spPr>
          <a:xfrm>
            <a:off x="6223003" y="1681275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5BAAC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4" name="Freihandform: Form 703">
            <a:extLst>
              <a:ext uri="{FF2B5EF4-FFF2-40B4-BE49-F238E27FC236}">
                <a16:creationId xmlns:a16="http://schemas.microsoft.com/office/drawing/2014/main" id="{C47D7E9A-3CE3-EDFE-B3EF-C2298FB90C4F}"/>
              </a:ext>
            </a:extLst>
          </p:cNvPr>
          <p:cNvSpPr/>
          <p:nvPr/>
        </p:nvSpPr>
        <p:spPr>
          <a:xfrm>
            <a:off x="6772289" y="1681275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FFFF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5" name="Freihandform: Form 704">
            <a:extLst>
              <a:ext uri="{FF2B5EF4-FFF2-40B4-BE49-F238E27FC236}">
                <a16:creationId xmlns:a16="http://schemas.microsoft.com/office/drawing/2014/main" id="{937285D7-73B4-15E1-2DE6-E0DAEA7AA6C1}"/>
              </a:ext>
            </a:extLst>
          </p:cNvPr>
          <p:cNvSpPr/>
          <p:nvPr/>
        </p:nvSpPr>
        <p:spPr>
          <a:xfrm>
            <a:off x="7321522" y="1681275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1AC9C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6" name="Freihandform: Form 705">
            <a:extLst>
              <a:ext uri="{FF2B5EF4-FFF2-40B4-BE49-F238E27FC236}">
                <a16:creationId xmlns:a16="http://schemas.microsoft.com/office/drawing/2014/main" id="{68370AB6-8022-8069-BF90-72AB5AD30C26}"/>
              </a:ext>
            </a:extLst>
          </p:cNvPr>
          <p:cNvSpPr/>
          <p:nvPr/>
        </p:nvSpPr>
        <p:spPr>
          <a:xfrm>
            <a:off x="7870809" y="1681275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CD4F39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7" name="Freihandform: Form 706">
            <a:extLst>
              <a:ext uri="{FF2B5EF4-FFF2-40B4-BE49-F238E27FC236}">
                <a16:creationId xmlns:a16="http://schemas.microsoft.com/office/drawing/2014/main" id="{C6BDD7A1-E174-23C4-303A-3BC4C1CBC884}"/>
              </a:ext>
            </a:extLst>
          </p:cNvPr>
          <p:cNvSpPr/>
          <p:nvPr/>
        </p:nvSpPr>
        <p:spPr>
          <a:xfrm>
            <a:off x="8420040" y="1681275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6634C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8" name="Freihandform: Form 707">
            <a:extLst>
              <a:ext uri="{FF2B5EF4-FFF2-40B4-BE49-F238E27FC236}">
                <a16:creationId xmlns:a16="http://schemas.microsoft.com/office/drawing/2014/main" id="{6419C7DA-5111-0488-AA2E-85DC3632B189}"/>
              </a:ext>
            </a:extLst>
          </p:cNvPr>
          <p:cNvSpPr/>
          <p:nvPr/>
        </p:nvSpPr>
        <p:spPr>
          <a:xfrm>
            <a:off x="6223003" y="222988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EDA08E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9" name="Freihandform: Form 708">
            <a:extLst>
              <a:ext uri="{FF2B5EF4-FFF2-40B4-BE49-F238E27FC236}">
                <a16:creationId xmlns:a16="http://schemas.microsoft.com/office/drawing/2014/main" id="{C5F36F7B-8C8C-25A0-44F4-6755C8D175EF}"/>
              </a:ext>
            </a:extLst>
          </p:cNvPr>
          <p:cNvSpPr/>
          <p:nvPr/>
        </p:nvSpPr>
        <p:spPr>
          <a:xfrm>
            <a:off x="6772289" y="222988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1AC9C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0" name="Freihandform: Form 709">
            <a:extLst>
              <a:ext uri="{FF2B5EF4-FFF2-40B4-BE49-F238E27FC236}">
                <a16:creationId xmlns:a16="http://schemas.microsoft.com/office/drawing/2014/main" id="{F3BD4E32-A16E-5391-DEEF-5928E0B418D9}"/>
              </a:ext>
            </a:extLst>
          </p:cNvPr>
          <p:cNvSpPr/>
          <p:nvPr/>
        </p:nvSpPr>
        <p:spPr>
          <a:xfrm>
            <a:off x="7321522" y="222988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FFFF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1" name="Freihandform: Form 710">
            <a:extLst>
              <a:ext uri="{FF2B5EF4-FFF2-40B4-BE49-F238E27FC236}">
                <a16:creationId xmlns:a16="http://schemas.microsoft.com/office/drawing/2014/main" id="{941551B5-8B7E-590A-A311-FF627A5B40F5}"/>
              </a:ext>
            </a:extLst>
          </p:cNvPr>
          <p:cNvSpPr/>
          <p:nvPr/>
        </p:nvSpPr>
        <p:spPr>
          <a:xfrm>
            <a:off x="7870809" y="222988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D735D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2" name="Freihandform: Form 711">
            <a:extLst>
              <a:ext uri="{FF2B5EF4-FFF2-40B4-BE49-F238E27FC236}">
                <a16:creationId xmlns:a16="http://schemas.microsoft.com/office/drawing/2014/main" id="{111AD8FC-0E7A-47F2-826F-F0B61D534BDE}"/>
              </a:ext>
            </a:extLst>
          </p:cNvPr>
          <p:cNvSpPr/>
          <p:nvPr/>
        </p:nvSpPr>
        <p:spPr>
          <a:xfrm>
            <a:off x="8420040" y="2229882"/>
            <a:ext cx="549232" cy="548607"/>
          </a:xfrm>
          <a:custGeom>
            <a:avLst/>
            <a:gdLst>
              <a:gd name="csX0" fmla="*/ 273 w 497780"/>
              <a:gd name="csY0" fmla="*/ -370 h 497214"/>
              <a:gd name="csX1" fmla="*/ 498053 w 497780"/>
              <a:gd name="csY1" fmla="*/ -370 h 497214"/>
              <a:gd name="csX2" fmla="*/ 498053 w 497780"/>
              <a:gd name="csY2" fmla="*/ 496845 h 497214"/>
              <a:gd name="csX3" fmla="*/ 273 w 497780"/>
              <a:gd name="csY3" fmla="*/ 496845 h 497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4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86952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3" name="Freihandform: Form 712">
            <a:extLst>
              <a:ext uri="{FF2B5EF4-FFF2-40B4-BE49-F238E27FC236}">
                <a16:creationId xmlns:a16="http://schemas.microsoft.com/office/drawing/2014/main" id="{C9FC4A12-6980-A884-33D1-E46F350A433C}"/>
              </a:ext>
            </a:extLst>
          </p:cNvPr>
          <p:cNvSpPr/>
          <p:nvPr/>
        </p:nvSpPr>
        <p:spPr>
          <a:xfrm>
            <a:off x="6223003" y="2778490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5 h 497215"/>
              <a:gd name="csX3" fmla="*/ 273 w 497780"/>
              <a:gd name="csY3" fmla="*/ 496845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96B54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4" name="Freihandform: Form 713">
            <a:extLst>
              <a:ext uri="{FF2B5EF4-FFF2-40B4-BE49-F238E27FC236}">
                <a16:creationId xmlns:a16="http://schemas.microsoft.com/office/drawing/2014/main" id="{AD3D3203-B606-AC11-84F7-E863A4D0975C}"/>
              </a:ext>
            </a:extLst>
          </p:cNvPr>
          <p:cNvSpPr/>
          <p:nvPr/>
        </p:nvSpPr>
        <p:spPr>
          <a:xfrm>
            <a:off x="6772289" y="2778490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5 h 497215"/>
              <a:gd name="csX3" fmla="*/ 273 w 497780"/>
              <a:gd name="csY3" fmla="*/ 496845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CD4F39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5" name="Freihandform: Form 714">
            <a:extLst>
              <a:ext uri="{FF2B5EF4-FFF2-40B4-BE49-F238E27FC236}">
                <a16:creationId xmlns:a16="http://schemas.microsoft.com/office/drawing/2014/main" id="{979C8961-FB5B-85E5-97C0-D3D7918D1A70}"/>
              </a:ext>
            </a:extLst>
          </p:cNvPr>
          <p:cNvSpPr/>
          <p:nvPr/>
        </p:nvSpPr>
        <p:spPr>
          <a:xfrm>
            <a:off x="7321522" y="2778490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5 h 497215"/>
              <a:gd name="csX3" fmla="*/ 273 w 497780"/>
              <a:gd name="csY3" fmla="*/ 496845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DD735D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6" name="Freihandform: Form 715">
            <a:extLst>
              <a:ext uri="{FF2B5EF4-FFF2-40B4-BE49-F238E27FC236}">
                <a16:creationId xmlns:a16="http://schemas.microsoft.com/office/drawing/2014/main" id="{149F0483-49D4-BCD9-52EC-40BA4EC31AC1}"/>
              </a:ext>
            </a:extLst>
          </p:cNvPr>
          <p:cNvSpPr/>
          <p:nvPr/>
        </p:nvSpPr>
        <p:spPr>
          <a:xfrm>
            <a:off x="7870809" y="2778490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5 h 497215"/>
              <a:gd name="csX3" fmla="*/ 273 w 497780"/>
              <a:gd name="csY3" fmla="*/ 496845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FFFF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7" name="Freihandform: Form 716">
            <a:extLst>
              <a:ext uri="{FF2B5EF4-FFF2-40B4-BE49-F238E27FC236}">
                <a16:creationId xmlns:a16="http://schemas.microsoft.com/office/drawing/2014/main" id="{2D8FABD2-EF30-3212-C2A6-4674C37DE099}"/>
              </a:ext>
            </a:extLst>
          </p:cNvPr>
          <p:cNvSpPr/>
          <p:nvPr/>
        </p:nvSpPr>
        <p:spPr>
          <a:xfrm>
            <a:off x="8420040" y="2778490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5 h 497215"/>
              <a:gd name="csX3" fmla="*/ 273 w 497780"/>
              <a:gd name="csY3" fmla="*/ 496845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5"/>
                </a:lnTo>
                <a:lnTo>
                  <a:pt x="273" y="496845"/>
                </a:lnTo>
                <a:close/>
              </a:path>
            </a:pathLst>
          </a:custGeom>
          <a:solidFill>
            <a:srgbClr val="F4B6A7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8" name="Freihandform: Form 717">
            <a:extLst>
              <a:ext uri="{FF2B5EF4-FFF2-40B4-BE49-F238E27FC236}">
                <a16:creationId xmlns:a16="http://schemas.microsoft.com/office/drawing/2014/main" id="{1CA2A1AC-E14F-07A5-22C9-C11659E0DD71}"/>
              </a:ext>
            </a:extLst>
          </p:cNvPr>
          <p:cNvSpPr/>
          <p:nvPr/>
        </p:nvSpPr>
        <p:spPr>
          <a:xfrm>
            <a:off x="6223003" y="3327152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6 h 497215"/>
              <a:gd name="csX3" fmla="*/ 273 w 497780"/>
              <a:gd name="csY3" fmla="*/ 496846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6"/>
                </a:lnTo>
                <a:lnTo>
                  <a:pt x="273" y="496846"/>
                </a:lnTo>
                <a:close/>
              </a:path>
            </a:pathLst>
          </a:custGeom>
          <a:solidFill>
            <a:srgbClr val="DE755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9" name="Freihandform: Form 718">
            <a:extLst>
              <a:ext uri="{FF2B5EF4-FFF2-40B4-BE49-F238E27FC236}">
                <a16:creationId xmlns:a16="http://schemas.microsoft.com/office/drawing/2014/main" id="{17BA9BD0-5CB4-8E75-7240-3269859DCFE2}"/>
              </a:ext>
            </a:extLst>
          </p:cNvPr>
          <p:cNvSpPr/>
          <p:nvPr/>
        </p:nvSpPr>
        <p:spPr>
          <a:xfrm>
            <a:off x="6772289" y="3327152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6 h 497215"/>
              <a:gd name="csX3" fmla="*/ 273 w 497780"/>
              <a:gd name="csY3" fmla="*/ 496846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6"/>
                </a:lnTo>
                <a:lnTo>
                  <a:pt x="273" y="496846"/>
                </a:lnTo>
                <a:close/>
              </a:path>
            </a:pathLst>
          </a:custGeom>
          <a:solidFill>
            <a:srgbClr val="D6634C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20" name="Freihandform: Form 719">
            <a:extLst>
              <a:ext uri="{FF2B5EF4-FFF2-40B4-BE49-F238E27FC236}">
                <a16:creationId xmlns:a16="http://schemas.microsoft.com/office/drawing/2014/main" id="{7C927201-66D5-B00B-6E16-C9DD6DDA84BA}"/>
              </a:ext>
            </a:extLst>
          </p:cNvPr>
          <p:cNvSpPr/>
          <p:nvPr/>
        </p:nvSpPr>
        <p:spPr>
          <a:xfrm>
            <a:off x="7321522" y="3327152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6 h 497215"/>
              <a:gd name="csX3" fmla="*/ 273 w 497780"/>
              <a:gd name="csY3" fmla="*/ 496846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6"/>
                </a:lnTo>
                <a:lnTo>
                  <a:pt x="273" y="496846"/>
                </a:lnTo>
                <a:close/>
              </a:path>
            </a:pathLst>
          </a:custGeom>
          <a:solidFill>
            <a:srgbClr val="D86952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21" name="Freihandform: Form 720">
            <a:extLst>
              <a:ext uri="{FF2B5EF4-FFF2-40B4-BE49-F238E27FC236}">
                <a16:creationId xmlns:a16="http://schemas.microsoft.com/office/drawing/2014/main" id="{63C2045F-8FEE-9BC0-3DC7-932E47D5F4D7}"/>
              </a:ext>
            </a:extLst>
          </p:cNvPr>
          <p:cNvSpPr/>
          <p:nvPr/>
        </p:nvSpPr>
        <p:spPr>
          <a:xfrm>
            <a:off x="7870809" y="3327152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6 h 497215"/>
              <a:gd name="csX3" fmla="*/ 273 w 497780"/>
              <a:gd name="csY3" fmla="*/ 496846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6"/>
                </a:lnTo>
                <a:lnTo>
                  <a:pt x="273" y="496846"/>
                </a:lnTo>
                <a:close/>
              </a:path>
            </a:pathLst>
          </a:custGeom>
          <a:solidFill>
            <a:srgbClr val="F4B6A7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22" name="Freihandform: Form 721">
            <a:extLst>
              <a:ext uri="{FF2B5EF4-FFF2-40B4-BE49-F238E27FC236}">
                <a16:creationId xmlns:a16="http://schemas.microsoft.com/office/drawing/2014/main" id="{4AF2C592-69BE-5099-F02E-B4E8FC57777A}"/>
              </a:ext>
            </a:extLst>
          </p:cNvPr>
          <p:cNvSpPr/>
          <p:nvPr/>
        </p:nvSpPr>
        <p:spPr>
          <a:xfrm>
            <a:off x="8420040" y="3327152"/>
            <a:ext cx="549232" cy="548608"/>
          </a:xfrm>
          <a:custGeom>
            <a:avLst/>
            <a:gdLst>
              <a:gd name="csX0" fmla="*/ 273 w 497780"/>
              <a:gd name="csY0" fmla="*/ -370 h 497215"/>
              <a:gd name="csX1" fmla="*/ 498053 w 497780"/>
              <a:gd name="csY1" fmla="*/ -370 h 497215"/>
              <a:gd name="csX2" fmla="*/ 498053 w 497780"/>
              <a:gd name="csY2" fmla="*/ 496846 h 497215"/>
              <a:gd name="csX3" fmla="*/ 273 w 497780"/>
              <a:gd name="csY3" fmla="*/ 496846 h 49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97780" h="497215">
                <a:moveTo>
                  <a:pt x="273" y="-370"/>
                </a:moveTo>
                <a:lnTo>
                  <a:pt x="498053" y="-370"/>
                </a:lnTo>
                <a:lnTo>
                  <a:pt x="498053" y="496846"/>
                </a:lnTo>
                <a:lnTo>
                  <a:pt x="273" y="496846"/>
                </a:lnTo>
                <a:close/>
              </a:path>
            </a:pathLst>
          </a:custGeom>
          <a:solidFill>
            <a:srgbClr val="FFFFFF"/>
          </a:solidFill>
          <a:ln w="6775" cap="flat">
            <a:solidFill>
              <a:srgbClr val="8C8C8C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23" name="Freihandform: Form 722">
            <a:extLst>
              <a:ext uri="{FF2B5EF4-FFF2-40B4-BE49-F238E27FC236}">
                <a16:creationId xmlns:a16="http://schemas.microsoft.com/office/drawing/2014/main" id="{63F8C39D-EEE0-7059-B5AE-0A1EBDCFC709}"/>
              </a:ext>
            </a:extLst>
          </p:cNvPr>
          <p:cNvSpPr/>
          <p:nvPr/>
        </p:nvSpPr>
        <p:spPr>
          <a:xfrm>
            <a:off x="6450491" y="1335129"/>
            <a:ext cx="93052" cy="145434"/>
          </a:xfrm>
          <a:custGeom>
            <a:avLst/>
            <a:gdLst>
              <a:gd name="csX0" fmla="*/ 35 w 84335"/>
              <a:gd name="csY0" fmla="*/ 66041 h 131810"/>
              <a:gd name="csX1" fmla="*/ 4599 w 84335"/>
              <a:gd name="csY1" fmla="*/ 29173 h 131810"/>
              <a:gd name="csX2" fmla="*/ 18688 w 84335"/>
              <a:gd name="csY2" fmla="*/ 7568 h 131810"/>
              <a:gd name="csX3" fmla="*/ 42104 w 84335"/>
              <a:gd name="csY3" fmla="*/ 36 h 131810"/>
              <a:gd name="csX4" fmla="*/ 60360 w 84335"/>
              <a:gd name="csY4" fmla="*/ 4198 h 131810"/>
              <a:gd name="csX5" fmla="*/ 73258 w 84335"/>
              <a:gd name="csY5" fmla="*/ 16289 h 131810"/>
              <a:gd name="csX6" fmla="*/ 81394 w 84335"/>
              <a:gd name="csY6" fmla="*/ 35516 h 131810"/>
              <a:gd name="csX7" fmla="*/ 84371 w 84335"/>
              <a:gd name="csY7" fmla="*/ 66041 h 131810"/>
              <a:gd name="csX8" fmla="*/ 79608 w 84335"/>
              <a:gd name="csY8" fmla="*/ 102710 h 131810"/>
              <a:gd name="csX9" fmla="*/ 65519 w 84335"/>
              <a:gd name="csY9" fmla="*/ 124315 h 131810"/>
              <a:gd name="csX10" fmla="*/ 42104 w 84335"/>
              <a:gd name="csY10" fmla="*/ 131847 h 131810"/>
              <a:gd name="csX11" fmla="*/ 12735 w 84335"/>
              <a:gd name="csY11" fmla="*/ 118567 h 131810"/>
              <a:gd name="csX12" fmla="*/ 35 w 84335"/>
              <a:gd name="csY12" fmla="*/ 66041 h 131810"/>
              <a:gd name="csX13" fmla="*/ 16307 w 84335"/>
              <a:gd name="csY13" fmla="*/ 66041 h 131810"/>
              <a:gd name="csX14" fmla="*/ 23649 w 84335"/>
              <a:gd name="csY14" fmla="*/ 108260 h 131810"/>
              <a:gd name="csX15" fmla="*/ 42104 w 84335"/>
              <a:gd name="csY15" fmla="*/ 118765 h 131810"/>
              <a:gd name="csX16" fmla="*/ 60360 w 84335"/>
              <a:gd name="csY16" fmla="*/ 108260 h 131810"/>
              <a:gd name="csX17" fmla="*/ 67901 w 84335"/>
              <a:gd name="csY17" fmla="*/ 66041 h 131810"/>
              <a:gd name="csX18" fmla="*/ 60360 w 84335"/>
              <a:gd name="csY18" fmla="*/ 23623 h 131810"/>
              <a:gd name="csX19" fmla="*/ 41905 w 84335"/>
              <a:gd name="csY19" fmla="*/ 13118 h 131810"/>
              <a:gd name="csX20" fmla="*/ 24443 w 84335"/>
              <a:gd name="csY20" fmla="*/ 22434 h 131810"/>
              <a:gd name="csX21" fmla="*/ 16307 w 84335"/>
              <a:gd name="csY21" fmla="*/ 66041 h 1318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84335" h="131810">
                <a:moveTo>
                  <a:pt x="35" y="66041"/>
                </a:moveTo>
                <a:cubicBezTo>
                  <a:pt x="35" y="50729"/>
                  <a:pt x="1523" y="38440"/>
                  <a:pt x="4599" y="29173"/>
                </a:cubicBezTo>
                <a:cubicBezTo>
                  <a:pt x="7774" y="19808"/>
                  <a:pt x="12437" y="12623"/>
                  <a:pt x="18688" y="7568"/>
                </a:cubicBezTo>
                <a:cubicBezTo>
                  <a:pt x="24889" y="2563"/>
                  <a:pt x="32678" y="36"/>
                  <a:pt x="42104" y="36"/>
                </a:cubicBezTo>
                <a:cubicBezTo>
                  <a:pt x="49099" y="36"/>
                  <a:pt x="55201" y="1424"/>
                  <a:pt x="60360" y="4198"/>
                </a:cubicBezTo>
                <a:cubicBezTo>
                  <a:pt x="65619" y="6973"/>
                  <a:pt x="69935" y="11037"/>
                  <a:pt x="73258" y="16289"/>
                </a:cubicBezTo>
                <a:cubicBezTo>
                  <a:pt x="76681" y="21592"/>
                  <a:pt x="79410" y="27984"/>
                  <a:pt x="81394" y="35516"/>
                </a:cubicBezTo>
                <a:cubicBezTo>
                  <a:pt x="83379" y="43048"/>
                  <a:pt x="84371" y="53256"/>
                  <a:pt x="84371" y="66041"/>
                </a:cubicBezTo>
                <a:cubicBezTo>
                  <a:pt x="84371" y="81105"/>
                  <a:pt x="82783" y="93344"/>
                  <a:pt x="79608" y="102710"/>
                </a:cubicBezTo>
                <a:cubicBezTo>
                  <a:pt x="76433" y="111976"/>
                  <a:pt x="71720" y="119161"/>
                  <a:pt x="65519" y="124315"/>
                </a:cubicBezTo>
                <a:cubicBezTo>
                  <a:pt x="59417" y="129369"/>
                  <a:pt x="51629" y="131847"/>
                  <a:pt x="42104" y="131847"/>
                </a:cubicBezTo>
                <a:cubicBezTo>
                  <a:pt x="29652" y="131847"/>
                  <a:pt x="19879" y="127437"/>
                  <a:pt x="12735" y="118567"/>
                </a:cubicBezTo>
                <a:cubicBezTo>
                  <a:pt x="4252" y="107764"/>
                  <a:pt x="35" y="90223"/>
                  <a:pt x="35" y="66041"/>
                </a:cubicBezTo>
                <a:close/>
                <a:moveTo>
                  <a:pt x="16307" y="66041"/>
                </a:moveTo>
                <a:cubicBezTo>
                  <a:pt x="16307" y="87200"/>
                  <a:pt x="18738" y="101273"/>
                  <a:pt x="23649" y="108260"/>
                </a:cubicBezTo>
                <a:cubicBezTo>
                  <a:pt x="28660" y="115296"/>
                  <a:pt x="34811" y="118765"/>
                  <a:pt x="42104" y="118765"/>
                </a:cubicBezTo>
                <a:cubicBezTo>
                  <a:pt x="49347" y="118765"/>
                  <a:pt x="55449" y="115296"/>
                  <a:pt x="60360" y="108260"/>
                </a:cubicBezTo>
                <a:cubicBezTo>
                  <a:pt x="65370" y="101273"/>
                  <a:pt x="67901" y="87200"/>
                  <a:pt x="67901" y="66041"/>
                </a:cubicBezTo>
                <a:cubicBezTo>
                  <a:pt x="67901" y="44782"/>
                  <a:pt x="65370" y="30660"/>
                  <a:pt x="60360" y="23623"/>
                </a:cubicBezTo>
                <a:cubicBezTo>
                  <a:pt x="55449" y="16636"/>
                  <a:pt x="49297" y="13118"/>
                  <a:pt x="41905" y="13118"/>
                </a:cubicBezTo>
                <a:cubicBezTo>
                  <a:pt x="34613" y="13118"/>
                  <a:pt x="28808" y="16240"/>
                  <a:pt x="24443" y="22434"/>
                </a:cubicBezTo>
                <a:cubicBezTo>
                  <a:pt x="18986" y="30263"/>
                  <a:pt x="16307" y="44782"/>
                  <a:pt x="16307" y="66041"/>
                </a:cubicBez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29" name="Grafik 637">
            <a:extLst>
              <a:ext uri="{FF2B5EF4-FFF2-40B4-BE49-F238E27FC236}">
                <a16:creationId xmlns:a16="http://schemas.microsoft.com/office/drawing/2014/main" id="{D5B630EC-A918-7C65-3E6F-2DF8B877E90C}"/>
              </a:ext>
            </a:extLst>
          </p:cNvPr>
          <p:cNvGrpSpPr/>
          <p:nvPr/>
        </p:nvGrpSpPr>
        <p:grpSpPr>
          <a:xfrm>
            <a:off x="7410449" y="1335129"/>
            <a:ext cx="370614" cy="145434"/>
            <a:chOff x="7668041" y="5505614"/>
            <a:chExt cx="335895" cy="131810"/>
          </a:xfrm>
          <a:solidFill>
            <a:srgbClr val="000000"/>
          </a:solidFill>
        </p:grpSpPr>
        <p:sp>
          <p:nvSpPr>
            <p:cNvPr id="730" name="Freihandform: Form 729">
              <a:extLst>
                <a:ext uri="{FF2B5EF4-FFF2-40B4-BE49-F238E27FC236}">
                  <a16:creationId xmlns:a16="http://schemas.microsoft.com/office/drawing/2014/main" id="{E42BCC97-1364-215E-39A9-352DA2E61357}"/>
                </a:ext>
              </a:extLst>
            </p:cNvPr>
            <p:cNvSpPr/>
            <p:nvPr/>
          </p:nvSpPr>
          <p:spPr>
            <a:xfrm>
              <a:off x="7668041" y="5505614"/>
              <a:ext cx="84335" cy="131810"/>
            </a:xfrm>
            <a:custGeom>
              <a:avLst/>
              <a:gdLst>
                <a:gd name="csX0" fmla="*/ 103 w 84335"/>
                <a:gd name="csY0" fmla="*/ 66041 h 131810"/>
                <a:gd name="csX1" fmla="*/ 4668 w 84335"/>
                <a:gd name="csY1" fmla="*/ 29173 h 131810"/>
                <a:gd name="csX2" fmla="*/ 18757 w 84335"/>
                <a:gd name="csY2" fmla="*/ 7568 h 131810"/>
                <a:gd name="csX3" fmla="*/ 42172 w 84335"/>
                <a:gd name="csY3" fmla="*/ 36 h 131810"/>
                <a:gd name="csX4" fmla="*/ 60428 w 84335"/>
                <a:gd name="csY4" fmla="*/ 4198 h 131810"/>
                <a:gd name="csX5" fmla="*/ 73327 w 84335"/>
                <a:gd name="csY5" fmla="*/ 16289 h 131810"/>
                <a:gd name="csX6" fmla="*/ 81463 w 84335"/>
                <a:gd name="csY6" fmla="*/ 35516 h 131810"/>
                <a:gd name="csX7" fmla="*/ 84439 w 84335"/>
                <a:gd name="csY7" fmla="*/ 66041 h 131810"/>
                <a:gd name="csX8" fmla="*/ 79677 w 84335"/>
                <a:gd name="csY8" fmla="*/ 102710 h 131810"/>
                <a:gd name="csX9" fmla="*/ 65588 w 84335"/>
                <a:gd name="csY9" fmla="*/ 124315 h 131810"/>
                <a:gd name="csX10" fmla="*/ 42172 w 84335"/>
                <a:gd name="csY10" fmla="*/ 131847 h 131810"/>
                <a:gd name="csX11" fmla="*/ 12803 w 84335"/>
                <a:gd name="csY11" fmla="*/ 118567 h 131810"/>
                <a:gd name="csX12" fmla="*/ 103 w 84335"/>
                <a:gd name="csY12" fmla="*/ 66041 h 131810"/>
                <a:gd name="csX13" fmla="*/ 16375 w 84335"/>
                <a:gd name="csY13" fmla="*/ 66041 h 131810"/>
                <a:gd name="csX14" fmla="*/ 23718 w 84335"/>
                <a:gd name="csY14" fmla="*/ 108260 h 131810"/>
                <a:gd name="csX15" fmla="*/ 42172 w 84335"/>
                <a:gd name="csY15" fmla="*/ 118765 h 131810"/>
                <a:gd name="csX16" fmla="*/ 60428 w 84335"/>
                <a:gd name="csY16" fmla="*/ 108260 h 131810"/>
                <a:gd name="csX17" fmla="*/ 67969 w 84335"/>
                <a:gd name="csY17" fmla="*/ 66041 h 131810"/>
                <a:gd name="csX18" fmla="*/ 60428 w 84335"/>
                <a:gd name="csY18" fmla="*/ 23623 h 131810"/>
                <a:gd name="csX19" fmla="*/ 41974 w 84335"/>
                <a:gd name="csY19" fmla="*/ 13118 h 131810"/>
                <a:gd name="csX20" fmla="*/ 24511 w 84335"/>
                <a:gd name="csY20" fmla="*/ 22434 h 131810"/>
                <a:gd name="csX21" fmla="*/ 16375 w 84335"/>
                <a:gd name="csY21" fmla="*/ 66041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335" h="131810">
                  <a:moveTo>
                    <a:pt x="103" y="66041"/>
                  </a:moveTo>
                  <a:cubicBezTo>
                    <a:pt x="103" y="50729"/>
                    <a:pt x="1592" y="38440"/>
                    <a:pt x="4668" y="29173"/>
                  </a:cubicBezTo>
                  <a:cubicBezTo>
                    <a:pt x="7843" y="19808"/>
                    <a:pt x="12506" y="12623"/>
                    <a:pt x="18757" y="7568"/>
                  </a:cubicBezTo>
                  <a:cubicBezTo>
                    <a:pt x="24958" y="2563"/>
                    <a:pt x="32746" y="36"/>
                    <a:pt x="42172" y="36"/>
                  </a:cubicBezTo>
                  <a:cubicBezTo>
                    <a:pt x="49167" y="36"/>
                    <a:pt x="55269" y="1424"/>
                    <a:pt x="60428" y="4198"/>
                  </a:cubicBezTo>
                  <a:cubicBezTo>
                    <a:pt x="65687" y="6973"/>
                    <a:pt x="70003" y="11037"/>
                    <a:pt x="73327" y="16289"/>
                  </a:cubicBezTo>
                  <a:cubicBezTo>
                    <a:pt x="76750" y="21592"/>
                    <a:pt x="79478" y="27984"/>
                    <a:pt x="81463" y="35516"/>
                  </a:cubicBezTo>
                  <a:cubicBezTo>
                    <a:pt x="83447" y="43048"/>
                    <a:pt x="84439" y="53256"/>
                    <a:pt x="84439" y="66041"/>
                  </a:cubicBezTo>
                  <a:cubicBezTo>
                    <a:pt x="84439" y="81105"/>
                    <a:pt x="82852" y="93344"/>
                    <a:pt x="79677" y="102710"/>
                  </a:cubicBezTo>
                  <a:cubicBezTo>
                    <a:pt x="76502" y="111976"/>
                    <a:pt x="71789" y="119161"/>
                    <a:pt x="65588" y="124315"/>
                  </a:cubicBezTo>
                  <a:cubicBezTo>
                    <a:pt x="59486" y="129369"/>
                    <a:pt x="51697" y="131847"/>
                    <a:pt x="42172" y="131847"/>
                  </a:cubicBezTo>
                  <a:cubicBezTo>
                    <a:pt x="29720" y="131847"/>
                    <a:pt x="19947" y="127437"/>
                    <a:pt x="12803" y="118567"/>
                  </a:cubicBezTo>
                  <a:cubicBezTo>
                    <a:pt x="4320" y="107764"/>
                    <a:pt x="103" y="90223"/>
                    <a:pt x="103" y="66041"/>
                  </a:cubicBezTo>
                  <a:close/>
                  <a:moveTo>
                    <a:pt x="16375" y="66041"/>
                  </a:moveTo>
                  <a:cubicBezTo>
                    <a:pt x="16375" y="87200"/>
                    <a:pt x="18806" y="101273"/>
                    <a:pt x="23718" y="108260"/>
                  </a:cubicBezTo>
                  <a:cubicBezTo>
                    <a:pt x="28728" y="115296"/>
                    <a:pt x="34880" y="118765"/>
                    <a:pt x="42172" y="118765"/>
                  </a:cubicBezTo>
                  <a:cubicBezTo>
                    <a:pt x="49415" y="118765"/>
                    <a:pt x="55517" y="115296"/>
                    <a:pt x="60428" y="108260"/>
                  </a:cubicBezTo>
                  <a:cubicBezTo>
                    <a:pt x="65439" y="101273"/>
                    <a:pt x="67969" y="87200"/>
                    <a:pt x="67969" y="66041"/>
                  </a:cubicBezTo>
                  <a:cubicBezTo>
                    <a:pt x="67969" y="44782"/>
                    <a:pt x="65439" y="30660"/>
                    <a:pt x="60428" y="23623"/>
                  </a:cubicBezTo>
                  <a:cubicBezTo>
                    <a:pt x="55517" y="16636"/>
                    <a:pt x="49366" y="13118"/>
                    <a:pt x="41974" y="13118"/>
                  </a:cubicBezTo>
                  <a:cubicBezTo>
                    <a:pt x="34681" y="13118"/>
                    <a:pt x="28877" y="16240"/>
                    <a:pt x="24511" y="22434"/>
                  </a:cubicBezTo>
                  <a:cubicBezTo>
                    <a:pt x="19054" y="30263"/>
                    <a:pt x="16375" y="44782"/>
                    <a:pt x="16375" y="660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Freihandform: Form 730">
              <a:extLst>
                <a:ext uri="{FF2B5EF4-FFF2-40B4-BE49-F238E27FC236}">
                  <a16:creationId xmlns:a16="http://schemas.microsoft.com/office/drawing/2014/main" id="{D1630436-588E-34D9-525F-ADCAB7288DCB}"/>
                </a:ext>
              </a:extLst>
            </p:cNvPr>
            <p:cNvSpPr/>
            <p:nvPr/>
          </p:nvSpPr>
          <p:spPr>
            <a:xfrm>
              <a:off x="7777453" y="5617207"/>
              <a:ext cx="18057" cy="18037"/>
            </a:xfrm>
            <a:custGeom>
              <a:avLst/>
              <a:gdLst>
                <a:gd name="csX0" fmla="*/ 111 w 18057"/>
                <a:gd name="csY0" fmla="*/ 18073 h 18037"/>
                <a:gd name="csX1" fmla="*/ 111 w 18057"/>
                <a:gd name="csY1" fmla="*/ 36 h 18037"/>
                <a:gd name="csX2" fmla="*/ 18169 w 18057"/>
                <a:gd name="csY2" fmla="*/ 36 h 18037"/>
                <a:gd name="csX3" fmla="*/ 18169 w 18057"/>
                <a:gd name="csY3" fmla="*/ 18073 h 18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057" h="18037">
                  <a:moveTo>
                    <a:pt x="111" y="18073"/>
                  </a:moveTo>
                  <a:lnTo>
                    <a:pt x="111" y="36"/>
                  </a:lnTo>
                  <a:lnTo>
                    <a:pt x="18169" y="36"/>
                  </a:lnTo>
                  <a:lnTo>
                    <a:pt x="18169" y="180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2" name="Freihandform: Form 731">
              <a:extLst>
                <a:ext uri="{FF2B5EF4-FFF2-40B4-BE49-F238E27FC236}">
                  <a16:creationId xmlns:a16="http://schemas.microsoft.com/office/drawing/2014/main" id="{CE00D514-9B28-F139-960E-0EC7355E910E}"/>
                </a:ext>
              </a:extLst>
            </p:cNvPr>
            <p:cNvSpPr/>
            <p:nvPr/>
          </p:nvSpPr>
          <p:spPr>
            <a:xfrm>
              <a:off x="7813561" y="5506208"/>
              <a:ext cx="89296" cy="129036"/>
            </a:xfrm>
            <a:custGeom>
              <a:avLst/>
              <a:gdLst>
                <a:gd name="csX0" fmla="*/ 56075 w 89296"/>
                <a:gd name="csY0" fmla="*/ 129072 h 129036"/>
                <a:gd name="csX1" fmla="*/ 56075 w 89296"/>
                <a:gd name="csY1" fmla="*/ 98151 h 129036"/>
                <a:gd name="csX2" fmla="*/ 115 w 89296"/>
                <a:gd name="csY2" fmla="*/ 98151 h 129036"/>
                <a:gd name="csX3" fmla="*/ 115 w 89296"/>
                <a:gd name="csY3" fmla="*/ 83682 h 129036"/>
                <a:gd name="csX4" fmla="*/ 59051 w 89296"/>
                <a:gd name="csY4" fmla="*/ 36 h 129036"/>
                <a:gd name="csX5" fmla="*/ 71950 w 89296"/>
                <a:gd name="csY5" fmla="*/ 36 h 129036"/>
                <a:gd name="csX6" fmla="*/ 71950 w 89296"/>
                <a:gd name="csY6" fmla="*/ 83682 h 129036"/>
                <a:gd name="csX7" fmla="*/ 89412 w 89296"/>
                <a:gd name="csY7" fmla="*/ 83682 h 129036"/>
                <a:gd name="csX8" fmla="*/ 89412 w 89296"/>
                <a:gd name="csY8" fmla="*/ 98151 h 129036"/>
                <a:gd name="csX9" fmla="*/ 71950 w 89296"/>
                <a:gd name="csY9" fmla="*/ 98151 h 129036"/>
                <a:gd name="csX10" fmla="*/ 71950 w 89296"/>
                <a:gd name="csY10" fmla="*/ 129072 h 129036"/>
                <a:gd name="csX11" fmla="*/ 56075 w 89296"/>
                <a:gd name="csY11" fmla="*/ 83682 h 129036"/>
                <a:gd name="csX12" fmla="*/ 56075 w 89296"/>
                <a:gd name="csY12" fmla="*/ 25407 h 129036"/>
                <a:gd name="csX13" fmla="*/ 15593 w 89296"/>
                <a:gd name="csY13" fmla="*/ 83682 h 129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89296" h="129036">
                  <a:moveTo>
                    <a:pt x="56075" y="129072"/>
                  </a:moveTo>
                  <a:lnTo>
                    <a:pt x="56075" y="98151"/>
                  </a:lnTo>
                  <a:lnTo>
                    <a:pt x="115" y="98151"/>
                  </a:lnTo>
                  <a:lnTo>
                    <a:pt x="115" y="83682"/>
                  </a:lnTo>
                  <a:lnTo>
                    <a:pt x="59051" y="36"/>
                  </a:lnTo>
                  <a:lnTo>
                    <a:pt x="71950" y="36"/>
                  </a:lnTo>
                  <a:lnTo>
                    <a:pt x="71950" y="83682"/>
                  </a:lnTo>
                  <a:lnTo>
                    <a:pt x="89412" y="83682"/>
                  </a:lnTo>
                  <a:lnTo>
                    <a:pt x="89412" y="98151"/>
                  </a:lnTo>
                  <a:lnTo>
                    <a:pt x="71950" y="98151"/>
                  </a:lnTo>
                  <a:lnTo>
                    <a:pt x="71950" y="129072"/>
                  </a:lnTo>
                  <a:close/>
                  <a:moveTo>
                    <a:pt x="56075" y="83682"/>
                  </a:moveTo>
                  <a:lnTo>
                    <a:pt x="56075" y="25407"/>
                  </a:lnTo>
                  <a:lnTo>
                    <a:pt x="15593" y="8368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3" name="Freihandform: Form 732">
              <a:extLst>
                <a:ext uri="{FF2B5EF4-FFF2-40B4-BE49-F238E27FC236}">
                  <a16:creationId xmlns:a16="http://schemas.microsoft.com/office/drawing/2014/main" id="{E0021C9C-A266-23D1-76DB-EBE5CEB1113B}"/>
                </a:ext>
              </a:extLst>
            </p:cNvPr>
            <p:cNvSpPr/>
            <p:nvPr/>
          </p:nvSpPr>
          <p:spPr>
            <a:xfrm>
              <a:off x="7920196" y="5507794"/>
              <a:ext cx="83740" cy="127450"/>
            </a:xfrm>
            <a:custGeom>
              <a:avLst/>
              <a:gdLst>
                <a:gd name="csX0" fmla="*/ 123 w 83740"/>
                <a:gd name="csY0" fmla="*/ 15298 h 127450"/>
                <a:gd name="csX1" fmla="*/ 123 w 83740"/>
                <a:gd name="csY1" fmla="*/ 36 h 127450"/>
                <a:gd name="csX2" fmla="*/ 83864 w 83740"/>
                <a:gd name="csY2" fmla="*/ 36 h 127450"/>
                <a:gd name="csX3" fmla="*/ 83864 w 83740"/>
                <a:gd name="csY3" fmla="*/ 12325 h 127450"/>
                <a:gd name="csX4" fmla="*/ 59258 w 83740"/>
                <a:gd name="csY4" fmla="*/ 47210 h 127450"/>
                <a:gd name="csX5" fmla="*/ 40604 w 83740"/>
                <a:gd name="csY5" fmla="*/ 92006 h 127450"/>
                <a:gd name="csX6" fmla="*/ 34453 w 83740"/>
                <a:gd name="csY6" fmla="*/ 127486 h 127450"/>
                <a:gd name="csX7" fmla="*/ 18181 w 83740"/>
                <a:gd name="csY7" fmla="*/ 127486 h 127450"/>
                <a:gd name="csX8" fmla="*/ 24134 w 83740"/>
                <a:gd name="csY8" fmla="*/ 90619 h 127450"/>
                <a:gd name="csX9" fmla="*/ 40604 w 83740"/>
                <a:gd name="csY9" fmla="*/ 48994 h 127450"/>
                <a:gd name="csX10" fmla="*/ 63425 w 83740"/>
                <a:gd name="csY10" fmla="*/ 15298 h 127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3740" h="127450">
                  <a:moveTo>
                    <a:pt x="123" y="15298"/>
                  </a:moveTo>
                  <a:lnTo>
                    <a:pt x="123" y="36"/>
                  </a:lnTo>
                  <a:lnTo>
                    <a:pt x="83864" y="36"/>
                  </a:lnTo>
                  <a:lnTo>
                    <a:pt x="83864" y="12325"/>
                  </a:lnTo>
                  <a:cubicBezTo>
                    <a:pt x="75629" y="21047"/>
                    <a:pt x="67443" y="32691"/>
                    <a:pt x="59258" y="47210"/>
                  </a:cubicBezTo>
                  <a:cubicBezTo>
                    <a:pt x="51171" y="61779"/>
                    <a:pt x="44970" y="76695"/>
                    <a:pt x="40604" y="92006"/>
                  </a:cubicBezTo>
                  <a:cubicBezTo>
                    <a:pt x="37429" y="102859"/>
                    <a:pt x="35346" y="114702"/>
                    <a:pt x="34453" y="127486"/>
                  </a:cubicBezTo>
                  <a:lnTo>
                    <a:pt x="18181" y="127486"/>
                  </a:lnTo>
                  <a:cubicBezTo>
                    <a:pt x="18429" y="117328"/>
                    <a:pt x="20413" y="105039"/>
                    <a:pt x="24134" y="90619"/>
                  </a:cubicBezTo>
                  <a:cubicBezTo>
                    <a:pt x="27954" y="76249"/>
                    <a:pt x="33461" y="62374"/>
                    <a:pt x="40604" y="48994"/>
                  </a:cubicBezTo>
                  <a:cubicBezTo>
                    <a:pt x="47748" y="35665"/>
                    <a:pt x="55338" y="24416"/>
                    <a:pt x="63425" y="152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9" name="Grafik 637">
            <a:extLst>
              <a:ext uri="{FF2B5EF4-FFF2-40B4-BE49-F238E27FC236}">
                <a16:creationId xmlns:a16="http://schemas.microsoft.com/office/drawing/2014/main" id="{95864379-8A01-88A9-5651-682E8E1A179F}"/>
              </a:ext>
            </a:extLst>
          </p:cNvPr>
          <p:cNvGrpSpPr/>
          <p:nvPr/>
        </p:nvGrpSpPr>
        <p:grpSpPr>
          <a:xfrm>
            <a:off x="8508981" y="1335129"/>
            <a:ext cx="370833" cy="145434"/>
            <a:chOff x="8663664" y="5505614"/>
            <a:chExt cx="336094" cy="131810"/>
          </a:xfrm>
          <a:solidFill>
            <a:srgbClr val="000000"/>
          </a:solidFill>
        </p:grpSpPr>
        <p:sp>
          <p:nvSpPr>
            <p:cNvPr id="740" name="Freihandform: Form 739">
              <a:extLst>
                <a:ext uri="{FF2B5EF4-FFF2-40B4-BE49-F238E27FC236}">
                  <a16:creationId xmlns:a16="http://schemas.microsoft.com/office/drawing/2014/main" id="{56ACCAE1-75C2-C4B9-D046-6C373FD358FB}"/>
                </a:ext>
              </a:extLst>
            </p:cNvPr>
            <p:cNvSpPr/>
            <p:nvPr/>
          </p:nvSpPr>
          <p:spPr>
            <a:xfrm>
              <a:off x="8663664" y="5505614"/>
              <a:ext cx="84335" cy="131810"/>
            </a:xfrm>
            <a:custGeom>
              <a:avLst/>
              <a:gdLst>
                <a:gd name="csX0" fmla="*/ 182 w 84335"/>
                <a:gd name="csY0" fmla="*/ 66041 h 131810"/>
                <a:gd name="csX1" fmla="*/ 4746 w 84335"/>
                <a:gd name="csY1" fmla="*/ 29173 h 131810"/>
                <a:gd name="csX2" fmla="*/ 18835 w 84335"/>
                <a:gd name="csY2" fmla="*/ 7568 h 131810"/>
                <a:gd name="csX3" fmla="*/ 42251 w 84335"/>
                <a:gd name="csY3" fmla="*/ 36 h 131810"/>
                <a:gd name="csX4" fmla="*/ 60507 w 84335"/>
                <a:gd name="csY4" fmla="*/ 4198 h 131810"/>
                <a:gd name="csX5" fmla="*/ 73405 w 84335"/>
                <a:gd name="csY5" fmla="*/ 16289 h 131810"/>
                <a:gd name="csX6" fmla="*/ 81541 w 84335"/>
                <a:gd name="csY6" fmla="*/ 35516 h 131810"/>
                <a:gd name="csX7" fmla="*/ 84518 w 84335"/>
                <a:gd name="csY7" fmla="*/ 66041 h 131810"/>
                <a:gd name="csX8" fmla="*/ 79755 w 84335"/>
                <a:gd name="csY8" fmla="*/ 102710 h 131810"/>
                <a:gd name="csX9" fmla="*/ 65666 w 84335"/>
                <a:gd name="csY9" fmla="*/ 124315 h 131810"/>
                <a:gd name="csX10" fmla="*/ 42251 w 84335"/>
                <a:gd name="csY10" fmla="*/ 131847 h 131810"/>
                <a:gd name="csX11" fmla="*/ 12882 w 84335"/>
                <a:gd name="csY11" fmla="*/ 118567 h 131810"/>
                <a:gd name="csX12" fmla="*/ 182 w 84335"/>
                <a:gd name="csY12" fmla="*/ 66041 h 131810"/>
                <a:gd name="csX13" fmla="*/ 16454 w 84335"/>
                <a:gd name="csY13" fmla="*/ 66041 h 131810"/>
                <a:gd name="csX14" fmla="*/ 23796 w 84335"/>
                <a:gd name="csY14" fmla="*/ 108260 h 131810"/>
                <a:gd name="csX15" fmla="*/ 42251 w 84335"/>
                <a:gd name="csY15" fmla="*/ 118765 h 131810"/>
                <a:gd name="csX16" fmla="*/ 60507 w 84335"/>
                <a:gd name="csY16" fmla="*/ 108260 h 131810"/>
                <a:gd name="csX17" fmla="*/ 68047 w 84335"/>
                <a:gd name="csY17" fmla="*/ 66041 h 131810"/>
                <a:gd name="csX18" fmla="*/ 60507 w 84335"/>
                <a:gd name="csY18" fmla="*/ 23623 h 131810"/>
                <a:gd name="csX19" fmla="*/ 42052 w 84335"/>
                <a:gd name="csY19" fmla="*/ 13118 h 131810"/>
                <a:gd name="csX20" fmla="*/ 24590 w 84335"/>
                <a:gd name="csY20" fmla="*/ 22434 h 131810"/>
                <a:gd name="csX21" fmla="*/ 16454 w 84335"/>
                <a:gd name="csY21" fmla="*/ 66041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335" h="131810">
                  <a:moveTo>
                    <a:pt x="182" y="66041"/>
                  </a:moveTo>
                  <a:cubicBezTo>
                    <a:pt x="182" y="50729"/>
                    <a:pt x="1670" y="38440"/>
                    <a:pt x="4746" y="29173"/>
                  </a:cubicBezTo>
                  <a:cubicBezTo>
                    <a:pt x="7921" y="19808"/>
                    <a:pt x="12584" y="12623"/>
                    <a:pt x="18835" y="7568"/>
                  </a:cubicBezTo>
                  <a:cubicBezTo>
                    <a:pt x="25036" y="2563"/>
                    <a:pt x="32825" y="36"/>
                    <a:pt x="42251" y="36"/>
                  </a:cubicBezTo>
                  <a:cubicBezTo>
                    <a:pt x="49246" y="36"/>
                    <a:pt x="55347" y="1424"/>
                    <a:pt x="60507" y="4198"/>
                  </a:cubicBezTo>
                  <a:cubicBezTo>
                    <a:pt x="65765" y="6973"/>
                    <a:pt x="70081" y="11037"/>
                    <a:pt x="73405" y="16289"/>
                  </a:cubicBezTo>
                  <a:cubicBezTo>
                    <a:pt x="76828" y="21592"/>
                    <a:pt x="79557" y="27984"/>
                    <a:pt x="81541" y="35516"/>
                  </a:cubicBezTo>
                  <a:cubicBezTo>
                    <a:pt x="83526" y="43048"/>
                    <a:pt x="84518" y="53256"/>
                    <a:pt x="84518" y="66041"/>
                  </a:cubicBezTo>
                  <a:cubicBezTo>
                    <a:pt x="84518" y="81105"/>
                    <a:pt x="82930" y="93344"/>
                    <a:pt x="79755" y="102710"/>
                  </a:cubicBezTo>
                  <a:cubicBezTo>
                    <a:pt x="76580" y="111976"/>
                    <a:pt x="71867" y="119161"/>
                    <a:pt x="65666" y="124315"/>
                  </a:cubicBezTo>
                  <a:cubicBezTo>
                    <a:pt x="59564" y="129369"/>
                    <a:pt x="51776" y="131847"/>
                    <a:pt x="42251" y="131847"/>
                  </a:cubicBezTo>
                  <a:cubicBezTo>
                    <a:pt x="29799" y="131847"/>
                    <a:pt x="20026" y="127437"/>
                    <a:pt x="12882" y="118567"/>
                  </a:cubicBezTo>
                  <a:cubicBezTo>
                    <a:pt x="4399" y="107764"/>
                    <a:pt x="182" y="90223"/>
                    <a:pt x="182" y="66041"/>
                  </a:cubicBezTo>
                  <a:close/>
                  <a:moveTo>
                    <a:pt x="16454" y="66041"/>
                  </a:moveTo>
                  <a:cubicBezTo>
                    <a:pt x="16454" y="87200"/>
                    <a:pt x="18885" y="101273"/>
                    <a:pt x="23796" y="108260"/>
                  </a:cubicBezTo>
                  <a:cubicBezTo>
                    <a:pt x="28806" y="115296"/>
                    <a:pt x="34958" y="118765"/>
                    <a:pt x="42251" y="118765"/>
                  </a:cubicBezTo>
                  <a:cubicBezTo>
                    <a:pt x="49494" y="118765"/>
                    <a:pt x="55596" y="115296"/>
                    <a:pt x="60507" y="108260"/>
                  </a:cubicBezTo>
                  <a:cubicBezTo>
                    <a:pt x="65517" y="101273"/>
                    <a:pt x="68047" y="87200"/>
                    <a:pt x="68047" y="66041"/>
                  </a:cubicBezTo>
                  <a:cubicBezTo>
                    <a:pt x="68047" y="44782"/>
                    <a:pt x="65517" y="30660"/>
                    <a:pt x="60507" y="23623"/>
                  </a:cubicBezTo>
                  <a:cubicBezTo>
                    <a:pt x="55596" y="16636"/>
                    <a:pt x="49444" y="13118"/>
                    <a:pt x="42052" y="13118"/>
                  </a:cubicBezTo>
                  <a:cubicBezTo>
                    <a:pt x="34760" y="13118"/>
                    <a:pt x="28955" y="16240"/>
                    <a:pt x="24590" y="22434"/>
                  </a:cubicBezTo>
                  <a:cubicBezTo>
                    <a:pt x="19133" y="30263"/>
                    <a:pt x="16454" y="44782"/>
                    <a:pt x="16454" y="660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Freihandform: Form 740">
              <a:extLst>
                <a:ext uri="{FF2B5EF4-FFF2-40B4-BE49-F238E27FC236}">
                  <a16:creationId xmlns:a16="http://schemas.microsoft.com/office/drawing/2014/main" id="{0376ADA4-60A3-4DAB-3B56-4786A2C1A8EB}"/>
                </a:ext>
              </a:extLst>
            </p:cNvPr>
            <p:cNvSpPr/>
            <p:nvPr/>
          </p:nvSpPr>
          <p:spPr>
            <a:xfrm>
              <a:off x="8773077" y="5617207"/>
              <a:ext cx="18057" cy="18037"/>
            </a:xfrm>
            <a:custGeom>
              <a:avLst/>
              <a:gdLst>
                <a:gd name="csX0" fmla="*/ 190 w 18057"/>
                <a:gd name="csY0" fmla="*/ 18073 h 18037"/>
                <a:gd name="csX1" fmla="*/ 190 w 18057"/>
                <a:gd name="csY1" fmla="*/ 36 h 18037"/>
                <a:gd name="csX2" fmla="*/ 18248 w 18057"/>
                <a:gd name="csY2" fmla="*/ 36 h 18037"/>
                <a:gd name="csX3" fmla="*/ 18248 w 18057"/>
                <a:gd name="csY3" fmla="*/ 18073 h 18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057" h="18037">
                  <a:moveTo>
                    <a:pt x="190" y="18073"/>
                  </a:moveTo>
                  <a:lnTo>
                    <a:pt x="190" y="36"/>
                  </a:lnTo>
                  <a:lnTo>
                    <a:pt x="18248" y="36"/>
                  </a:lnTo>
                  <a:lnTo>
                    <a:pt x="18248" y="180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2" name="Freihandform: Form 741">
              <a:extLst>
                <a:ext uri="{FF2B5EF4-FFF2-40B4-BE49-F238E27FC236}">
                  <a16:creationId xmlns:a16="http://schemas.microsoft.com/office/drawing/2014/main" id="{736A66C4-48E5-AE14-26C0-27BF3BD12D2F}"/>
                </a:ext>
              </a:extLst>
            </p:cNvPr>
            <p:cNvSpPr/>
            <p:nvPr/>
          </p:nvSpPr>
          <p:spPr>
            <a:xfrm>
              <a:off x="8813551" y="5505614"/>
              <a:ext cx="85328" cy="131810"/>
            </a:xfrm>
            <a:custGeom>
              <a:avLst/>
              <a:gdLst>
                <a:gd name="csX0" fmla="*/ 83339 w 85328"/>
                <a:gd name="csY0" fmla="*/ 32146 h 131810"/>
                <a:gd name="csX1" fmla="*/ 67464 w 85328"/>
                <a:gd name="csY1" fmla="*/ 33336 h 131810"/>
                <a:gd name="csX2" fmla="*/ 61511 w 85328"/>
                <a:gd name="csY2" fmla="*/ 19857 h 131810"/>
                <a:gd name="csX3" fmla="*/ 45636 w 85328"/>
                <a:gd name="csY3" fmla="*/ 13118 h 131810"/>
                <a:gd name="csX4" fmla="*/ 32341 w 85328"/>
                <a:gd name="csY4" fmla="*/ 17280 h 131810"/>
                <a:gd name="csX5" fmla="*/ 20434 w 85328"/>
                <a:gd name="csY5" fmla="*/ 33336 h 131810"/>
                <a:gd name="csX6" fmla="*/ 16069 w 85328"/>
                <a:gd name="csY6" fmla="*/ 63067 h 131810"/>
                <a:gd name="csX7" fmla="*/ 29959 w 85328"/>
                <a:gd name="csY7" fmla="*/ 50184 h 131810"/>
                <a:gd name="csX8" fmla="*/ 47422 w 85328"/>
                <a:gd name="csY8" fmla="*/ 45823 h 131810"/>
                <a:gd name="csX9" fmla="*/ 74409 w 85328"/>
                <a:gd name="csY9" fmla="*/ 57518 h 131810"/>
                <a:gd name="csX10" fmla="*/ 85522 w 85328"/>
                <a:gd name="csY10" fmla="*/ 87646 h 131810"/>
                <a:gd name="csX11" fmla="*/ 80164 w 85328"/>
                <a:gd name="csY11" fmla="*/ 110440 h 131810"/>
                <a:gd name="csX12" fmla="*/ 65877 w 85328"/>
                <a:gd name="csY12" fmla="*/ 126297 h 131810"/>
                <a:gd name="csX13" fmla="*/ 45041 w 85328"/>
                <a:gd name="csY13" fmla="*/ 131847 h 131810"/>
                <a:gd name="csX14" fmla="*/ 12695 w 85328"/>
                <a:gd name="csY14" fmla="*/ 117378 h 131810"/>
                <a:gd name="csX15" fmla="*/ 194 w 85328"/>
                <a:gd name="csY15" fmla="*/ 69212 h 131810"/>
                <a:gd name="csX16" fmla="*/ 14084 w 85328"/>
                <a:gd name="csY16" fmla="*/ 14902 h 131810"/>
                <a:gd name="csX17" fmla="*/ 46628 w 85328"/>
                <a:gd name="csY17" fmla="*/ 36 h 131810"/>
                <a:gd name="csX18" fmla="*/ 71631 w 85328"/>
                <a:gd name="csY18" fmla="*/ 8559 h 131810"/>
                <a:gd name="csX19" fmla="*/ 83339 w 85328"/>
                <a:gd name="csY19" fmla="*/ 32146 h 131810"/>
                <a:gd name="csX20" fmla="*/ 18450 w 85328"/>
                <a:gd name="csY20" fmla="*/ 87844 h 131810"/>
                <a:gd name="csX21" fmla="*/ 21823 w 85328"/>
                <a:gd name="csY21" fmla="*/ 103503 h 131810"/>
                <a:gd name="csX22" fmla="*/ 31547 w 85328"/>
                <a:gd name="csY22" fmla="*/ 114999 h 131810"/>
                <a:gd name="csX23" fmla="*/ 44842 w 85328"/>
                <a:gd name="csY23" fmla="*/ 118765 h 131810"/>
                <a:gd name="csX24" fmla="*/ 62106 w 85328"/>
                <a:gd name="csY24" fmla="*/ 110837 h 131810"/>
                <a:gd name="csX25" fmla="*/ 69448 w 85328"/>
                <a:gd name="csY25" fmla="*/ 88637 h 131810"/>
                <a:gd name="csX26" fmla="*/ 62305 w 85328"/>
                <a:gd name="csY26" fmla="*/ 67626 h 131810"/>
                <a:gd name="csX27" fmla="*/ 44247 w 85328"/>
                <a:gd name="csY27" fmla="*/ 59896 h 131810"/>
                <a:gd name="csX28" fmla="*/ 25991 w 85328"/>
                <a:gd name="csY28" fmla="*/ 67626 h 131810"/>
                <a:gd name="csX29" fmla="*/ 18450 w 85328"/>
                <a:gd name="csY29" fmla="*/ 87844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85328" h="131810">
                  <a:moveTo>
                    <a:pt x="83339" y="32146"/>
                  </a:moveTo>
                  <a:lnTo>
                    <a:pt x="67464" y="33336"/>
                  </a:lnTo>
                  <a:cubicBezTo>
                    <a:pt x="66125" y="27142"/>
                    <a:pt x="64140" y="22632"/>
                    <a:pt x="61511" y="19857"/>
                  </a:cubicBezTo>
                  <a:cubicBezTo>
                    <a:pt x="57245" y="15397"/>
                    <a:pt x="51986" y="13118"/>
                    <a:pt x="45636" y="13118"/>
                  </a:cubicBezTo>
                  <a:cubicBezTo>
                    <a:pt x="40576" y="13118"/>
                    <a:pt x="36161" y="14506"/>
                    <a:pt x="32341" y="17280"/>
                  </a:cubicBezTo>
                  <a:cubicBezTo>
                    <a:pt x="27280" y="20997"/>
                    <a:pt x="23312" y="26349"/>
                    <a:pt x="20434" y="33336"/>
                  </a:cubicBezTo>
                  <a:cubicBezTo>
                    <a:pt x="17656" y="40224"/>
                    <a:pt x="16168" y="50134"/>
                    <a:pt x="16069" y="63067"/>
                  </a:cubicBezTo>
                  <a:cubicBezTo>
                    <a:pt x="19889" y="57270"/>
                    <a:pt x="24502" y="52959"/>
                    <a:pt x="29959" y="50184"/>
                  </a:cubicBezTo>
                  <a:cubicBezTo>
                    <a:pt x="35516" y="47310"/>
                    <a:pt x="41320" y="45823"/>
                    <a:pt x="47422" y="45823"/>
                  </a:cubicBezTo>
                  <a:cubicBezTo>
                    <a:pt x="57989" y="45823"/>
                    <a:pt x="66968" y="49738"/>
                    <a:pt x="74409" y="57518"/>
                  </a:cubicBezTo>
                  <a:cubicBezTo>
                    <a:pt x="81801" y="65347"/>
                    <a:pt x="85522" y="75357"/>
                    <a:pt x="85522" y="87646"/>
                  </a:cubicBezTo>
                  <a:cubicBezTo>
                    <a:pt x="85522" y="95872"/>
                    <a:pt x="83736" y="103453"/>
                    <a:pt x="80164" y="110440"/>
                  </a:cubicBezTo>
                  <a:cubicBezTo>
                    <a:pt x="76691" y="117328"/>
                    <a:pt x="71929" y="122630"/>
                    <a:pt x="65877" y="126297"/>
                  </a:cubicBezTo>
                  <a:cubicBezTo>
                    <a:pt x="59775" y="129964"/>
                    <a:pt x="52829" y="131847"/>
                    <a:pt x="45041" y="131847"/>
                  </a:cubicBezTo>
                  <a:cubicBezTo>
                    <a:pt x="31795" y="131847"/>
                    <a:pt x="21030" y="127040"/>
                    <a:pt x="12695" y="117378"/>
                  </a:cubicBezTo>
                  <a:cubicBezTo>
                    <a:pt x="4361" y="107616"/>
                    <a:pt x="194" y="91560"/>
                    <a:pt x="194" y="69212"/>
                  </a:cubicBezTo>
                  <a:cubicBezTo>
                    <a:pt x="194" y="44237"/>
                    <a:pt x="4807" y="26150"/>
                    <a:pt x="14084" y="14902"/>
                  </a:cubicBezTo>
                  <a:cubicBezTo>
                    <a:pt x="22121" y="4991"/>
                    <a:pt x="32986" y="36"/>
                    <a:pt x="46628" y="36"/>
                  </a:cubicBezTo>
                  <a:cubicBezTo>
                    <a:pt x="56798" y="36"/>
                    <a:pt x="65132" y="2910"/>
                    <a:pt x="71631" y="8559"/>
                  </a:cubicBezTo>
                  <a:cubicBezTo>
                    <a:pt x="78080" y="14258"/>
                    <a:pt x="82000" y="22137"/>
                    <a:pt x="83339" y="32146"/>
                  </a:cubicBezTo>
                  <a:close/>
                  <a:moveTo>
                    <a:pt x="18450" y="87844"/>
                  </a:moveTo>
                  <a:cubicBezTo>
                    <a:pt x="18450" y="93295"/>
                    <a:pt x="19541" y="98498"/>
                    <a:pt x="21823" y="103503"/>
                  </a:cubicBezTo>
                  <a:cubicBezTo>
                    <a:pt x="24205" y="108557"/>
                    <a:pt x="27429" y="112373"/>
                    <a:pt x="31547" y="114999"/>
                  </a:cubicBezTo>
                  <a:cubicBezTo>
                    <a:pt x="35764" y="117526"/>
                    <a:pt x="40179" y="118765"/>
                    <a:pt x="44842" y="118765"/>
                  </a:cubicBezTo>
                  <a:cubicBezTo>
                    <a:pt x="51589" y="118765"/>
                    <a:pt x="57344" y="116139"/>
                    <a:pt x="62106" y="110837"/>
                  </a:cubicBezTo>
                  <a:cubicBezTo>
                    <a:pt x="66968" y="105435"/>
                    <a:pt x="69448" y="98052"/>
                    <a:pt x="69448" y="88637"/>
                  </a:cubicBezTo>
                  <a:cubicBezTo>
                    <a:pt x="69448" y="79816"/>
                    <a:pt x="67067" y="72780"/>
                    <a:pt x="62305" y="67626"/>
                  </a:cubicBezTo>
                  <a:cubicBezTo>
                    <a:pt x="57542" y="62473"/>
                    <a:pt x="51490" y="59896"/>
                    <a:pt x="44247" y="59896"/>
                  </a:cubicBezTo>
                  <a:cubicBezTo>
                    <a:pt x="37103" y="59896"/>
                    <a:pt x="31001" y="62473"/>
                    <a:pt x="25991" y="67626"/>
                  </a:cubicBezTo>
                  <a:cubicBezTo>
                    <a:pt x="20930" y="72780"/>
                    <a:pt x="18450" y="79519"/>
                    <a:pt x="18450" y="878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3" name="Freihandform: Form 742">
              <a:extLst>
                <a:ext uri="{FF2B5EF4-FFF2-40B4-BE49-F238E27FC236}">
                  <a16:creationId xmlns:a16="http://schemas.microsoft.com/office/drawing/2014/main" id="{DD6EC11C-852A-2F90-21EA-34D6D36BE5B0}"/>
                </a:ext>
              </a:extLst>
            </p:cNvPr>
            <p:cNvSpPr/>
            <p:nvPr/>
          </p:nvSpPr>
          <p:spPr>
            <a:xfrm>
              <a:off x="8914629" y="5505614"/>
              <a:ext cx="85129" cy="131810"/>
            </a:xfrm>
            <a:custGeom>
              <a:avLst/>
              <a:gdLst>
                <a:gd name="csX0" fmla="*/ 24808 w 85129"/>
                <a:gd name="csY0" fmla="*/ 59698 h 131810"/>
                <a:gd name="csX1" fmla="*/ 10124 w 85129"/>
                <a:gd name="csY1" fmla="*/ 49391 h 131810"/>
                <a:gd name="csX2" fmla="*/ 5361 w 85129"/>
                <a:gd name="csY2" fmla="*/ 33336 h 131810"/>
                <a:gd name="csX3" fmla="*/ 15481 w 85129"/>
                <a:gd name="csY3" fmla="*/ 9748 h 131810"/>
                <a:gd name="csX4" fmla="*/ 42469 w 85129"/>
                <a:gd name="csY4" fmla="*/ 36 h 131810"/>
                <a:gd name="csX5" fmla="*/ 69655 w 85129"/>
                <a:gd name="csY5" fmla="*/ 9947 h 131810"/>
                <a:gd name="csX6" fmla="*/ 79974 w 85129"/>
                <a:gd name="csY6" fmla="*/ 33732 h 131810"/>
                <a:gd name="csX7" fmla="*/ 75211 w 85129"/>
                <a:gd name="csY7" fmla="*/ 49391 h 131810"/>
                <a:gd name="csX8" fmla="*/ 60924 w 85129"/>
                <a:gd name="csY8" fmla="*/ 59698 h 131810"/>
                <a:gd name="csX9" fmla="*/ 78981 w 85129"/>
                <a:gd name="csY9" fmla="*/ 72185 h 131810"/>
                <a:gd name="csX10" fmla="*/ 85331 w 85129"/>
                <a:gd name="csY10" fmla="*/ 92799 h 131810"/>
                <a:gd name="csX11" fmla="*/ 73624 w 85129"/>
                <a:gd name="csY11" fmla="*/ 120549 h 131810"/>
                <a:gd name="csX12" fmla="*/ 42667 w 85129"/>
                <a:gd name="csY12" fmla="*/ 131847 h 131810"/>
                <a:gd name="csX13" fmla="*/ 11909 w 85129"/>
                <a:gd name="csY13" fmla="*/ 120549 h 131810"/>
                <a:gd name="csX14" fmla="*/ 202 w 85129"/>
                <a:gd name="csY14" fmla="*/ 92403 h 131810"/>
                <a:gd name="csX15" fmla="*/ 6552 w 85129"/>
                <a:gd name="csY15" fmla="*/ 71194 h 131810"/>
                <a:gd name="csX16" fmla="*/ 24808 w 85129"/>
                <a:gd name="csY16" fmla="*/ 59698 h 131810"/>
                <a:gd name="csX17" fmla="*/ 21633 w 85129"/>
                <a:gd name="csY17" fmla="*/ 32741 h 131810"/>
                <a:gd name="csX18" fmla="*/ 27388 w 85129"/>
                <a:gd name="csY18" fmla="*/ 47805 h 131810"/>
                <a:gd name="csX19" fmla="*/ 42866 w 85129"/>
                <a:gd name="csY19" fmla="*/ 53553 h 131810"/>
                <a:gd name="csX20" fmla="*/ 57749 w 85129"/>
                <a:gd name="csY20" fmla="*/ 47805 h 131810"/>
                <a:gd name="csX21" fmla="*/ 63702 w 85129"/>
                <a:gd name="csY21" fmla="*/ 33732 h 131810"/>
                <a:gd name="csX22" fmla="*/ 57550 w 85129"/>
                <a:gd name="csY22" fmla="*/ 19064 h 131810"/>
                <a:gd name="csX23" fmla="*/ 42667 w 85129"/>
                <a:gd name="csY23" fmla="*/ 13118 h 131810"/>
                <a:gd name="csX24" fmla="*/ 27586 w 85129"/>
                <a:gd name="csY24" fmla="*/ 18866 h 131810"/>
                <a:gd name="csX25" fmla="*/ 21633 w 85129"/>
                <a:gd name="csY25" fmla="*/ 32741 h 131810"/>
                <a:gd name="csX26" fmla="*/ 16474 w 85129"/>
                <a:gd name="csY26" fmla="*/ 92403 h 131810"/>
                <a:gd name="csX27" fmla="*/ 19649 w 85129"/>
                <a:gd name="csY27" fmla="*/ 105485 h 131810"/>
                <a:gd name="csX28" fmla="*/ 29372 w 85129"/>
                <a:gd name="csY28" fmla="*/ 115395 h 131810"/>
                <a:gd name="csX29" fmla="*/ 42866 w 85129"/>
                <a:gd name="csY29" fmla="*/ 118765 h 131810"/>
                <a:gd name="csX30" fmla="*/ 61717 w 85129"/>
                <a:gd name="csY30" fmla="*/ 111629 h 131810"/>
                <a:gd name="csX31" fmla="*/ 69059 w 85129"/>
                <a:gd name="csY31" fmla="*/ 92997 h 131810"/>
                <a:gd name="csX32" fmla="*/ 61320 w 85129"/>
                <a:gd name="csY32" fmla="*/ 73969 h 131810"/>
                <a:gd name="csX33" fmla="*/ 42469 w 85129"/>
                <a:gd name="csY33" fmla="*/ 66437 h 131810"/>
                <a:gd name="csX34" fmla="*/ 23816 w 85129"/>
                <a:gd name="csY34" fmla="*/ 73969 h 131810"/>
                <a:gd name="csX35" fmla="*/ 16474 w 85129"/>
                <a:gd name="csY35" fmla="*/ 92403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85129" h="131810">
                  <a:moveTo>
                    <a:pt x="24808" y="59698"/>
                  </a:moveTo>
                  <a:cubicBezTo>
                    <a:pt x="18160" y="57319"/>
                    <a:pt x="13299" y="53900"/>
                    <a:pt x="10124" y="49391"/>
                  </a:cubicBezTo>
                  <a:cubicBezTo>
                    <a:pt x="6949" y="44931"/>
                    <a:pt x="5361" y="39579"/>
                    <a:pt x="5361" y="33336"/>
                  </a:cubicBezTo>
                  <a:cubicBezTo>
                    <a:pt x="5361" y="23970"/>
                    <a:pt x="8734" y="16091"/>
                    <a:pt x="15481" y="9748"/>
                  </a:cubicBezTo>
                  <a:cubicBezTo>
                    <a:pt x="22228" y="3307"/>
                    <a:pt x="31207" y="36"/>
                    <a:pt x="42469" y="36"/>
                  </a:cubicBezTo>
                  <a:cubicBezTo>
                    <a:pt x="53681" y="36"/>
                    <a:pt x="62759" y="3356"/>
                    <a:pt x="69655" y="9947"/>
                  </a:cubicBezTo>
                  <a:cubicBezTo>
                    <a:pt x="76501" y="16438"/>
                    <a:pt x="79974" y="24367"/>
                    <a:pt x="79974" y="33732"/>
                  </a:cubicBezTo>
                  <a:cubicBezTo>
                    <a:pt x="79974" y="39678"/>
                    <a:pt x="78386" y="44931"/>
                    <a:pt x="75211" y="49391"/>
                  </a:cubicBezTo>
                  <a:cubicBezTo>
                    <a:pt x="72135" y="53900"/>
                    <a:pt x="67373" y="57319"/>
                    <a:pt x="60924" y="59698"/>
                  </a:cubicBezTo>
                  <a:cubicBezTo>
                    <a:pt x="68861" y="62225"/>
                    <a:pt x="74864" y="66388"/>
                    <a:pt x="78981" y="72185"/>
                  </a:cubicBezTo>
                  <a:cubicBezTo>
                    <a:pt x="83198" y="77884"/>
                    <a:pt x="85331" y="84772"/>
                    <a:pt x="85331" y="92799"/>
                  </a:cubicBezTo>
                  <a:cubicBezTo>
                    <a:pt x="85331" y="103800"/>
                    <a:pt x="81412" y="113017"/>
                    <a:pt x="73624" y="120549"/>
                  </a:cubicBezTo>
                  <a:cubicBezTo>
                    <a:pt x="65785" y="128081"/>
                    <a:pt x="55466" y="131847"/>
                    <a:pt x="42667" y="131847"/>
                  </a:cubicBezTo>
                  <a:cubicBezTo>
                    <a:pt x="29967" y="131847"/>
                    <a:pt x="19698" y="128081"/>
                    <a:pt x="11909" y="120549"/>
                  </a:cubicBezTo>
                  <a:cubicBezTo>
                    <a:pt x="4071" y="113017"/>
                    <a:pt x="202" y="103651"/>
                    <a:pt x="202" y="92403"/>
                  </a:cubicBezTo>
                  <a:cubicBezTo>
                    <a:pt x="202" y="83979"/>
                    <a:pt x="2285" y="76893"/>
                    <a:pt x="6552" y="71194"/>
                  </a:cubicBezTo>
                  <a:cubicBezTo>
                    <a:pt x="10768" y="65545"/>
                    <a:pt x="16870" y="61680"/>
                    <a:pt x="24808" y="59698"/>
                  </a:cubicBezTo>
                  <a:close/>
                  <a:moveTo>
                    <a:pt x="21633" y="32741"/>
                  </a:moveTo>
                  <a:cubicBezTo>
                    <a:pt x="21633" y="38836"/>
                    <a:pt x="23518" y="43841"/>
                    <a:pt x="27388" y="47805"/>
                  </a:cubicBezTo>
                  <a:cubicBezTo>
                    <a:pt x="31356" y="51670"/>
                    <a:pt x="36516" y="53553"/>
                    <a:pt x="42866" y="53553"/>
                  </a:cubicBezTo>
                  <a:cubicBezTo>
                    <a:pt x="48918" y="53553"/>
                    <a:pt x="53879" y="51670"/>
                    <a:pt x="57749" y="47805"/>
                  </a:cubicBezTo>
                  <a:cubicBezTo>
                    <a:pt x="61717" y="43990"/>
                    <a:pt x="63702" y="39282"/>
                    <a:pt x="63702" y="33732"/>
                  </a:cubicBezTo>
                  <a:cubicBezTo>
                    <a:pt x="63702" y="27934"/>
                    <a:pt x="61618" y="23029"/>
                    <a:pt x="57550" y="19064"/>
                  </a:cubicBezTo>
                  <a:cubicBezTo>
                    <a:pt x="53581" y="15100"/>
                    <a:pt x="48620" y="13118"/>
                    <a:pt x="42667" y="13118"/>
                  </a:cubicBezTo>
                  <a:cubicBezTo>
                    <a:pt x="36565" y="13118"/>
                    <a:pt x="31555" y="15051"/>
                    <a:pt x="27586" y="18866"/>
                  </a:cubicBezTo>
                  <a:cubicBezTo>
                    <a:pt x="23617" y="22731"/>
                    <a:pt x="21633" y="27340"/>
                    <a:pt x="21633" y="32741"/>
                  </a:cubicBezTo>
                  <a:close/>
                  <a:moveTo>
                    <a:pt x="16474" y="92403"/>
                  </a:moveTo>
                  <a:cubicBezTo>
                    <a:pt x="16474" y="96912"/>
                    <a:pt x="17515" y="101273"/>
                    <a:pt x="19649" y="105485"/>
                  </a:cubicBezTo>
                  <a:cubicBezTo>
                    <a:pt x="21881" y="109746"/>
                    <a:pt x="25106" y="113017"/>
                    <a:pt x="29372" y="115395"/>
                  </a:cubicBezTo>
                  <a:cubicBezTo>
                    <a:pt x="33589" y="117675"/>
                    <a:pt x="38103" y="118765"/>
                    <a:pt x="42866" y="118765"/>
                  </a:cubicBezTo>
                  <a:cubicBezTo>
                    <a:pt x="50506" y="118765"/>
                    <a:pt x="56806" y="116386"/>
                    <a:pt x="61717" y="111629"/>
                  </a:cubicBezTo>
                  <a:cubicBezTo>
                    <a:pt x="66579" y="106773"/>
                    <a:pt x="69059" y="100530"/>
                    <a:pt x="69059" y="92997"/>
                  </a:cubicBezTo>
                  <a:cubicBezTo>
                    <a:pt x="69059" y="85366"/>
                    <a:pt x="66480" y="79024"/>
                    <a:pt x="61320" y="73969"/>
                  </a:cubicBezTo>
                  <a:cubicBezTo>
                    <a:pt x="56260" y="68964"/>
                    <a:pt x="50009" y="66437"/>
                    <a:pt x="42469" y="66437"/>
                  </a:cubicBezTo>
                  <a:cubicBezTo>
                    <a:pt x="34928" y="66437"/>
                    <a:pt x="28677" y="68964"/>
                    <a:pt x="23816" y="73969"/>
                  </a:cubicBezTo>
                  <a:cubicBezTo>
                    <a:pt x="18904" y="78875"/>
                    <a:pt x="16474" y="85019"/>
                    <a:pt x="16474" y="924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49" name="Freihandform: Form 748">
            <a:extLst>
              <a:ext uri="{FF2B5EF4-FFF2-40B4-BE49-F238E27FC236}">
                <a16:creationId xmlns:a16="http://schemas.microsoft.com/office/drawing/2014/main" id="{24C4187B-D879-D74B-912B-FC0BAD9BB40F}"/>
              </a:ext>
            </a:extLst>
          </p:cNvPr>
          <p:cNvSpPr/>
          <p:nvPr/>
        </p:nvSpPr>
        <p:spPr>
          <a:xfrm>
            <a:off x="6999765" y="1883791"/>
            <a:ext cx="93052" cy="145434"/>
          </a:xfrm>
          <a:custGeom>
            <a:avLst/>
            <a:gdLst>
              <a:gd name="csX0" fmla="*/ 74 w 84335"/>
              <a:gd name="csY0" fmla="*/ 66080 h 131810"/>
              <a:gd name="csX1" fmla="*/ 4638 w 84335"/>
              <a:gd name="csY1" fmla="*/ 29212 h 131810"/>
              <a:gd name="csX2" fmla="*/ 18727 w 84335"/>
              <a:gd name="csY2" fmla="*/ 7607 h 131810"/>
              <a:gd name="csX3" fmla="*/ 42143 w 84335"/>
              <a:gd name="csY3" fmla="*/ 75 h 131810"/>
              <a:gd name="csX4" fmla="*/ 60399 w 84335"/>
              <a:gd name="csY4" fmla="*/ 4238 h 131810"/>
              <a:gd name="csX5" fmla="*/ 73298 w 84335"/>
              <a:gd name="csY5" fmla="*/ 16329 h 131810"/>
              <a:gd name="csX6" fmla="*/ 81434 w 84335"/>
              <a:gd name="csY6" fmla="*/ 35555 h 131810"/>
              <a:gd name="csX7" fmla="*/ 84410 w 84335"/>
              <a:gd name="csY7" fmla="*/ 66080 h 131810"/>
              <a:gd name="csX8" fmla="*/ 79648 w 84335"/>
              <a:gd name="csY8" fmla="*/ 102749 h 131810"/>
              <a:gd name="csX9" fmla="*/ 65559 w 84335"/>
              <a:gd name="csY9" fmla="*/ 124354 h 131810"/>
              <a:gd name="csX10" fmla="*/ 42143 w 84335"/>
              <a:gd name="csY10" fmla="*/ 131886 h 131810"/>
              <a:gd name="csX11" fmla="*/ 12774 w 84335"/>
              <a:gd name="csY11" fmla="*/ 118606 h 131810"/>
              <a:gd name="csX12" fmla="*/ 74 w 84335"/>
              <a:gd name="csY12" fmla="*/ 66080 h 131810"/>
              <a:gd name="csX13" fmla="*/ 16346 w 84335"/>
              <a:gd name="csY13" fmla="*/ 66080 h 131810"/>
              <a:gd name="csX14" fmla="*/ 23688 w 84335"/>
              <a:gd name="csY14" fmla="*/ 108299 h 131810"/>
              <a:gd name="csX15" fmla="*/ 42143 w 84335"/>
              <a:gd name="csY15" fmla="*/ 118804 h 131810"/>
              <a:gd name="csX16" fmla="*/ 60399 w 84335"/>
              <a:gd name="csY16" fmla="*/ 108299 h 131810"/>
              <a:gd name="csX17" fmla="*/ 67940 w 84335"/>
              <a:gd name="csY17" fmla="*/ 66080 h 131810"/>
              <a:gd name="csX18" fmla="*/ 60399 w 84335"/>
              <a:gd name="csY18" fmla="*/ 23662 h 131810"/>
              <a:gd name="csX19" fmla="*/ 41944 w 84335"/>
              <a:gd name="csY19" fmla="*/ 13157 h 131810"/>
              <a:gd name="csX20" fmla="*/ 24482 w 84335"/>
              <a:gd name="csY20" fmla="*/ 22473 h 131810"/>
              <a:gd name="csX21" fmla="*/ 16346 w 84335"/>
              <a:gd name="csY21" fmla="*/ 66080 h 1318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84335" h="131810">
                <a:moveTo>
                  <a:pt x="74" y="66080"/>
                </a:moveTo>
                <a:cubicBezTo>
                  <a:pt x="74" y="50768"/>
                  <a:pt x="1562" y="38479"/>
                  <a:pt x="4638" y="29212"/>
                </a:cubicBezTo>
                <a:cubicBezTo>
                  <a:pt x="7813" y="19847"/>
                  <a:pt x="12476" y="12662"/>
                  <a:pt x="18727" y="7607"/>
                </a:cubicBezTo>
                <a:cubicBezTo>
                  <a:pt x="24928" y="2602"/>
                  <a:pt x="32717" y="75"/>
                  <a:pt x="42143" y="75"/>
                </a:cubicBezTo>
                <a:cubicBezTo>
                  <a:pt x="49138" y="75"/>
                  <a:pt x="55240" y="1463"/>
                  <a:pt x="60399" y="4238"/>
                </a:cubicBezTo>
                <a:cubicBezTo>
                  <a:pt x="65658" y="7013"/>
                  <a:pt x="69974" y="11076"/>
                  <a:pt x="73298" y="16329"/>
                </a:cubicBezTo>
                <a:cubicBezTo>
                  <a:pt x="76721" y="21631"/>
                  <a:pt x="79449" y="28023"/>
                  <a:pt x="81434" y="35555"/>
                </a:cubicBezTo>
                <a:cubicBezTo>
                  <a:pt x="83418" y="43087"/>
                  <a:pt x="84410" y="53295"/>
                  <a:pt x="84410" y="66080"/>
                </a:cubicBezTo>
                <a:cubicBezTo>
                  <a:pt x="84410" y="81144"/>
                  <a:pt x="82823" y="93384"/>
                  <a:pt x="79648" y="102749"/>
                </a:cubicBezTo>
                <a:cubicBezTo>
                  <a:pt x="76473" y="112015"/>
                  <a:pt x="71760" y="119201"/>
                  <a:pt x="65559" y="124354"/>
                </a:cubicBezTo>
                <a:cubicBezTo>
                  <a:pt x="59457" y="129409"/>
                  <a:pt x="51668" y="131886"/>
                  <a:pt x="42143" y="131886"/>
                </a:cubicBezTo>
                <a:cubicBezTo>
                  <a:pt x="29691" y="131886"/>
                  <a:pt x="19918" y="127476"/>
                  <a:pt x="12774" y="118606"/>
                </a:cubicBezTo>
                <a:cubicBezTo>
                  <a:pt x="4291" y="107803"/>
                  <a:pt x="74" y="90262"/>
                  <a:pt x="74" y="66080"/>
                </a:cubicBezTo>
                <a:close/>
                <a:moveTo>
                  <a:pt x="16346" y="66080"/>
                </a:moveTo>
                <a:cubicBezTo>
                  <a:pt x="16346" y="87239"/>
                  <a:pt x="18777" y="101312"/>
                  <a:pt x="23688" y="108299"/>
                </a:cubicBezTo>
                <a:cubicBezTo>
                  <a:pt x="28699" y="115336"/>
                  <a:pt x="34850" y="118804"/>
                  <a:pt x="42143" y="118804"/>
                </a:cubicBezTo>
                <a:cubicBezTo>
                  <a:pt x="49386" y="118804"/>
                  <a:pt x="55488" y="115336"/>
                  <a:pt x="60399" y="108299"/>
                </a:cubicBezTo>
                <a:cubicBezTo>
                  <a:pt x="65410" y="101312"/>
                  <a:pt x="67940" y="87239"/>
                  <a:pt x="67940" y="66080"/>
                </a:cubicBezTo>
                <a:cubicBezTo>
                  <a:pt x="67940" y="44822"/>
                  <a:pt x="65410" y="30699"/>
                  <a:pt x="60399" y="23662"/>
                </a:cubicBezTo>
                <a:cubicBezTo>
                  <a:pt x="55488" y="16675"/>
                  <a:pt x="49336" y="13157"/>
                  <a:pt x="41944" y="13157"/>
                </a:cubicBezTo>
                <a:cubicBezTo>
                  <a:pt x="34652" y="13157"/>
                  <a:pt x="28848" y="16279"/>
                  <a:pt x="24482" y="22473"/>
                </a:cubicBezTo>
                <a:cubicBezTo>
                  <a:pt x="19025" y="30303"/>
                  <a:pt x="16346" y="44822"/>
                  <a:pt x="16346" y="66080"/>
                </a:cubicBez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65" name="Grafik 637">
            <a:extLst>
              <a:ext uri="{FF2B5EF4-FFF2-40B4-BE49-F238E27FC236}">
                <a16:creationId xmlns:a16="http://schemas.microsoft.com/office/drawing/2014/main" id="{2362FB05-E5FB-DD5A-6970-1BEAFDBA9279}"/>
              </a:ext>
            </a:extLst>
          </p:cNvPr>
          <p:cNvGrpSpPr/>
          <p:nvPr/>
        </p:nvGrpSpPr>
        <p:grpSpPr>
          <a:xfrm>
            <a:off x="6311950" y="2432398"/>
            <a:ext cx="370614" cy="145434"/>
            <a:chOff x="6672449" y="6500093"/>
            <a:chExt cx="335895" cy="131810"/>
          </a:xfrm>
          <a:solidFill>
            <a:srgbClr val="000000"/>
          </a:solidFill>
        </p:grpSpPr>
        <p:sp>
          <p:nvSpPr>
            <p:cNvPr id="766" name="Freihandform: Form 765">
              <a:extLst>
                <a:ext uri="{FF2B5EF4-FFF2-40B4-BE49-F238E27FC236}">
                  <a16:creationId xmlns:a16="http://schemas.microsoft.com/office/drawing/2014/main" id="{557CC58F-8CCE-0DB3-9C5F-DEE4B20A539A}"/>
                </a:ext>
              </a:extLst>
            </p:cNvPr>
            <p:cNvSpPr/>
            <p:nvPr/>
          </p:nvSpPr>
          <p:spPr>
            <a:xfrm>
              <a:off x="6672449" y="6500093"/>
              <a:ext cx="84335" cy="131810"/>
            </a:xfrm>
            <a:custGeom>
              <a:avLst/>
              <a:gdLst>
                <a:gd name="csX0" fmla="*/ 25 w 84335"/>
                <a:gd name="csY0" fmla="*/ 66119 h 131810"/>
                <a:gd name="csX1" fmla="*/ 4589 w 84335"/>
                <a:gd name="csY1" fmla="*/ 29252 h 131810"/>
                <a:gd name="csX2" fmla="*/ 18678 w 84335"/>
                <a:gd name="csY2" fmla="*/ 7646 h 131810"/>
                <a:gd name="csX3" fmla="*/ 42094 w 84335"/>
                <a:gd name="csY3" fmla="*/ 114 h 131810"/>
                <a:gd name="csX4" fmla="*/ 60350 w 84335"/>
                <a:gd name="csY4" fmla="*/ 4277 h 131810"/>
                <a:gd name="csX5" fmla="*/ 73249 w 84335"/>
                <a:gd name="csY5" fmla="*/ 16368 h 131810"/>
                <a:gd name="csX6" fmla="*/ 81384 w 84335"/>
                <a:gd name="csY6" fmla="*/ 35594 h 131810"/>
                <a:gd name="csX7" fmla="*/ 84361 w 84335"/>
                <a:gd name="csY7" fmla="*/ 66119 h 131810"/>
                <a:gd name="csX8" fmla="*/ 79599 w 84335"/>
                <a:gd name="csY8" fmla="*/ 102788 h 131810"/>
                <a:gd name="csX9" fmla="*/ 65509 w 84335"/>
                <a:gd name="csY9" fmla="*/ 124393 h 131810"/>
                <a:gd name="csX10" fmla="*/ 42094 w 84335"/>
                <a:gd name="csY10" fmla="*/ 131925 h 131810"/>
                <a:gd name="csX11" fmla="*/ 12725 w 84335"/>
                <a:gd name="csY11" fmla="*/ 118645 h 131810"/>
                <a:gd name="csX12" fmla="*/ 25 w 84335"/>
                <a:gd name="csY12" fmla="*/ 66119 h 131810"/>
                <a:gd name="csX13" fmla="*/ 16297 w 84335"/>
                <a:gd name="csY13" fmla="*/ 66119 h 131810"/>
                <a:gd name="csX14" fmla="*/ 23639 w 84335"/>
                <a:gd name="csY14" fmla="*/ 108338 h 131810"/>
                <a:gd name="csX15" fmla="*/ 42094 w 84335"/>
                <a:gd name="csY15" fmla="*/ 118843 h 131810"/>
                <a:gd name="csX16" fmla="*/ 60350 w 84335"/>
                <a:gd name="csY16" fmla="*/ 108338 h 131810"/>
                <a:gd name="csX17" fmla="*/ 67891 w 84335"/>
                <a:gd name="csY17" fmla="*/ 66119 h 131810"/>
                <a:gd name="csX18" fmla="*/ 60350 w 84335"/>
                <a:gd name="csY18" fmla="*/ 23702 h 131810"/>
                <a:gd name="csX19" fmla="*/ 41895 w 84335"/>
                <a:gd name="csY19" fmla="*/ 13196 h 131810"/>
                <a:gd name="csX20" fmla="*/ 24433 w 84335"/>
                <a:gd name="csY20" fmla="*/ 22512 h 131810"/>
                <a:gd name="csX21" fmla="*/ 16297 w 84335"/>
                <a:gd name="csY21" fmla="*/ 66119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335" h="131810">
                  <a:moveTo>
                    <a:pt x="25" y="66119"/>
                  </a:moveTo>
                  <a:cubicBezTo>
                    <a:pt x="25" y="50807"/>
                    <a:pt x="1513" y="38518"/>
                    <a:pt x="4589" y="29252"/>
                  </a:cubicBezTo>
                  <a:cubicBezTo>
                    <a:pt x="7764" y="19886"/>
                    <a:pt x="12427" y="12701"/>
                    <a:pt x="18678" y="7646"/>
                  </a:cubicBezTo>
                  <a:cubicBezTo>
                    <a:pt x="24879" y="2642"/>
                    <a:pt x="32668" y="114"/>
                    <a:pt x="42094" y="114"/>
                  </a:cubicBezTo>
                  <a:cubicBezTo>
                    <a:pt x="49089" y="114"/>
                    <a:pt x="55191" y="1502"/>
                    <a:pt x="60350" y="4277"/>
                  </a:cubicBezTo>
                  <a:cubicBezTo>
                    <a:pt x="65609" y="7052"/>
                    <a:pt x="69925" y="11115"/>
                    <a:pt x="73249" y="16368"/>
                  </a:cubicBezTo>
                  <a:cubicBezTo>
                    <a:pt x="76672" y="21670"/>
                    <a:pt x="79400" y="28062"/>
                    <a:pt x="81384" y="35594"/>
                  </a:cubicBezTo>
                  <a:cubicBezTo>
                    <a:pt x="83369" y="43126"/>
                    <a:pt x="84361" y="53334"/>
                    <a:pt x="84361" y="66119"/>
                  </a:cubicBezTo>
                  <a:cubicBezTo>
                    <a:pt x="84361" y="81183"/>
                    <a:pt x="82774" y="93423"/>
                    <a:pt x="79599" y="102788"/>
                  </a:cubicBezTo>
                  <a:cubicBezTo>
                    <a:pt x="76424" y="112055"/>
                    <a:pt x="71711" y="119240"/>
                    <a:pt x="65509" y="124393"/>
                  </a:cubicBezTo>
                  <a:cubicBezTo>
                    <a:pt x="59407" y="129448"/>
                    <a:pt x="51619" y="131925"/>
                    <a:pt x="42094" y="131925"/>
                  </a:cubicBezTo>
                  <a:cubicBezTo>
                    <a:pt x="29642" y="131925"/>
                    <a:pt x="19869" y="127515"/>
                    <a:pt x="12725" y="118645"/>
                  </a:cubicBezTo>
                  <a:cubicBezTo>
                    <a:pt x="4242" y="107843"/>
                    <a:pt x="25" y="90301"/>
                    <a:pt x="25" y="66119"/>
                  </a:cubicBezTo>
                  <a:close/>
                  <a:moveTo>
                    <a:pt x="16297" y="66119"/>
                  </a:moveTo>
                  <a:cubicBezTo>
                    <a:pt x="16297" y="87278"/>
                    <a:pt x="18728" y="101351"/>
                    <a:pt x="23639" y="108338"/>
                  </a:cubicBezTo>
                  <a:cubicBezTo>
                    <a:pt x="28650" y="115375"/>
                    <a:pt x="34801" y="118843"/>
                    <a:pt x="42094" y="118843"/>
                  </a:cubicBezTo>
                  <a:cubicBezTo>
                    <a:pt x="49337" y="118843"/>
                    <a:pt x="55439" y="115375"/>
                    <a:pt x="60350" y="108338"/>
                  </a:cubicBezTo>
                  <a:cubicBezTo>
                    <a:pt x="65361" y="101351"/>
                    <a:pt x="67891" y="87278"/>
                    <a:pt x="67891" y="66119"/>
                  </a:cubicBezTo>
                  <a:cubicBezTo>
                    <a:pt x="67891" y="44861"/>
                    <a:pt x="65361" y="30738"/>
                    <a:pt x="60350" y="23702"/>
                  </a:cubicBezTo>
                  <a:cubicBezTo>
                    <a:pt x="55439" y="16715"/>
                    <a:pt x="49287" y="13196"/>
                    <a:pt x="41895" y="13196"/>
                  </a:cubicBezTo>
                  <a:cubicBezTo>
                    <a:pt x="34603" y="13196"/>
                    <a:pt x="28799" y="16318"/>
                    <a:pt x="24433" y="22512"/>
                  </a:cubicBezTo>
                  <a:cubicBezTo>
                    <a:pt x="18976" y="30342"/>
                    <a:pt x="16297" y="44861"/>
                    <a:pt x="16297" y="661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7" name="Freihandform: Form 766">
              <a:extLst>
                <a:ext uri="{FF2B5EF4-FFF2-40B4-BE49-F238E27FC236}">
                  <a16:creationId xmlns:a16="http://schemas.microsoft.com/office/drawing/2014/main" id="{F01B1D36-4B97-829F-2D9C-AE19BF29E2C1}"/>
                </a:ext>
              </a:extLst>
            </p:cNvPr>
            <p:cNvSpPr/>
            <p:nvPr/>
          </p:nvSpPr>
          <p:spPr>
            <a:xfrm>
              <a:off x="6781862" y="6611686"/>
              <a:ext cx="18057" cy="18037"/>
            </a:xfrm>
            <a:custGeom>
              <a:avLst/>
              <a:gdLst>
                <a:gd name="csX0" fmla="*/ 33 w 18057"/>
                <a:gd name="csY0" fmla="*/ 18152 h 18037"/>
                <a:gd name="csX1" fmla="*/ 33 w 18057"/>
                <a:gd name="csY1" fmla="*/ 114 h 18037"/>
                <a:gd name="csX2" fmla="*/ 18091 w 18057"/>
                <a:gd name="csY2" fmla="*/ 114 h 18037"/>
                <a:gd name="csX3" fmla="*/ 18091 w 18057"/>
                <a:gd name="csY3" fmla="*/ 18152 h 18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057" h="18037">
                  <a:moveTo>
                    <a:pt x="33" y="18152"/>
                  </a:moveTo>
                  <a:lnTo>
                    <a:pt x="33" y="114"/>
                  </a:lnTo>
                  <a:lnTo>
                    <a:pt x="18091" y="114"/>
                  </a:lnTo>
                  <a:lnTo>
                    <a:pt x="18091" y="1815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8" name="Freihandform: Form 767">
              <a:extLst>
                <a:ext uri="{FF2B5EF4-FFF2-40B4-BE49-F238E27FC236}">
                  <a16:creationId xmlns:a16="http://schemas.microsoft.com/office/drawing/2014/main" id="{5BA0A8F2-07A3-12E1-F6D5-0E91BE1FC775}"/>
                </a:ext>
              </a:extLst>
            </p:cNvPr>
            <p:cNvSpPr/>
            <p:nvPr/>
          </p:nvSpPr>
          <p:spPr>
            <a:xfrm>
              <a:off x="6817970" y="6500687"/>
              <a:ext cx="89296" cy="129036"/>
            </a:xfrm>
            <a:custGeom>
              <a:avLst/>
              <a:gdLst>
                <a:gd name="csX0" fmla="*/ 55996 w 89296"/>
                <a:gd name="csY0" fmla="*/ 129150 h 129036"/>
                <a:gd name="csX1" fmla="*/ 55996 w 89296"/>
                <a:gd name="csY1" fmla="*/ 98229 h 129036"/>
                <a:gd name="csX2" fmla="*/ 37 w 89296"/>
                <a:gd name="csY2" fmla="*/ 98229 h 129036"/>
                <a:gd name="csX3" fmla="*/ 37 w 89296"/>
                <a:gd name="csY3" fmla="*/ 83760 h 129036"/>
                <a:gd name="csX4" fmla="*/ 58973 w 89296"/>
                <a:gd name="csY4" fmla="*/ 114 h 129036"/>
                <a:gd name="csX5" fmla="*/ 71871 w 89296"/>
                <a:gd name="csY5" fmla="*/ 114 h 129036"/>
                <a:gd name="csX6" fmla="*/ 71871 w 89296"/>
                <a:gd name="csY6" fmla="*/ 83760 h 129036"/>
                <a:gd name="csX7" fmla="*/ 89334 w 89296"/>
                <a:gd name="csY7" fmla="*/ 83760 h 129036"/>
                <a:gd name="csX8" fmla="*/ 89334 w 89296"/>
                <a:gd name="csY8" fmla="*/ 98229 h 129036"/>
                <a:gd name="csX9" fmla="*/ 71871 w 89296"/>
                <a:gd name="csY9" fmla="*/ 98229 h 129036"/>
                <a:gd name="csX10" fmla="*/ 71871 w 89296"/>
                <a:gd name="csY10" fmla="*/ 129150 h 129036"/>
                <a:gd name="csX11" fmla="*/ 55996 w 89296"/>
                <a:gd name="csY11" fmla="*/ 83760 h 129036"/>
                <a:gd name="csX12" fmla="*/ 55996 w 89296"/>
                <a:gd name="csY12" fmla="*/ 25486 h 129036"/>
                <a:gd name="csX13" fmla="*/ 15515 w 89296"/>
                <a:gd name="csY13" fmla="*/ 83760 h 129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89296" h="129036">
                  <a:moveTo>
                    <a:pt x="55996" y="129150"/>
                  </a:moveTo>
                  <a:lnTo>
                    <a:pt x="55996" y="98229"/>
                  </a:lnTo>
                  <a:lnTo>
                    <a:pt x="37" y="98229"/>
                  </a:lnTo>
                  <a:lnTo>
                    <a:pt x="37" y="83760"/>
                  </a:lnTo>
                  <a:lnTo>
                    <a:pt x="58973" y="114"/>
                  </a:lnTo>
                  <a:lnTo>
                    <a:pt x="71871" y="114"/>
                  </a:lnTo>
                  <a:lnTo>
                    <a:pt x="71871" y="83760"/>
                  </a:lnTo>
                  <a:lnTo>
                    <a:pt x="89334" y="83760"/>
                  </a:lnTo>
                  <a:lnTo>
                    <a:pt x="89334" y="98229"/>
                  </a:lnTo>
                  <a:lnTo>
                    <a:pt x="71871" y="98229"/>
                  </a:lnTo>
                  <a:lnTo>
                    <a:pt x="71871" y="129150"/>
                  </a:lnTo>
                  <a:close/>
                  <a:moveTo>
                    <a:pt x="55996" y="83760"/>
                  </a:moveTo>
                  <a:lnTo>
                    <a:pt x="55996" y="25486"/>
                  </a:lnTo>
                  <a:lnTo>
                    <a:pt x="15515" y="837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9" name="Freihandform: Form 768">
              <a:extLst>
                <a:ext uri="{FF2B5EF4-FFF2-40B4-BE49-F238E27FC236}">
                  <a16:creationId xmlns:a16="http://schemas.microsoft.com/office/drawing/2014/main" id="{EBAF0190-296E-02D3-D4FB-F8E37ADFBF2C}"/>
                </a:ext>
              </a:extLst>
            </p:cNvPr>
            <p:cNvSpPr/>
            <p:nvPr/>
          </p:nvSpPr>
          <p:spPr>
            <a:xfrm>
              <a:off x="6924605" y="6502273"/>
              <a:ext cx="83740" cy="127450"/>
            </a:xfrm>
            <a:custGeom>
              <a:avLst/>
              <a:gdLst>
                <a:gd name="csX0" fmla="*/ 45 w 83740"/>
                <a:gd name="csY0" fmla="*/ 15377 h 127450"/>
                <a:gd name="csX1" fmla="*/ 45 w 83740"/>
                <a:gd name="csY1" fmla="*/ 114 h 127450"/>
                <a:gd name="csX2" fmla="*/ 83785 w 83740"/>
                <a:gd name="csY2" fmla="*/ 114 h 127450"/>
                <a:gd name="csX3" fmla="*/ 83785 w 83740"/>
                <a:gd name="csY3" fmla="*/ 12404 h 127450"/>
                <a:gd name="csX4" fmla="*/ 59179 w 83740"/>
                <a:gd name="csY4" fmla="*/ 47289 h 127450"/>
                <a:gd name="csX5" fmla="*/ 40526 w 83740"/>
                <a:gd name="csY5" fmla="*/ 92085 h 127450"/>
                <a:gd name="csX6" fmla="*/ 34375 w 83740"/>
                <a:gd name="csY6" fmla="*/ 127565 h 127450"/>
                <a:gd name="csX7" fmla="*/ 18103 w 83740"/>
                <a:gd name="csY7" fmla="*/ 127565 h 127450"/>
                <a:gd name="csX8" fmla="*/ 24056 w 83740"/>
                <a:gd name="csY8" fmla="*/ 90697 h 127450"/>
                <a:gd name="csX9" fmla="*/ 40526 w 83740"/>
                <a:gd name="csY9" fmla="*/ 49073 h 127450"/>
                <a:gd name="csX10" fmla="*/ 63346 w 83740"/>
                <a:gd name="csY10" fmla="*/ 15377 h 127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3740" h="127450">
                  <a:moveTo>
                    <a:pt x="45" y="15377"/>
                  </a:moveTo>
                  <a:lnTo>
                    <a:pt x="45" y="114"/>
                  </a:lnTo>
                  <a:lnTo>
                    <a:pt x="83785" y="114"/>
                  </a:lnTo>
                  <a:lnTo>
                    <a:pt x="83785" y="12404"/>
                  </a:lnTo>
                  <a:cubicBezTo>
                    <a:pt x="75550" y="21125"/>
                    <a:pt x="67365" y="32770"/>
                    <a:pt x="59179" y="47289"/>
                  </a:cubicBezTo>
                  <a:cubicBezTo>
                    <a:pt x="51093" y="61857"/>
                    <a:pt x="44892" y="76773"/>
                    <a:pt x="40526" y="92085"/>
                  </a:cubicBezTo>
                  <a:cubicBezTo>
                    <a:pt x="37351" y="102937"/>
                    <a:pt x="35267" y="114780"/>
                    <a:pt x="34375" y="127565"/>
                  </a:cubicBezTo>
                  <a:lnTo>
                    <a:pt x="18103" y="127565"/>
                  </a:lnTo>
                  <a:cubicBezTo>
                    <a:pt x="18351" y="117406"/>
                    <a:pt x="20335" y="105117"/>
                    <a:pt x="24056" y="90697"/>
                  </a:cubicBezTo>
                  <a:cubicBezTo>
                    <a:pt x="27876" y="76327"/>
                    <a:pt x="33382" y="62452"/>
                    <a:pt x="40526" y="49073"/>
                  </a:cubicBezTo>
                  <a:cubicBezTo>
                    <a:pt x="47670" y="35743"/>
                    <a:pt x="55260" y="24495"/>
                    <a:pt x="63346" y="153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75" name="Freihandform: Form 774">
            <a:extLst>
              <a:ext uri="{FF2B5EF4-FFF2-40B4-BE49-F238E27FC236}">
                <a16:creationId xmlns:a16="http://schemas.microsoft.com/office/drawing/2014/main" id="{CF5F3F9D-CBCF-4ABB-9219-3C170076C20A}"/>
              </a:ext>
            </a:extLst>
          </p:cNvPr>
          <p:cNvSpPr/>
          <p:nvPr/>
        </p:nvSpPr>
        <p:spPr>
          <a:xfrm>
            <a:off x="7549032" y="2432398"/>
            <a:ext cx="93052" cy="145434"/>
          </a:xfrm>
          <a:custGeom>
            <a:avLst/>
            <a:gdLst>
              <a:gd name="csX0" fmla="*/ 113 w 84335"/>
              <a:gd name="csY0" fmla="*/ 66119 h 131810"/>
              <a:gd name="csX1" fmla="*/ 4677 w 84335"/>
              <a:gd name="csY1" fmla="*/ 29252 h 131810"/>
              <a:gd name="csX2" fmla="*/ 18766 w 84335"/>
              <a:gd name="csY2" fmla="*/ 7646 h 131810"/>
              <a:gd name="csX3" fmla="*/ 42182 w 84335"/>
              <a:gd name="csY3" fmla="*/ 114 h 131810"/>
              <a:gd name="csX4" fmla="*/ 60438 w 84335"/>
              <a:gd name="csY4" fmla="*/ 4277 h 131810"/>
              <a:gd name="csX5" fmla="*/ 73337 w 84335"/>
              <a:gd name="csY5" fmla="*/ 16368 h 131810"/>
              <a:gd name="csX6" fmla="*/ 81473 w 84335"/>
              <a:gd name="csY6" fmla="*/ 35594 h 131810"/>
              <a:gd name="csX7" fmla="*/ 84449 w 84335"/>
              <a:gd name="csY7" fmla="*/ 66119 h 131810"/>
              <a:gd name="csX8" fmla="*/ 79687 w 84335"/>
              <a:gd name="csY8" fmla="*/ 102788 h 131810"/>
              <a:gd name="csX9" fmla="*/ 65598 w 84335"/>
              <a:gd name="csY9" fmla="*/ 124393 h 131810"/>
              <a:gd name="csX10" fmla="*/ 42182 w 84335"/>
              <a:gd name="csY10" fmla="*/ 131925 h 131810"/>
              <a:gd name="csX11" fmla="*/ 12813 w 84335"/>
              <a:gd name="csY11" fmla="*/ 118645 h 131810"/>
              <a:gd name="csX12" fmla="*/ 113 w 84335"/>
              <a:gd name="csY12" fmla="*/ 66119 h 131810"/>
              <a:gd name="csX13" fmla="*/ 16385 w 84335"/>
              <a:gd name="csY13" fmla="*/ 66119 h 131810"/>
              <a:gd name="csX14" fmla="*/ 23727 w 84335"/>
              <a:gd name="csY14" fmla="*/ 108338 h 131810"/>
              <a:gd name="csX15" fmla="*/ 42182 w 84335"/>
              <a:gd name="csY15" fmla="*/ 118843 h 131810"/>
              <a:gd name="csX16" fmla="*/ 60438 w 84335"/>
              <a:gd name="csY16" fmla="*/ 108338 h 131810"/>
              <a:gd name="csX17" fmla="*/ 67979 w 84335"/>
              <a:gd name="csY17" fmla="*/ 66119 h 131810"/>
              <a:gd name="csX18" fmla="*/ 60438 w 84335"/>
              <a:gd name="csY18" fmla="*/ 23702 h 131810"/>
              <a:gd name="csX19" fmla="*/ 41984 w 84335"/>
              <a:gd name="csY19" fmla="*/ 13196 h 131810"/>
              <a:gd name="csX20" fmla="*/ 24521 w 84335"/>
              <a:gd name="csY20" fmla="*/ 22512 h 131810"/>
              <a:gd name="csX21" fmla="*/ 16385 w 84335"/>
              <a:gd name="csY21" fmla="*/ 66119 h 1318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84335" h="131810">
                <a:moveTo>
                  <a:pt x="113" y="66119"/>
                </a:moveTo>
                <a:cubicBezTo>
                  <a:pt x="113" y="50807"/>
                  <a:pt x="1602" y="38518"/>
                  <a:pt x="4677" y="29252"/>
                </a:cubicBezTo>
                <a:cubicBezTo>
                  <a:pt x="7852" y="19886"/>
                  <a:pt x="12516" y="12701"/>
                  <a:pt x="18766" y="7646"/>
                </a:cubicBezTo>
                <a:cubicBezTo>
                  <a:pt x="24968" y="2642"/>
                  <a:pt x="32756" y="114"/>
                  <a:pt x="42182" y="114"/>
                </a:cubicBezTo>
                <a:cubicBezTo>
                  <a:pt x="49177" y="114"/>
                  <a:pt x="55279" y="1502"/>
                  <a:pt x="60438" y="4277"/>
                </a:cubicBezTo>
                <a:cubicBezTo>
                  <a:pt x="65697" y="7052"/>
                  <a:pt x="70013" y="11115"/>
                  <a:pt x="73337" y="16368"/>
                </a:cubicBezTo>
                <a:cubicBezTo>
                  <a:pt x="76760" y="21670"/>
                  <a:pt x="79488" y="28062"/>
                  <a:pt x="81473" y="35594"/>
                </a:cubicBezTo>
                <a:cubicBezTo>
                  <a:pt x="83457" y="43126"/>
                  <a:pt x="84449" y="53334"/>
                  <a:pt x="84449" y="66119"/>
                </a:cubicBezTo>
                <a:cubicBezTo>
                  <a:pt x="84449" y="81183"/>
                  <a:pt x="82862" y="93423"/>
                  <a:pt x="79687" y="102788"/>
                </a:cubicBezTo>
                <a:cubicBezTo>
                  <a:pt x="76512" y="112055"/>
                  <a:pt x="71799" y="119240"/>
                  <a:pt x="65598" y="124393"/>
                </a:cubicBezTo>
                <a:cubicBezTo>
                  <a:pt x="59496" y="129448"/>
                  <a:pt x="51707" y="131925"/>
                  <a:pt x="42182" y="131925"/>
                </a:cubicBezTo>
                <a:cubicBezTo>
                  <a:pt x="29730" y="131925"/>
                  <a:pt x="19957" y="127515"/>
                  <a:pt x="12813" y="118645"/>
                </a:cubicBezTo>
                <a:cubicBezTo>
                  <a:pt x="4330" y="107843"/>
                  <a:pt x="113" y="90301"/>
                  <a:pt x="113" y="66119"/>
                </a:cubicBezTo>
                <a:close/>
                <a:moveTo>
                  <a:pt x="16385" y="66119"/>
                </a:moveTo>
                <a:cubicBezTo>
                  <a:pt x="16385" y="87278"/>
                  <a:pt x="18816" y="101351"/>
                  <a:pt x="23727" y="108338"/>
                </a:cubicBezTo>
                <a:cubicBezTo>
                  <a:pt x="28738" y="115375"/>
                  <a:pt x="34890" y="118843"/>
                  <a:pt x="42182" y="118843"/>
                </a:cubicBezTo>
                <a:cubicBezTo>
                  <a:pt x="49425" y="118843"/>
                  <a:pt x="55527" y="115375"/>
                  <a:pt x="60438" y="108338"/>
                </a:cubicBezTo>
                <a:cubicBezTo>
                  <a:pt x="65449" y="101351"/>
                  <a:pt x="67979" y="87278"/>
                  <a:pt x="67979" y="66119"/>
                </a:cubicBezTo>
                <a:cubicBezTo>
                  <a:pt x="67979" y="44861"/>
                  <a:pt x="65449" y="30738"/>
                  <a:pt x="60438" y="23702"/>
                </a:cubicBezTo>
                <a:cubicBezTo>
                  <a:pt x="55527" y="16715"/>
                  <a:pt x="49375" y="13196"/>
                  <a:pt x="41984" y="13196"/>
                </a:cubicBezTo>
                <a:cubicBezTo>
                  <a:pt x="34691" y="13196"/>
                  <a:pt x="28887" y="16318"/>
                  <a:pt x="24521" y="22512"/>
                </a:cubicBezTo>
                <a:cubicBezTo>
                  <a:pt x="19064" y="30342"/>
                  <a:pt x="16385" y="44861"/>
                  <a:pt x="16385" y="66119"/>
                </a:cubicBez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81" name="Grafik 637">
            <a:extLst>
              <a:ext uri="{FF2B5EF4-FFF2-40B4-BE49-F238E27FC236}">
                <a16:creationId xmlns:a16="http://schemas.microsoft.com/office/drawing/2014/main" id="{2BA48BBA-459E-03C3-FB73-3F7E9F5338C9}"/>
              </a:ext>
            </a:extLst>
          </p:cNvPr>
          <p:cNvGrpSpPr/>
          <p:nvPr/>
        </p:nvGrpSpPr>
        <p:grpSpPr>
          <a:xfrm>
            <a:off x="8508990" y="2432398"/>
            <a:ext cx="369957" cy="145434"/>
            <a:chOff x="8663672" y="6500093"/>
            <a:chExt cx="335300" cy="131810"/>
          </a:xfrm>
          <a:solidFill>
            <a:srgbClr val="000000"/>
          </a:solidFill>
        </p:grpSpPr>
        <p:sp>
          <p:nvSpPr>
            <p:cNvPr id="782" name="Freihandform: Form 781">
              <a:extLst>
                <a:ext uri="{FF2B5EF4-FFF2-40B4-BE49-F238E27FC236}">
                  <a16:creationId xmlns:a16="http://schemas.microsoft.com/office/drawing/2014/main" id="{DF80FAB9-04EE-5996-8EFE-E0B7B58348B1}"/>
                </a:ext>
              </a:extLst>
            </p:cNvPr>
            <p:cNvSpPr/>
            <p:nvPr/>
          </p:nvSpPr>
          <p:spPr>
            <a:xfrm>
              <a:off x="8663672" y="6500093"/>
              <a:ext cx="84335" cy="131810"/>
            </a:xfrm>
            <a:custGeom>
              <a:avLst/>
              <a:gdLst>
                <a:gd name="csX0" fmla="*/ 182 w 84335"/>
                <a:gd name="csY0" fmla="*/ 66119 h 131810"/>
                <a:gd name="csX1" fmla="*/ 4746 w 84335"/>
                <a:gd name="csY1" fmla="*/ 29252 h 131810"/>
                <a:gd name="csX2" fmla="*/ 18835 w 84335"/>
                <a:gd name="csY2" fmla="*/ 7646 h 131810"/>
                <a:gd name="csX3" fmla="*/ 42251 w 84335"/>
                <a:gd name="csY3" fmla="*/ 114 h 131810"/>
                <a:gd name="csX4" fmla="*/ 60507 w 84335"/>
                <a:gd name="csY4" fmla="*/ 4277 h 131810"/>
                <a:gd name="csX5" fmla="*/ 73405 w 84335"/>
                <a:gd name="csY5" fmla="*/ 16368 h 131810"/>
                <a:gd name="csX6" fmla="*/ 81541 w 84335"/>
                <a:gd name="csY6" fmla="*/ 35594 h 131810"/>
                <a:gd name="csX7" fmla="*/ 84518 w 84335"/>
                <a:gd name="csY7" fmla="*/ 66119 h 131810"/>
                <a:gd name="csX8" fmla="*/ 79755 w 84335"/>
                <a:gd name="csY8" fmla="*/ 102788 h 131810"/>
                <a:gd name="csX9" fmla="*/ 65666 w 84335"/>
                <a:gd name="csY9" fmla="*/ 124393 h 131810"/>
                <a:gd name="csX10" fmla="*/ 42251 w 84335"/>
                <a:gd name="csY10" fmla="*/ 131925 h 131810"/>
                <a:gd name="csX11" fmla="*/ 12882 w 84335"/>
                <a:gd name="csY11" fmla="*/ 118645 h 131810"/>
                <a:gd name="csX12" fmla="*/ 182 w 84335"/>
                <a:gd name="csY12" fmla="*/ 66119 h 131810"/>
                <a:gd name="csX13" fmla="*/ 16454 w 84335"/>
                <a:gd name="csY13" fmla="*/ 66119 h 131810"/>
                <a:gd name="csX14" fmla="*/ 23796 w 84335"/>
                <a:gd name="csY14" fmla="*/ 108338 h 131810"/>
                <a:gd name="csX15" fmla="*/ 42251 w 84335"/>
                <a:gd name="csY15" fmla="*/ 118843 h 131810"/>
                <a:gd name="csX16" fmla="*/ 60507 w 84335"/>
                <a:gd name="csY16" fmla="*/ 108338 h 131810"/>
                <a:gd name="csX17" fmla="*/ 68047 w 84335"/>
                <a:gd name="csY17" fmla="*/ 66119 h 131810"/>
                <a:gd name="csX18" fmla="*/ 60507 w 84335"/>
                <a:gd name="csY18" fmla="*/ 23702 h 131810"/>
                <a:gd name="csX19" fmla="*/ 42052 w 84335"/>
                <a:gd name="csY19" fmla="*/ 13196 h 131810"/>
                <a:gd name="csX20" fmla="*/ 24590 w 84335"/>
                <a:gd name="csY20" fmla="*/ 22512 h 131810"/>
                <a:gd name="csX21" fmla="*/ 16454 w 84335"/>
                <a:gd name="csY21" fmla="*/ 66119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335" h="131810">
                  <a:moveTo>
                    <a:pt x="182" y="66119"/>
                  </a:moveTo>
                  <a:cubicBezTo>
                    <a:pt x="182" y="50807"/>
                    <a:pt x="1670" y="38518"/>
                    <a:pt x="4746" y="29252"/>
                  </a:cubicBezTo>
                  <a:cubicBezTo>
                    <a:pt x="7921" y="19886"/>
                    <a:pt x="12584" y="12701"/>
                    <a:pt x="18835" y="7646"/>
                  </a:cubicBezTo>
                  <a:cubicBezTo>
                    <a:pt x="25036" y="2642"/>
                    <a:pt x="32825" y="114"/>
                    <a:pt x="42251" y="114"/>
                  </a:cubicBezTo>
                  <a:cubicBezTo>
                    <a:pt x="49246" y="114"/>
                    <a:pt x="55347" y="1502"/>
                    <a:pt x="60507" y="4277"/>
                  </a:cubicBezTo>
                  <a:cubicBezTo>
                    <a:pt x="65765" y="7052"/>
                    <a:pt x="70081" y="11115"/>
                    <a:pt x="73405" y="16368"/>
                  </a:cubicBezTo>
                  <a:cubicBezTo>
                    <a:pt x="76828" y="21670"/>
                    <a:pt x="79557" y="28062"/>
                    <a:pt x="81541" y="35594"/>
                  </a:cubicBezTo>
                  <a:cubicBezTo>
                    <a:pt x="83526" y="43126"/>
                    <a:pt x="84518" y="53334"/>
                    <a:pt x="84518" y="66119"/>
                  </a:cubicBezTo>
                  <a:cubicBezTo>
                    <a:pt x="84518" y="81183"/>
                    <a:pt x="82930" y="93423"/>
                    <a:pt x="79755" y="102788"/>
                  </a:cubicBezTo>
                  <a:cubicBezTo>
                    <a:pt x="76580" y="112055"/>
                    <a:pt x="71867" y="119240"/>
                    <a:pt x="65666" y="124393"/>
                  </a:cubicBezTo>
                  <a:cubicBezTo>
                    <a:pt x="59564" y="129448"/>
                    <a:pt x="51776" y="131925"/>
                    <a:pt x="42251" y="131925"/>
                  </a:cubicBezTo>
                  <a:cubicBezTo>
                    <a:pt x="29799" y="131925"/>
                    <a:pt x="20026" y="127515"/>
                    <a:pt x="12882" y="118645"/>
                  </a:cubicBezTo>
                  <a:cubicBezTo>
                    <a:pt x="4399" y="107843"/>
                    <a:pt x="182" y="90301"/>
                    <a:pt x="182" y="66119"/>
                  </a:cubicBezTo>
                  <a:close/>
                  <a:moveTo>
                    <a:pt x="16454" y="66119"/>
                  </a:moveTo>
                  <a:cubicBezTo>
                    <a:pt x="16454" y="87278"/>
                    <a:pt x="18885" y="101351"/>
                    <a:pt x="23796" y="108338"/>
                  </a:cubicBezTo>
                  <a:cubicBezTo>
                    <a:pt x="28806" y="115375"/>
                    <a:pt x="34958" y="118843"/>
                    <a:pt x="42251" y="118843"/>
                  </a:cubicBezTo>
                  <a:cubicBezTo>
                    <a:pt x="49494" y="118843"/>
                    <a:pt x="55596" y="115375"/>
                    <a:pt x="60507" y="108338"/>
                  </a:cubicBezTo>
                  <a:cubicBezTo>
                    <a:pt x="65517" y="101351"/>
                    <a:pt x="68047" y="87278"/>
                    <a:pt x="68047" y="66119"/>
                  </a:cubicBezTo>
                  <a:cubicBezTo>
                    <a:pt x="68047" y="44861"/>
                    <a:pt x="65517" y="30738"/>
                    <a:pt x="60507" y="23702"/>
                  </a:cubicBezTo>
                  <a:cubicBezTo>
                    <a:pt x="55596" y="16715"/>
                    <a:pt x="49444" y="13196"/>
                    <a:pt x="42052" y="13196"/>
                  </a:cubicBezTo>
                  <a:cubicBezTo>
                    <a:pt x="34760" y="13196"/>
                    <a:pt x="28955" y="16318"/>
                    <a:pt x="24590" y="22512"/>
                  </a:cubicBezTo>
                  <a:cubicBezTo>
                    <a:pt x="19133" y="30342"/>
                    <a:pt x="16454" y="44861"/>
                    <a:pt x="16454" y="661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3" name="Freihandform: Form 782">
              <a:extLst>
                <a:ext uri="{FF2B5EF4-FFF2-40B4-BE49-F238E27FC236}">
                  <a16:creationId xmlns:a16="http://schemas.microsoft.com/office/drawing/2014/main" id="{D18FEF09-5E45-C792-7CA1-BDFE031DB552}"/>
                </a:ext>
              </a:extLst>
            </p:cNvPr>
            <p:cNvSpPr/>
            <p:nvPr/>
          </p:nvSpPr>
          <p:spPr>
            <a:xfrm>
              <a:off x="8773085" y="6611686"/>
              <a:ext cx="18057" cy="18037"/>
            </a:xfrm>
            <a:custGeom>
              <a:avLst/>
              <a:gdLst>
                <a:gd name="csX0" fmla="*/ 190 w 18057"/>
                <a:gd name="csY0" fmla="*/ 18152 h 18037"/>
                <a:gd name="csX1" fmla="*/ 190 w 18057"/>
                <a:gd name="csY1" fmla="*/ 114 h 18037"/>
                <a:gd name="csX2" fmla="*/ 18248 w 18057"/>
                <a:gd name="csY2" fmla="*/ 114 h 18037"/>
                <a:gd name="csX3" fmla="*/ 18248 w 18057"/>
                <a:gd name="csY3" fmla="*/ 18152 h 18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057" h="18037">
                  <a:moveTo>
                    <a:pt x="190" y="18152"/>
                  </a:moveTo>
                  <a:lnTo>
                    <a:pt x="190" y="114"/>
                  </a:lnTo>
                  <a:lnTo>
                    <a:pt x="18248" y="114"/>
                  </a:lnTo>
                  <a:lnTo>
                    <a:pt x="18248" y="1815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4" name="Freihandform: Form 783">
              <a:extLst>
                <a:ext uri="{FF2B5EF4-FFF2-40B4-BE49-F238E27FC236}">
                  <a16:creationId xmlns:a16="http://schemas.microsoft.com/office/drawing/2014/main" id="{997A4D1A-D089-9A79-4AB1-E90B55A19F91}"/>
                </a:ext>
              </a:extLst>
            </p:cNvPr>
            <p:cNvSpPr/>
            <p:nvPr/>
          </p:nvSpPr>
          <p:spPr>
            <a:xfrm>
              <a:off x="8815345" y="6502273"/>
              <a:ext cx="83740" cy="127450"/>
            </a:xfrm>
            <a:custGeom>
              <a:avLst/>
              <a:gdLst>
                <a:gd name="csX0" fmla="*/ 194 w 83740"/>
                <a:gd name="csY0" fmla="*/ 15377 h 127450"/>
                <a:gd name="csX1" fmla="*/ 194 w 83740"/>
                <a:gd name="csY1" fmla="*/ 114 h 127450"/>
                <a:gd name="csX2" fmla="*/ 83934 w 83740"/>
                <a:gd name="csY2" fmla="*/ 114 h 127450"/>
                <a:gd name="csX3" fmla="*/ 83934 w 83740"/>
                <a:gd name="csY3" fmla="*/ 12404 h 127450"/>
                <a:gd name="csX4" fmla="*/ 59328 w 83740"/>
                <a:gd name="csY4" fmla="*/ 47289 h 127450"/>
                <a:gd name="csX5" fmla="*/ 40675 w 83740"/>
                <a:gd name="csY5" fmla="*/ 92085 h 127450"/>
                <a:gd name="csX6" fmla="*/ 34523 w 83740"/>
                <a:gd name="csY6" fmla="*/ 127565 h 127450"/>
                <a:gd name="csX7" fmla="*/ 18252 w 83740"/>
                <a:gd name="csY7" fmla="*/ 127565 h 127450"/>
                <a:gd name="csX8" fmla="*/ 24205 w 83740"/>
                <a:gd name="csY8" fmla="*/ 90697 h 127450"/>
                <a:gd name="csX9" fmla="*/ 40675 w 83740"/>
                <a:gd name="csY9" fmla="*/ 49073 h 127450"/>
                <a:gd name="csX10" fmla="*/ 63495 w 83740"/>
                <a:gd name="csY10" fmla="*/ 15377 h 127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3740" h="127450">
                  <a:moveTo>
                    <a:pt x="194" y="15377"/>
                  </a:moveTo>
                  <a:lnTo>
                    <a:pt x="194" y="114"/>
                  </a:lnTo>
                  <a:lnTo>
                    <a:pt x="83934" y="114"/>
                  </a:lnTo>
                  <a:lnTo>
                    <a:pt x="83934" y="12404"/>
                  </a:lnTo>
                  <a:cubicBezTo>
                    <a:pt x="75699" y="21125"/>
                    <a:pt x="67514" y="32770"/>
                    <a:pt x="59328" y="47289"/>
                  </a:cubicBezTo>
                  <a:cubicBezTo>
                    <a:pt x="51242" y="61857"/>
                    <a:pt x="45041" y="76773"/>
                    <a:pt x="40675" y="92085"/>
                  </a:cubicBezTo>
                  <a:cubicBezTo>
                    <a:pt x="37500" y="102937"/>
                    <a:pt x="35416" y="114780"/>
                    <a:pt x="34523" y="127565"/>
                  </a:cubicBezTo>
                  <a:lnTo>
                    <a:pt x="18252" y="127565"/>
                  </a:lnTo>
                  <a:cubicBezTo>
                    <a:pt x="18500" y="117406"/>
                    <a:pt x="20484" y="105117"/>
                    <a:pt x="24205" y="90697"/>
                  </a:cubicBezTo>
                  <a:cubicBezTo>
                    <a:pt x="28025" y="76327"/>
                    <a:pt x="33531" y="62452"/>
                    <a:pt x="40675" y="49073"/>
                  </a:cubicBezTo>
                  <a:cubicBezTo>
                    <a:pt x="47819" y="35743"/>
                    <a:pt x="55409" y="24495"/>
                    <a:pt x="63495" y="153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5" name="Freihandform: Form 784">
              <a:extLst>
                <a:ext uri="{FF2B5EF4-FFF2-40B4-BE49-F238E27FC236}">
                  <a16:creationId xmlns:a16="http://schemas.microsoft.com/office/drawing/2014/main" id="{B6AFFE24-B91A-012E-D9AB-B54F9B2F30FF}"/>
                </a:ext>
              </a:extLst>
            </p:cNvPr>
            <p:cNvSpPr/>
            <p:nvPr/>
          </p:nvSpPr>
          <p:spPr>
            <a:xfrm>
              <a:off x="8909676" y="6500687"/>
              <a:ext cx="89296" cy="129036"/>
            </a:xfrm>
            <a:custGeom>
              <a:avLst/>
              <a:gdLst>
                <a:gd name="csX0" fmla="*/ 56161 w 89296"/>
                <a:gd name="csY0" fmla="*/ 129150 h 129036"/>
                <a:gd name="csX1" fmla="*/ 56161 w 89296"/>
                <a:gd name="csY1" fmla="*/ 98229 h 129036"/>
                <a:gd name="csX2" fmla="*/ 202 w 89296"/>
                <a:gd name="csY2" fmla="*/ 98229 h 129036"/>
                <a:gd name="csX3" fmla="*/ 202 w 89296"/>
                <a:gd name="csY3" fmla="*/ 83760 h 129036"/>
                <a:gd name="csX4" fmla="*/ 59138 w 89296"/>
                <a:gd name="csY4" fmla="*/ 114 h 129036"/>
                <a:gd name="csX5" fmla="*/ 72036 w 89296"/>
                <a:gd name="csY5" fmla="*/ 114 h 129036"/>
                <a:gd name="csX6" fmla="*/ 72036 w 89296"/>
                <a:gd name="csY6" fmla="*/ 83760 h 129036"/>
                <a:gd name="csX7" fmla="*/ 89499 w 89296"/>
                <a:gd name="csY7" fmla="*/ 83760 h 129036"/>
                <a:gd name="csX8" fmla="*/ 89499 w 89296"/>
                <a:gd name="csY8" fmla="*/ 98229 h 129036"/>
                <a:gd name="csX9" fmla="*/ 72036 w 89296"/>
                <a:gd name="csY9" fmla="*/ 98229 h 129036"/>
                <a:gd name="csX10" fmla="*/ 72036 w 89296"/>
                <a:gd name="csY10" fmla="*/ 129150 h 129036"/>
                <a:gd name="csX11" fmla="*/ 56161 w 89296"/>
                <a:gd name="csY11" fmla="*/ 83760 h 129036"/>
                <a:gd name="csX12" fmla="*/ 56161 w 89296"/>
                <a:gd name="csY12" fmla="*/ 25486 h 129036"/>
                <a:gd name="csX13" fmla="*/ 15680 w 89296"/>
                <a:gd name="csY13" fmla="*/ 83760 h 129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89296" h="129036">
                  <a:moveTo>
                    <a:pt x="56161" y="129150"/>
                  </a:moveTo>
                  <a:lnTo>
                    <a:pt x="56161" y="98229"/>
                  </a:lnTo>
                  <a:lnTo>
                    <a:pt x="202" y="98229"/>
                  </a:lnTo>
                  <a:lnTo>
                    <a:pt x="202" y="83760"/>
                  </a:lnTo>
                  <a:lnTo>
                    <a:pt x="59138" y="114"/>
                  </a:lnTo>
                  <a:lnTo>
                    <a:pt x="72036" y="114"/>
                  </a:lnTo>
                  <a:lnTo>
                    <a:pt x="72036" y="83760"/>
                  </a:lnTo>
                  <a:lnTo>
                    <a:pt x="89499" y="83760"/>
                  </a:lnTo>
                  <a:lnTo>
                    <a:pt x="89499" y="98229"/>
                  </a:lnTo>
                  <a:lnTo>
                    <a:pt x="72036" y="98229"/>
                  </a:lnTo>
                  <a:lnTo>
                    <a:pt x="72036" y="129150"/>
                  </a:lnTo>
                  <a:close/>
                  <a:moveTo>
                    <a:pt x="56161" y="83760"/>
                  </a:moveTo>
                  <a:lnTo>
                    <a:pt x="56161" y="25486"/>
                  </a:lnTo>
                  <a:lnTo>
                    <a:pt x="15680" y="837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01" name="Freihandform: Form 800">
            <a:extLst>
              <a:ext uri="{FF2B5EF4-FFF2-40B4-BE49-F238E27FC236}">
                <a16:creationId xmlns:a16="http://schemas.microsoft.com/office/drawing/2014/main" id="{FFA50185-B115-F03D-B1E1-C55882409CEB}"/>
              </a:ext>
            </a:extLst>
          </p:cNvPr>
          <p:cNvSpPr/>
          <p:nvPr/>
        </p:nvSpPr>
        <p:spPr>
          <a:xfrm>
            <a:off x="8098299" y="2981060"/>
            <a:ext cx="93052" cy="145434"/>
          </a:xfrm>
          <a:custGeom>
            <a:avLst/>
            <a:gdLst>
              <a:gd name="csX0" fmla="*/ 153 w 84335"/>
              <a:gd name="csY0" fmla="*/ 66158 h 131810"/>
              <a:gd name="csX1" fmla="*/ 4717 w 84335"/>
              <a:gd name="csY1" fmla="*/ 29291 h 131810"/>
              <a:gd name="csX2" fmla="*/ 18806 w 84335"/>
              <a:gd name="csY2" fmla="*/ 7686 h 131810"/>
              <a:gd name="csX3" fmla="*/ 42221 w 84335"/>
              <a:gd name="csY3" fmla="*/ 154 h 131810"/>
              <a:gd name="csX4" fmla="*/ 60478 w 84335"/>
              <a:gd name="csY4" fmla="*/ 4316 h 131810"/>
              <a:gd name="csX5" fmla="*/ 73376 w 84335"/>
              <a:gd name="csY5" fmla="*/ 16407 h 131810"/>
              <a:gd name="csX6" fmla="*/ 81512 w 84335"/>
              <a:gd name="csY6" fmla="*/ 35634 h 131810"/>
              <a:gd name="csX7" fmla="*/ 84488 w 84335"/>
              <a:gd name="csY7" fmla="*/ 66158 h 131810"/>
              <a:gd name="csX8" fmla="*/ 79726 w 84335"/>
              <a:gd name="csY8" fmla="*/ 102827 h 131810"/>
              <a:gd name="csX9" fmla="*/ 65637 w 84335"/>
              <a:gd name="csY9" fmla="*/ 124433 h 131810"/>
              <a:gd name="csX10" fmla="*/ 42221 w 84335"/>
              <a:gd name="csY10" fmla="*/ 131965 h 131810"/>
              <a:gd name="csX11" fmla="*/ 12853 w 84335"/>
              <a:gd name="csY11" fmla="*/ 118684 h 131810"/>
              <a:gd name="csX12" fmla="*/ 153 w 84335"/>
              <a:gd name="csY12" fmla="*/ 66158 h 131810"/>
              <a:gd name="csX13" fmla="*/ 16424 w 84335"/>
              <a:gd name="csY13" fmla="*/ 66158 h 131810"/>
              <a:gd name="csX14" fmla="*/ 23767 w 84335"/>
              <a:gd name="csY14" fmla="*/ 108377 h 131810"/>
              <a:gd name="csX15" fmla="*/ 42221 w 84335"/>
              <a:gd name="csY15" fmla="*/ 118883 h 131810"/>
              <a:gd name="csX16" fmla="*/ 60478 w 84335"/>
              <a:gd name="csY16" fmla="*/ 108377 h 131810"/>
              <a:gd name="csX17" fmla="*/ 68018 w 84335"/>
              <a:gd name="csY17" fmla="*/ 66158 h 131810"/>
              <a:gd name="csX18" fmla="*/ 60478 w 84335"/>
              <a:gd name="csY18" fmla="*/ 23741 h 131810"/>
              <a:gd name="csX19" fmla="*/ 42023 w 84335"/>
              <a:gd name="csY19" fmla="*/ 13236 h 131810"/>
              <a:gd name="csX20" fmla="*/ 24560 w 84335"/>
              <a:gd name="csY20" fmla="*/ 22552 h 131810"/>
              <a:gd name="csX21" fmla="*/ 16424 w 84335"/>
              <a:gd name="csY21" fmla="*/ 66158 h 1318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84335" h="131810">
                <a:moveTo>
                  <a:pt x="153" y="66158"/>
                </a:moveTo>
                <a:cubicBezTo>
                  <a:pt x="153" y="50846"/>
                  <a:pt x="1641" y="38557"/>
                  <a:pt x="4717" y="29291"/>
                </a:cubicBezTo>
                <a:cubicBezTo>
                  <a:pt x="7892" y="19925"/>
                  <a:pt x="12555" y="12740"/>
                  <a:pt x="18806" y="7686"/>
                </a:cubicBezTo>
                <a:cubicBezTo>
                  <a:pt x="25007" y="2681"/>
                  <a:pt x="32796" y="154"/>
                  <a:pt x="42221" y="154"/>
                </a:cubicBezTo>
                <a:cubicBezTo>
                  <a:pt x="49216" y="154"/>
                  <a:pt x="55318" y="1541"/>
                  <a:pt x="60478" y="4316"/>
                </a:cubicBezTo>
                <a:cubicBezTo>
                  <a:pt x="65736" y="7091"/>
                  <a:pt x="70052" y="11154"/>
                  <a:pt x="73376" y="16407"/>
                </a:cubicBezTo>
                <a:cubicBezTo>
                  <a:pt x="76799" y="21709"/>
                  <a:pt x="79528" y="28102"/>
                  <a:pt x="81512" y="35634"/>
                </a:cubicBezTo>
                <a:cubicBezTo>
                  <a:pt x="83496" y="43166"/>
                  <a:pt x="84488" y="53374"/>
                  <a:pt x="84488" y="66158"/>
                </a:cubicBezTo>
                <a:cubicBezTo>
                  <a:pt x="84488" y="81222"/>
                  <a:pt x="82901" y="93462"/>
                  <a:pt x="79726" y="102827"/>
                </a:cubicBezTo>
                <a:cubicBezTo>
                  <a:pt x="76551" y="112094"/>
                  <a:pt x="71838" y="119279"/>
                  <a:pt x="65637" y="124433"/>
                </a:cubicBezTo>
                <a:cubicBezTo>
                  <a:pt x="59535" y="129487"/>
                  <a:pt x="51746" y="131965"/>
                  <a:pt x="42221" y="131965"/>
                </a:cubicBezTo>
                <a:cubicBezTo>
                  <a:pt x="29769" y="131965"/>
                  <a:pt x="19996" y="127554"/>
                  <a:pt x="12853" y="118684"/>
                </a:cubicBezTo>
                <a:cubicBezTo>
                  <a:pt x="4369" y="107882"/>
                  <a:pt x="153" y="90340"/>
                  <a:pt x="153" y="66158"/>
                </a:cubicBezTo>
                <a:close/>
                <a:moveTo>
                  <a:pt x="16424" y="66158"/>
                </a:moveTo>
                <a:cubicBezTo>
                  <a:pt x="16424" y="87317"/>
                  <a:pt x="18855" y="101390"/>
                  <a:pt x="23767" y="108377"/>
                </a:cubicBezTo>
                <a:cubicBezTo>
                  <a:pt x="28777" y="115414"/>
                  <a:pt x="34929" y="118883"/>
                  <a:pt x="42221" y="118883"/>
                </a:cubicBezTo>
                <a:cubicBezTo>
                  <a:pt x="49464" y="118883"/>
                  <a:pt x="55566" y="115414"/>
                  <a:pt x="60478" y="108377"/>
                </a:cubicBezTo>
                <a:cubicBezTo>
                  <a:pt x="65488" y="101390"/>
                  <a:pt x="68018" y="87317"/>
                  <a:pt x="68018" y="66158"/>
                </a:cubicBezTo>
                <a:cubicBezTo>
                  <a:pt x="68018" y="44900"/>
                  <a:pt x="65488" y="30777"/>
                  <a:pt x="60478" y="23741"/>
                </a:cubicBezTo>
                <a:cubicBezTo>
                  <a:pt x="55566" y="16754"/>
                  <a:pt x="49415" y="13236"/>
                  <a:pt x="42023" y="13236"/>
                </a:cubicBezTo>
                <a:cubicBezTo>
                  <a:pt x="34730" y="13236"/>
                  <a:pt x="28926" y="16357"/>
                  <a:pt x="24560" y="22552"/>
                </a:cubicBezTo>
                <a:cubicBezTo>
                  <a:pt x="19103" y="30381"/>
                  <a:pt x="16424" y="44900"/>
                  <a:pt x="16424" y="66158"/>
                </a:cubicBez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07" name="Grafik 637">
            <a:extLst>
              <a:ext uri="{FF2B5EF4-FFF2-40B4-BE49-F238E27FC236}">
                <a16:creationId xmlns:a16="http://schemas.microsoft.com/office/drawing/2014/main" id="{9790E813-F979-BA50-1208-A9190DF7FDB1}"/>
              </a:ext>
            </a:extLst>
          </p:cNvPr>
          <p:cNvGrpSpPr/>
          <p:nvPr/>
        </p:nvGrpSpPr>
        <p:grpSpPr>
          <a:xfrm>
            <a:off x="6311950" y="3529668"/>
            <a:ext cx="370833" cy="145434"/>
            <a:chOff x="6672449" y="7494572"/>
            <a:chExt cx="336094" cy="131810"/>
          </a:xfrm>
          <a:solidFill>
            <a:srgbClr val="000000"/>
          </a:solidFill>
        </p:grpSpPr>
        <p:sp>
          <p:nvSpPr>
            <p:cNvPr id="808" name="Freihandform: Form 807">
              <a:extLst>
                <a:ext uri="{FF2B5EF4-FFF2-40B4-BE49-F238E27FC236}">
                  <a16:creationId xmlns:a16="http://schemas.microsoft.com/office/drawing/2014/main" id="{1815373E-2627-B4B0-5404-47CF0D1DD13C}"/>
                </a:ext>
              </a:extLst>
            </p:cNvPr>
            <p:cNvSpPr/>
            <p:nvPr/>
          </p:nvSpPr>
          <p:spPr>
            <a:xfrm>
              <a:off x="6672449" y="7494572"/>
              <a:ext cx="84335" cy="131810"/>
            </a:xfrm>
            <a:custGeom>
              <a:avLst/>
              <a:gdLst>
                <a:gd name="csX0" fmla="*/ 25 w 84335"/>
                <a:gd name="csY0" fmla="*/ 66197 h 131810"/>
                <a:gd name="csX1" fmla="*/ 4589 w 84335"/>
                <a:gd name="csY1" fmla="*/ 29330 h 131810"/>
                <a:gd name="csX2" fmla="*/ 18678 w 84335"/>
                <a:gd name="csY2" fmla="*/ 7725 h 131810"/>
                <a:gd name="csX3" fmla="*/ 42094 w 84335"/>
                <a:gd name="csY3" fmla="*/ 193 h 131810"/>
                <a:gd name="csX4" fmla="*/ 60350 w 84335"/>
                <a:gd name="csY4" fmla="*/ 4355 h 131810"/>
                <a:gd name="csX5" fmla="*/ 73249 w 84335"/>
                <a:gd name="csY5" fmla="*/ 16446 h 131810"/>
                <a:gd name="csX6" fmla="*/ 81384 w 84335"/>
                <a:gd name="csY6" fmla="*/ 35673 h 131810"/>
                <a:gd name="csX7" fmla="*/ 84361 w 84335"/>
                <a:gd name="csY7" fmla="*/ 66197 h 131810"/>
                <a:gd name="csX8" fmla="*/ 79599 w 84335"/>
                <a:gd name="csY8" fmla="*/ 102867 h 131810"/>
                <a:gd name="csX9" fmla="*/ 65509 w 84335"/>
                <a:gd name="csY9" fmla="*/ 124472 h 131810"/>
                <a:gd name="csX10" fmla="*/ 42094 w 84335"/>
                <a:gd name="csY10" fmla="*/ 132004 h 131810"/>
                <a:gd name="csX11" fmla="*/ 12725 w 84335"/>
                <a:gd name="csY11" fmla="*/ 118724 h 131810"/>
                <a:gd name="csX12" fmla="*/ 25 w 84335"/>
                <a:gd name="csY12" fmla="*/ 66197 h 131810"/>
                <a:gd name="csX13" fmla="*/ 16297 w 84335"/>
                <a:gd name="csY13" fmla="*/ 66197 h 131810"/>
                <a:gd name="csX14" fmla="*/ 23639 w 84335"/>
                <a:gd name="csY14" fmla="*/ 108417 h 131810"/>
                <a:gd name="csX15" fmla="*/ 42094 w 84335"/>
                <a:gd name="csY15" fmla="*/ 118922 h 131810"/>
                <a:gd name="csX16" fmla="*/ 60350 w 84335"/>
                <a:gd name="csY16" fmla="*/ 108417 h 131810"/>
                <a:gd name="csX17" fmla="*/ 67891 w 84335"/>
                <a:gd name="csY17" fmla="*/ 66197 h 131810"/>
                <a:gd name="csX18" fmla="*/ 60350 w 84335"/>
                <a:gd name="csY18" fmla="*/ 23780 h 131810"/>
                <a:gd name="csX19" fmla="*/ 41895 w 84335"/>
                <a:gd name="csY19" fmla="*/ 13275 h 131810"/>
                <a:gd name="csX20" fmla="*/ 24433 w 84335"/>
                <a:gd name="csY20" fmla="*/ 22591 h 131810"/>
                <a:gd name="csX21" fmla="*/ 16297 w 84335"/>
                <a:gd name="csY21" fmla="*/ 66197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335" h="131810">
                  <a:moveTo>
                    <a:pt x="25" y="66197"/>
                  </a:moveTo>
                  <a:cubicBezTo>
                    <a:pt x="25" y="50886"/>
                    <a:pt x="1513" y="38596"/>
                    <a:pt x="4589" y="29330"/>
                  </a:cubicBezTo>
                  <a:cubicBezTo>
                    <a:pt x="7764" y="19964"/>
                    <a:pt x="12427" y="12779"/>
                    <a:pt x="18678" y="7725"/>
                  </a:cubicBezTo>
                  <a:cubicBezTo>
                    <a:pt x="24879" y="2720"/>
                    <a:pt x="32668" y="193"/>
                    <a:pt x="42094" y="193"/>
                  </a:cubicBezTo>
                  <a:cubicBezTo>
                    <a:pt x="49089" y="193"/>
                    <a:pt x="55191" y="1580"/>
                    <a:pt x="60350" y="4355"/>
                  </a:cubicBezTo>
                  <a:cubicBezTo>
                    <a:pt x="65609" y="7130"/>
                    <a:pt x="69925" y="11194"/>
                    <a:pt x="73249" y="16446"/>
                  </a:cubicBezTo>
                  <a:cubicBezTo>
                    <a:pt x="76672" y="21748"/>
                    <a:pt x="79400" y="28141"/>
                    <a:pt x="81384" y="35673"/>
                  </a:cubicBezTo>
                  <a:cubicBezTo>
                    <a:pt x="83369" y="43205"/>
                    <a:pt x="84361" y="53413"/>
                    <a:pt x="84361" y="66197"/>
                  </a:cubicBezTo>
                  <a:cubicBezTo>
                    <a:pt x="84361" y="81262"/>
                    <a:pt x="82774" y="93501"/>
                    <a:pt x="79599" y="102867"/>
                  </a:cubicBezTo>
                  <a:cubicBezTo>
                    <a:pt x="76424" y="112133"/>
                    <a:pt x="71711" y="119318"/>
                    <a:pt x="65509" y="124472"/>
                  </a:cubicBezTo>
                  <a:cubicBezTo>
                    <a:pt x="59407" y="129526"/>
                    <a:pt x="51619" y="132004"/>
                    <a:pt x="42094" y="132004"/>
                  </a:cubicBezTo>
                  <a:cubicBezTo>
                    <a:pt x="29642" y="132004"/>
                    <a:pt x="19869" y="127594"/>
                    <a:pt x="12725" y="118724"/>
                  </a:cubicBezTo>
                  <a:cubicBezTo>
                    <a:pt x="4242" y="107921"/>
                    <a:pt x="25" y="90379"/>
                    <a:pt x="25" y="66197"/>
                  </a:cubicBezTo>
                  <a:close/>
                  <a:moveTo>
                    <a:pt x="16297" y="66197"/>
                  </a:moveTo>
                  <a:cubicBezTo>
                    <a:pt x="16297" y="87357"/>
                    <a:pt x="18728" y="101430"/>
                    <a:pt x="23639" y="108417"/>
                  </a:cubicBezTo>
                  <a:cubicBezTo>
                    <a:pt x="28650" y="115453"/>
                    <a:pt x="34801" y="118922"/>
                    <a:pt x="42094" y="118922"/>
                  </a:cubicBezTo>
                  <a:cubicBezTo>
                    <a:pt x="49337" y="118922"/>
                    <a:pt x="55439" y="115453"/>
                    <a:pt x="60350" y="108417"/>
                  </a:cubicBezTo>
                  <a:cubicBezTo>
                    <a:pt x="65361" y="101430"/>
                    <a:pt x="67891" y="87357"/>
                    <a:pt x="67891" y="66197"/>
                  </a:cubicBezTo>
                  <a:cubicBezTo>
                    <a:pt x="67891" y="44939"/>
                    <a:pt x="65361" y="30817"/>
                    <a:pt x="60350" y="23780"/>
                  </a:cubicBezTo>
                  <a:cubicBezTo>
                    <a:pt x="55439" y="16793"/>
                    <a:pt x="49287" y="13275"/>
                    <a:pt x="41895" y="13275"/>
                  </a:cubicBezTo>
                  <a:cubicBezTo>
                    <a:pt x="34603" y="13275"/>
                    <a:pt x="28799" y="16397"/>
                    <a:pt x="24433" y="22591"/>
                  </a:cubicBezTo>
                  <a:cubicBezTo>
                    <a:pt x="18976" y="30420"/>
                    <a:pt x="16297" y="44939"/>
                    <a:pt x="16297" y="6619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9" name="Freihandform: Form 808">
              <a:extLst>
                <a:ext uri="{FF2B5EF4-FFF2-40B4-BE49-F238E27FC236}">
                  <a16:creationId xmlns:a16="http://schemas.microsoft.com/office/drawing/2014/main" id="{6403284C-8377-6338-B09C-54A97FB507EA}"/>
                </a:ext>
              </a:extLst>
            </p:cNvPr>
            <p:cNvSpPr/>
            <p:nvPr/>
          </p:nvSpPr>
          <p:spPr>
            <a:xfrm>
              <a:off x="6781862" y="7606165"/>
              <a:ext cx="18057" cy="18037"/>
            </a:xfrm>
            <a:custGeom>
              <a:avLst/>
              <a:gdLst>
                <a:gd name="csX0" fmla="*/ 33 w 18057"/>
                <a:gd name="csY0" fmla="*/ 18230 h 18037"/>
                <a:gd name="csX1" fmla="*/ 33 w 18057"/>
                <a:gd name="csY1" fmla="*/ 193 h 18037"/>
                <a:gd name="csX2" fmla="*/ 18091 w 18057"/>
                <a:gd name="csY2" fmla="*/ 193 h 18037"/>
                <a:gd name="csX3" fmla="*/ 18091 w 18057"/>
                <a:gd name="csY3" fmla="*/ 18230 h 18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057" h="18037">
                  <a:moveTo>
                    <a:pt x="33" y="18230"/>
                  </a:moveTo>
                  <a:lnTo>
                    <a:pt x="33" y="193"/>
                  </a:lnTo>
                  <a:lnTo>
                    <a:pt x="18091" y="193"/>
                  </a:lnTo>
                  <a:lnTo>
                    <a:pt x="18091" y="1823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0" name="Freihandform: Form 809">
              <a:extLst>
                <a:ext uri="{FF2B5EF4-FFF2-40B4-BE49-F238E27FC236}">
                  <a16:creationId xmlns:a16="http://schemas.microsoft.com/office/drawing/2014/main" id="{09C39FB9-2546-3D30-75BF-AA2D8D0FEA61}"/>
                </a:ext>
              </a:extLst>
            </p:cNvPr>
            <p:cNvSpPr/>
            <p:nvPr/>
          </p:nvSpPr>
          <p:spPr>
            <a:xfrm>
              <a:off x="6822336" y="7494572"/>
              <a:ext cx="85328" cy="131810"/>
            </a:xfrm>
            <a:custGeom>
              <a:avLst/>
              <a:gdLst>
                <a:gd name="csX0" fmla="*/ 83182 w 85328"/>
                <a:gd name="csY0" fmla="*/ 32303 h 131810"/>
                <a:gd name="csX1" fmla="*/ 67307 w 85328"/>
                <a:gd name="csY1" fmla="*/ 33492 h 131810"/>
                <a:gd name="csX2" fmla="*/ 61354 w 85328"/>
                <a:gd name="csY2" fmla="*/ 20014 h 131810"/>
                <a:gd name="csX3" fmla="*/ 45479 w 85328"/>
                <a:gd name="csY3" fmla="*/ 13275 h 131810"/>
                <a:gd name="csX4" fmla="*/ 32184 w 85328"/>
                <a:gd name="csY4" fmla="*/ 17437 h 131810"/>
                <a:gd name="csX5" fmla="*/ 20278 w 85328"/>
                <a:gd name="csY5" fmla="*/ 33492 h 131810"/>
                <a:gd name="csX6" fmla="*/ 15912 w 85328"/>
                <a:gd name="csY6" fmla="*/ 63224 h 131810"/>
                <a:gd name="csX7" fmla="*/ 29803 w 85328"/>
                <a:gd name="csY7" fmla="*/ 50340 h 131810"/>
                <a:gd name="csX8" fmla="*/ 47265 w 85328"/>
                <a:gd name="csY8" fmla="*/ 45980 h 131810"/>
                <a:gd name="csX9" fmla="*/ 74253 w 85328"/>
                <a:gd name="csY9" fmla="*/ 57674 h 131810"/>
                <a:gd name="csX10" fmla="*/ 85365 w 85328"/>
                <a:gd name="csY10" fmla="*/ 87803 h 131810"/>
                <a:gd name="csX11" fmla="*/ 80007 w 85328"/>
                <a:gd name="csY11" fmla="*/ 110597 h 131810"/>
                <a:gd name="csX12" fmla="*/ 65720 w 85328"/>
                <a:gd name="csY12" fmla="*/ 126454 h 131810"/>
                <a:gd name="csX13" fmla="*/ 44884 w 85328"/>
                <a:gd name="csY13" fmla="*/ 132004 h 131810"/>
                <a:gd name="csX14" fmla="*/ 12538 w 85328"/>
                <a:gd name="csY14" fmla="*/ 117534 h 131810"/>
                <a:gd name="csX15" fmla="*/ 37 w 85328"/>
                <a:gd name="csY15" fmla="*/ 69369 h 131810"/>
                <a:gd name="csX16" fmla="*/ 13928 w 85328"/>
                <a:gd name="csY16" fmla="*/ 15059 h 131810"/>
                <a:gd name="csX17" fmla="*/ 46471 w 85328"/>
                <a:gd name="csY17" fmla="*/ 193 h 131810"/>
                <a:gd name="csX18" fmla="*/ 71474 w 85328"/>
                <a:gd name="csY18" fmla="*/ 8716 h 131810"/>
                <a:gd name="csX19" fmla="*/ 83182 w 85328"/>
                <a:gd name="csY19" fmla="*/ 32303 h 131810"/>
                <a:gd name="csX20" fmla="*/ 18293 w 85328"/>
                <a:gd name="csY20" fmla="*/ 88001 h 131810"/>
                <a:gd name="csX21" fmla="*/ 21667 w 85328"/>
                <a:gd name="csY21" fmla="*/ 103659 h 131810"/>
                <a:gd name="csX22" fmla="*/ 31390 w 85328"/>
                <a:gd name="csY22" fmla="*/ 115156 h 131810"/>
                <a:gd name="csX23" fmla="*/ 44685 w 85328"/>
                <a:gd name="csY23" fmla="*/ 118922 h 131810"/>
                <a:gd name="csX24" fmla="*/ 61949 w 85328"/>
                <a:gd name="csY24" fmla="*/ 110993 h 131810"/>
                <a:gd name="csX25" fmla="*/ 69292 w 85328"/>
                <a:gd name="csY25" fmla="*/ 88794 h 131810"/>
                <a:gd name="csX26" fmla="*/ 62148 w 85328"/>
                <a:gd name="csY26" fmla="*/ 67783 h 131810"/>
                <a:gd name="csX27" fmla="*/ 44090 w 85328"/>
                <a:gd name="csY27" fmla="*/ 60053 h 131810"/>
                <a:gd name="csX28" fmla="*/ 25834 w 85328"/>
                <a:gd name="csY28" fmla="*/ 67783 h 131810"/>
                <a:gd name="csX29" fmla="*/ 18293 w 85328"/>
                <a:gd name="csY29" fmla="*/ 88001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85328" h="131810">
                  <a:moveTo>
                    <a:pt x="83182" y="32303"/>
                  </a:moveTo>
                  <a:lnTo>
                    <a:pt x="67307" y="33492"/>
                  </a:lnTo>
                  <a:cubicBezTo>
                    <a:pt x="65968" y="27298"/>
                    <a:pt x="63983" y="22789"/>
                    <a:pt x="61354" y="20014"/>
                  </a:cubicBezTo>
                  <a:cubicBezTo>
                    <a:pt x="57088" y="15554"/>
                    <a:pt x="51829" y="13275"/>
                    <a:pt x="45479" y="13275"/>
                  </a:cubicBezTo>
                  <a:cubicBezTo>
                    <a:pt x="40419" y="13275"/>
                    <a:pt x="36004" y="14662"/>
                    <a:pt x="32184" y="17437"/>
                  </a:cubicBezTo>
                  <a:cubicBezTo>
                    <a:pt x="27124" y="21154"/>
                    <a:pt x="23155" y="26505"/>
                    <a:pt x="20278" y="33492"/>
                  </a:cubicBezTo>
                  <a:cubicBezTo>
                    <a:pt x="17499" y="40380"/>
                    <a:pt x="16011" y="50291"/>
                    <a:pt x="15912" y="63224"/>
                  </a:cubicBezTo>
                  <a:cubicBezTo>
                    <a:pt x="19732" y="57427"/>
                    <a:pt x="24346" y="53115"/>
                    <a:pt x="29803" y="50340"/>
                  </a:cubicBezTo>
                  <a:cubicBezTo>
                    <a:pt x="35359" y="47466"/>
                    <a:pt x="41163" y="45980"/>
                    <a:pt x="47265" y="45980"/>
                  </a:cubicBezTo>
                  <a:cubicBezTo>
                    <a:pt x="57832" y="45980"/>
                    <a:pt x="66811" y="49894"/>
                    <a:pt x="74253" y="57674"/>
                  </a:cubicBezTo>
                  <a:cubicBezTo>
                    <a:pt x="81644" y="65504"/>
                    <a:pt x="85365" y="75513"/>
                    <a:pt x="85365" y="87803"/>
                  </a:cubicBezTo>
                  <a:cubicBezTo>
                    <a:pt x="85365" y="96028"/>
                    <a:pt x="83579" y="103610"/>
                    <a:pt x="80007" y="110597"/>
                  </a:cubicBezTo>
                  <a:cubicBezTo>
                    <a:pt x="76535" y="117485"/>
                    <a:pt x="71772" y="122787"/>
                    <a:pt x="65720" y="126454"/>
                  </a:cubicBezTo>
                  <a:cubicBezTo>
                    <a:pt x="59618" y="130121"/>
                    <a:pt x="52672" y="132004"/>
                    <a:pt x="44884" y="132004"/>
                  </a:cubicBezTo>
                  <a:cubicBezTo>
                    <a:pt x="31638" y="132004"/>
                    <a:pt x="20873" y="127197"/>
                    <a:pt x="12538" y="117534"/>
                  </a:cubicBezTo>
                  <a:cubicBezTo>
                    <a:pt x="4204" y="107772"/>
                    <a:pt x="37" y="91717"/>
                    <a:pt x="37" y="69369"/>
                  </a:cubicBezTo>
                  <a:cubicBezTo>
                    <a:pt x="37" y="44394"/>
                    <a:pt x="4651" y="26307"/>
                    <a:pt x="13928" y="15059"/>
                  </a:cubicBezTo>
                  <a:cubicBezTo>
                    <a:pt x="21964" y="5148"/>
                    <a:pt x="32829" y="193"/>
                    <a:pt x="46471" y="193"/>
                  </a:cubicBezTo>
                  <a:cubicBezTo>
                    <a:pt x="56641" y="193"/>
                    <a:pt x="64976" y="3067"/>
                    <a:pt x="71474" y="8716"/>
                  </a:cubicBezTo>
                  <a:cubicBezTo>
                    <a:pt x="77924" y="14415"/>
                    <a:pt x="81843" y="22293"/>
                    <a:pt x="83182" y="32303"/>
                  </a:cubicBezTo>
                  <a:close/>
                  <a:moveTo>
                    <a:pt x="18293" y="88001"/>
                  </a:moveTo>
                  <a:cubicBezTo>
                    <a:pt x="18293" y="93452"/>
                    <a:pt x="19385" y="98655"/>
                    <a:pt x="21667" y="103659"/>
                  </a:cubicBezTo>
                  <a:cubicBezTo>
                    <a:pt x="24048" y="108714"/>
                    <a:pt x="27272" y="112529"/>
                    <a:pt x="31390" y="115156"/>
                  </a:cubicBezTo>
                  <a:cubicBezTo>
                    <a:pt x="35607" y="117683"/>
                    <a:pt x="40022" y="118922"/>
                    <a:pt x="44685" y="118922"/>
                  </a:cubicBezTo>
                  <a:cubicBezTo>
                    <a:pt x="51432" y="118922"/>
                    <a:pt x="57187" y="116296"/>
                    <a:pt x="61949" y="110993"/>
                  </a:cubicBezTo>
                  <a:cubicBezTo>
                    <a:pt x="66811" y="105592"/>
                    <a:pt x="69292" y="98209"/>
                    <a:pt x="69292" y="88794"/>
                  </a:cubicBezTo>
                  <a:cubicBezTo>
                    <a:pt x="69292" y="79973"/>
                    <a:pt x="66910" y="72937"/>
                    <a:pt x="62148" y="67783"/>
                  </a:cubicBezTo>
                  <a:cubicBezTo>
                    <a:pt x="57385" y="62630"/>
                    <a:pt x="51333" y="60053"/>
                    <a:pt x="44090" y="60053"/>
                  </a:cubicBezTo>
                  <a:cubicBezTo>
                    <a:pt x="36946" y="60053"/>
                    <a:pt x="30844" y="62630"/>
                    <a:pt x="25834" y="67783"/>
                  </a:cubicBezTo>
                  <a:cubicBezTo>
                    <a:pt x="20774" y="72937"/>
                    <a:pt x="18293" y="79676"/>
                    <a:pt x="18293" y="880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1" name="Freihandform: Form 810">
              <a:extLst>
                <a:ext uri="{FF2B5EF4-FFF2-40B4-BE49-F238E27FC236}">
                  <a16:creationId xmlns:a16="http://schemas.microsoft.com/office/drawing/2014/main" id="{945427F8-B63E-0BDB-3548-F92D0A939128}"/>
                </a:ext>
              </a:extLst>
            </p:cNvPr>
            <p:cNvSpPr/>
            <p:nvPr/>
          </p:nvSpPr>
          <p:spPr>
            <a:xfrm>
              <a:off x="6923414" y="7494572"/>
              <a:ext cx="85129" cy="131810"/>
            </a:xfrm>
            <a:custGeom>
              <a:avLst/>
              <a:gdLst>
                <a:gd name="csX0" fmla="*/ 24651 w 85129"/>
                <a:gd name="csY0" fmla="*/ 59855 h 131810"/>
                <a:gd name="csX1" fmla="*/ 9967 w 85129"/>
                <a:gd name="csY1" fmla="*/ 49548 h 131810"/>
                <a:gd name="csX2" fmla="*/ 5204 w 85129"/>
                <a:gd name="csY2" fmla="*/ 33492 h 131810"/>
                <a:gd name="csX3" fmla="*/ 15325 w 85129"/>
                <a:gd name="csY3" fmla="*/ 9905 h 131810"/>
                <a:gd name="csX4" fmla="*/ 42312 w 85129"/>
                <a:gd name="csY4" fmla="*/ 193 h 131810"/>
                <a:gd name="csX5" fmla="*/ 69498 w 85129"/>
                <a:gd name="csY5" fmla="*/ 10103 h 131810"/>
                <a:gd name="csX6" fmla="*/ 79817 w 85129"/>
                <a:gd name="csY6" fmla="*/ 33889 h 131810"/>
                <a:gd name="csX7" fmla="*/ 75054 w 85129"/>
                <a:gd name="csY7" fmla="*/ 49548 h 131810"/>
                <a:gd name="csX8" fmla="*/ 60767 w 85129"/>
                <a:gd name="csY8" fmla="*/ 59855 h 131810"/>
                <a:gd name="csX9" fmla="*/ 78825 w 85129"/>
                <a:gd name="csY9" fmla="*/ 72342 h 131810"/>
                <a:gd name="csX10" fmla="*/ 85175 w 85129"/>
                <a:gd name="csY10" fmla="*/ 92956 h 131810"/>
                <a:gd name="csX11" fmla="*/ 73467 w 85129"/>
                <a:gd name="csY11" fmla="*/ 120706 h 131810"/>
                <a:gd name="csX12" fmla="*/ 42510 w 85129"/>
                <a:gd name="csY12" fmla="*/ 132004 h 131810"/>
                <a:gd name="csX13" fmla="*/ 11753 w 85129"/>
                <a:gd name="csY13" fmla="*/ 120706 h 131810"/>
                <a:gd name="csX14" fmla="*/ 45 w 85129"/>
                <a:gd name="csY14" fmla="*/ 92560 h 131810"/>
                <a:gd name="csX15" fmla="*/ 6395 w 85129"/>
                <a:gd name="csY15" fmla="*/ 71351 h 131810"/>
                <a:gd name="csX16" fmla="*/ 24651 w 85129"/>
                <a:gd name="csY16" fmla="*/ 59855 h 131810"/>
                <a:gd name="csX17" fmla="*/ 21476 w 85129"/>
                <a:gd name="csY17" fmla="*/ 32898 h 131810"/>
                <a:gd name="csX18" fmla="*/ 27231 w 85129"/>
                <a:gd name="csY18" fmla="*/ 47962 h 131810"/>
                <a:gd name="csX19" fmla="*/ 42709 w 85129"/>
                <a:gd name="csY19" fmla="*/ 53710 h 131810"/>
                <a:gd name="csX20" fmla="*/ 57592 w 85129"/>
                <a:gd name="csY20" fmla="*/ 47962 h 131810"/>
                <a:gd name="csX21" fmla="*/ 63545 w 85129"/>
                <a:gd name="csY21" fmla="*/ 33889 h 131810"/>
                <a:gd name="csX22" fmla="*/ 57393 w 85129"/>
                <a:gd name="csY22" fmla="*/ 19221 h 131810"/>
                <a:gd name="csX23" fmla="*/ 42510 w 85129"/>
                <a:gd name="csY23" fmla="*/ 13275 h 131810"/>
                <a:gd name="csX24" fmla="*/ 27429 w 85129"/>
                <a:gd name="csY24" fmla="*/ 19023 h 131810"/>
                <a:gd name="csX25" fmla="*/ 21476 w 85129"/>
                <a:gd name="csY25" fmla="*/ 32898 h 131810"/>
                <a:gd name="csX26" fmla="*/ 16317 w 85129"/>
                <a:gd name="csY26" fmla="*/ 92560 h 131810"/>
                <a:gd name="csX27" fmla="*/ 19492 w 85129"/>
                <a:gd name="csY27" fmla="*/ 105642 h 131810"/>
                <a:gd name="csX28" fmla="*/ 29215 w 85129"/>
                <a:gd name="csY28" fmla="*/ 115552 h 131810"/>
                <a:gd name="csX29" fmla="*/ 42709 w 85129"/>
                <a:gd name="csY29" fmla="*/ 118922 h 131810"/>
                <a:gd name="csX30" fmla="*/ 61560 w 85129"/>
                <a:gd name="csY30" fmla="*/ 111786 h 131810"/>
                <a:gd name="csX31" fmla="*/ 68903 w 85129"/>
                <a:gd name="csY31" fmla="*/ 93154 h 131810"/>
                <a:gd name="csX32" fmla="*/ 61164 w 85129"/>
                <a:gd name="csY32" fmla="*/ 74126 h 131810"/>
                <a:gd name="csX33" fmla="*/ 42312 w 85129"/>
                <a:gd name="csY33" fmla="*/ 66594 h 131810"/>
                <a:gd name="csX34" fmla="*/ 23659 w 85129"/>
                <a:gd name="csY34" fmla="*/ 74126 h 131810"/>
                <a:gd name="csX35" fmla="*/ 16317 w 85129"/>
                <a:gd name="csY35" fmla="*/ 92560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85129" h="131810">
                  <a:moveTo>
                    <a:pt x="24651" y="59855"/>
                  </a:moveTo>
                  <a:cubicBezTo>
                    <a:pt x="18003" y="57476"/>
                    <a:pt x="13142" y="54057"/>
                    <a:pt x="9967" y="49548"/>
                  </a:cubicBezTo>
                  <a:cubicBezTo>
                    <a:pt x="6792" y="45088"/>
                    <a:pt x="5204" y="39736"/>
                    <a:pt x="5204" y="33492"/>
                  </a:cubicBezTo>
                  <a:cubicBezTo>
                    <a:pt x="5204" y="24127"/>
                    <a:pt x="8578" y="16248"/>
                    <a:pt x="15325" y="9905"/>
                  </a:cubicBezTo>
                  <a:cubicBezTo>
                    <a:pt x="22071" y="3463"/>
                    <a:pt x="31051" y="193"/>
                    <a:pt x="42312" y="193"/>
                  </a:cubicBezTo>
                  <a:cubicBezTo>
                    <a:pt x="53524" y="193"/>
                    <a:pt x="62602" y="3513"/>
                    <a:pt x="69498" y="10103"/>
                  </a:cubicBezTo>
                  <a:cubicBezTo>
                    <a:pt x="76344" y="16595"/>
                    <a:pt x="79817" y="24523"/>
                    <a:pt x="79817" y="33889"/>
                  </a:cubicBezTo>
                  <a:cubicBezTo>
                    <a:pt x="79817" y="39835"/>
                    <a:pt x="78229" y="45088"/>
                    <a:pt x="75054" y="49548"/>
                  </a:cubicBezTo>
                  <a:cubicBezTo>
                    <a:pt x="71978" y="54057"/>
                    <a:pt x="67216" y="57476"/>
                    <a:pt x="60767" y="59855"/>
                  </a:cubicBezTo>
                  <a:cubicBezTo>
                    <a:pt x="68704" y="62382"/>
                    <a:pt x="74707" y="66544"/>
                    <a:pt x="78825" y="72342"/>
                  </a:cubicBezTo>
                  <a:cubicBezTo>
                    <a:pt x="83041" y="78041"/>
                    <a:pt x="85175" y="84928"/>
                    <a:pt x="85175" y="92956"/>
                  </a:cubicBezTo>
                  <a:cubicBezTo>
                    <a:pt x="85175" y="103957"/>
                    <a:pt x="81255" y="113174"/>
                    <a:pt x="73467" y="120706"/>
                  </a:cubicBezTo>
                  <a:cubicBezTo>
                    <a:pt x="65628" y="128238"/>
                    <a:pt x="55310" y="132004"/>
                    <a:pt x="42510" y="132004"/>
                  </a:cubicBezTo>
                  <a:cubicBezTo>
                    <a:pt x="29810" y="132004"/>
                    <a:pt x="19541" y="128238"/>
                    <a:pt x="11753" y="120706"/>
                  </a:cubicBezTo>
                  <a:cubicBezTo>
                    <a:pt x="3914" y="113174"/>
                    <a:pt x="45" y="103808"/>
                    <a:pt x="45" y="92560"/>
                  </a:cubicBezTo>
                  <a:cubicBezTo>
                    <a:pt x="45" y="84136"/>
                    <a:pt x="2128" y="77050"/>
                    <a:pt x="6395" y="71351"/>
                  </a:cubicBezTo>
                  <a:cubicBezTo>
                    <a:pt x="10612" y="65702"/>
                    <a:pt x="16714" y="61837"/>
                    <a:pt x="24651" y="59855"/>
                  </a:cubicBezTo>
                  <a:close/>
                  <a:moveTo>
                    <a:pt x="21476" y="32898"/>
                  </a:moveTo>
                  <a:cubicBezTo>
                    <a:pt x="21476" y="38993"/>
                    <a:pt x="23361" y="43998"/>
                    <a:pt x="27231" y="47962"/>
                  </a:cubicBezTo>
                  <a:cubicBezTo>
                    <a:pt x="31200" y="51827"/>
                    <a:pt x="36359" y="53710"/>
                    <a:pt x="42709" y="53710"/>
                  </a:cubicBezTo>
                  <a:cubicBezTo>
                    <a:pt x="48761" y="53710"/>
                    <a:pt x="53722" y="51827"/>
                    <a:pt x="57592" y="47962"/>
                  </a:cubicBezTo>
                  <a:cubicBezTo>
                    <a:pt x="61560" y="44146"/>
                    <a:pt x="63545" y="39439"/>
                    <a:pt x="63545" y="33889"/>
                  </a:cubicBezTo>
                  <a:cubicBezTo>
                    <a:pt x="63545" y="28091"/>
                    <a:pt x="61461" y="23185"/>
                    <a:pt x="57393" y="19221"/>
                  </a:cubicBezTo>
                  <a:cubicBezTo>
                    <a:pt x="53425" y="15257"/>
                    <a:pt x="48464" y="13275"/>
                    <a:pt x="42510" y="13275"/>
                  </a:cubicBezTo>
                  <a:cubicBezTo>
                    <a:pt x="36409" y="13275"/>
                    <a:pt x="31398" y="15207"/>
                    <a:pt x="27429" y="19023"/>
                  </a:cubicBezTo>
                  <a:cubicBezTo>
                    <a:pt x="23460" y="22888"/>
                    <a:pt x="21476" y="27497"/>
                    <a:pt x="21476" y="32898"/>
                  </a:cubicBezTo>
                  <a:close/>
                  <a:moveTo>
                    <a:pt x="16317" y="92560"/>
                  </a:moveTo>
                  <a:cubicBezTo>
                    <a:pt x="16317" y="97069"/>
                    <a:pt x="17359" y="101430"/>
                    <a:pt x="19492" y="105642"/>
                  </a:cubicBezTo>
                  <a:cubicBezTo>
                    <a:pt x="21724" y="109903"/>
                    <a:pt x="24949" y="113174"/>
                    <a:pt x="29215" y="115552"/>
                  </a:cubicBezTo>
                  <a:cubicBezTo>
                    <a:pt x="33432" y="117832"/>
                    <a:pt x="37946" y="118922"/>
                    <a:pt x="42709" y="118922"/>
                  </a:cubicBezTo>
                  <a:cubicBezTo>
                    <a:pt x="50349" y="118922"/>
                    <a:pt x="56649" y="116543"/>
                    <a:pt x="61560" y="111786"/>
                  </a:cubicBezTo>
                  <a:cubicBezTo>
                    <a:pt x="66422" y="106930"/>
                    <a:pt x="68903" y="100686"/>
                    <a:pt x="68903" y="93154"/>
                  </a:cubicBezTo>
                  <a:cubicBezTo>
                    <a:pt x="68903" y="85523"/>
                    <a:pt x="66323" y="79180"/>
                    <a:pt x="61164" y="74126"/>
                  </a:cubicBezTo>
                  <a:cubicBezTo>
                    <a:pt x="56103" y="69121"/>
                    <a:pt x="49853" y="66594"/>
                    <a:pt x="42312" y="66594"/>
                  </a:cubicBezTo>
                  <a:cubicBezTo>
                    <a:pt x="34771" y="66594"/>
                    <a:pt x="28521" y="69121"/>
                    <a:pt x="23659" y="74126"/>
                  </a:cubicBezTo>
                  <a:cubicBezTo>
                    <a:pt x="18748" y="79032"/>
                    <a:pt x="16317" y="85176"/>
                    <a:pt x="16317" y="925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17" name="Grafik 637">
            <a:extLst>
              <a:ext uri="{FF2B5EF4-FFF2-40B4-BE49-F238E27FC236}">
                <a16:creationId xmlns:a16="http://schemas.microsoft.com/office/drawing/2014/main" id="{21A04012-D3EA-F3F8-AAB8-57B55B729DD0}"/>
              </a:ext>
            </a:extLst>
          </p:cNvPr>
          <p:cNvGrpSpPr/>
          <p:nvPr/>
        </p:nvGrpSpPr>
        <p:grpSpPr>
          <a:xfrm>
            <a:off x="7410484" y="3529668"/>
            <a:ext cx="369957" cy="145434"/>
            <a:chOff x="7668073" y="7494572"/>
            <a:chExt cx="335300" cy="131810"/>
          </a:xfrm>
          <a:solidFill>
            <a:srgbClr val="000000"/>
          </a:solidFill>
        </p:grpSpPr>
        <p:sp>
          <p:nvSpPr>
            <p:cNvPr id="818" name="Freihandform: Form 817">
              <a:extLst>
                <a:ext uri="{FF2B5EF4-FFF2-40B4-BE49-F238E27FC236}">
                  <a16:creationId xmlns:a16="http://schemas.microsoft.com/office/drawing/2014/main" id="{4DF9B4B1-E0FB-CFF6-AFD3-6D54E28BA3C1}"/>
                </a:ext>
              </a:extLst>
            </p:cNvPr>
            <p:cNvSpPr/>
            <p:nvPr/>
          </p:nvSpPr>
          <p:spPr>
            <a:xfrm>
              <a:off x="7668073" y="7494572"/>
              <a:ext cx="84335" cy="131810"/>
            </a:xfrm>
            <a:custGeom>
              <a:avLst/>
              <a:gdLst>
                <a:gd name="csX0" fmla="*/ 103 w 84335"/>
                <a:gd name="csY0" fmla="*/ 66197 h 131810"/>
                <a:gd name="csX1" fmla="*/ 4668 w 84335"/>
                <a:gd name="csY1" fmla="*/ 29330 h 131810"/>
                <a:gd name="csX2" fmla="*/ 18757 w 84335"/>
                <a:gd name="csY2" fmla="*/ 7725 h 131810"/>
                <a:gd name="csX3" fmla="*/ 42172 w 84335"/>
                <a:gd name="csY3" fmla="*/ 193 h 131810"/>
                <a:gd name="csX4" fmla="*/ 60428 w 84335"/>
                <a:gd name="csY4" fmla="*/ 4355 h 131810"/>
                <a:gd name="csX5" fmla="*/ 73327 w 84335"/>
                <a:gd name="csY5" fmla="*/ 16446 h 131810"/>
                <a:gd name="csX6" fmla="*/ 81463 w 84335"/>
                <a:gd name="csY6" fmla="*/ 35673 h 131810"/>
                <a:gd name="csX7" fmla="*/ 84439 w 84335"/>
                <a:gd name="csY7" fmla="*/ 66197 h 131810"/>
                <a:gd name="csX8" fmla="*/ 79677 w 84335"/>
                <a:gd name="csY8" fmla="*/ 102867 h 131810"/>
                <a:gd name="csX9" fmla="*/ 65588 w 84335"/>
                <a:gd name="csY9" fmla="*/ 124472 h 131810"/>
                <a:gd name="csX10" fmla="*/ 42172 w 84335"/>
                <a:gd name="csY10" fmla="*/ 132004 h 131810"/>
                <a:gd name="csX11" fmla="*/ 12803 w 84335"/>
                <a:gd name="csY11" fmla="*/ 118724 h 131810"/>
                <a:gd name="csX12" fmla="*/ 103 w 84335"/>
                <a:gd name="csY12" fmla="*/ 66197 h 131810"/>
                <a:gd name="csX13" fmla="*/ 16375 w 84335"/>
                <a:gd name="csY13" fmla="*/ 66197 h 131810"/>
                <a:gd name="csX14" fmla="*/ 23718 w 84335"/>
                <a:gd name="csY14" fmla="*/ 108417 h 131810"/>
                <a:gd name="csX15" fmla="*/ 42172 w 84335"/>
                <a:gd name="csY15" fmla="*/ 118922 h 131810"/>
                <a:gd name="csX16" fmla="*/ 60428 w 84335"/>
                <a:gd name="csY16" fmla="*/ 108417 h 131810"/>
                <a:gd name="csX17" fmla="*/ 67969 w 84335"/>
                <a:gd name="csY17" fmla="*/ 66197 h 131810"/>
                <a:gd name="csX18" fmla="*/ 60428 w 84335"/>
                <a:gd name="csY18" fmla="*/ 23780 h 131810"/>
                <a:gd name="csX19" fmla="*/ 41974 w 84335"/>
                <a:gd name="csY19" fmla="*/ 13275 h 131810"/>
                <a:gd name="csX20" fmla="*/ 24511 w 84335"/>
                <a:gd name="csY20" fmla="*/ 22591 h 131810"/>
                <a:gd name="csX21" fmla="*/ 16375 w 84335"/>
                <a:gd name="csY21" fmla="*/ 66197 h 131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335" h="131810">
                  <a:moveTo>
                    <a:pt x="103" y="66197"/>
                  </a:moveTo>
                  <a:cubicBezTo>
                    <a:pt x="103" y="50886"/>
                    <a:pt x="1592" y="38596"/>
                    <a:pt x="4668" y="29330"/>
                  </a:cubicBezTo>
                  <a:cubicBezTo>
                    <a:pt x="7843" y="19964"/>
                    <a:pt x="12506" y="12779"/>
                    <a:pt x="18757" y="7725"/>
                  </a:cubicBezTo>
                  <a:cubicBezTo>
                    <a:pt x="24958" y="2720"/>
                    <a:pt x="32746" y="193"/>
                    <a:pt x="42172" y="193"/>
                  </a:cubicBezTo>
                  <a:cubicBezTo>
                    <a:pt x="49167" y="193"/>
                    <a:pt x="55269" y="1580"/>
                    <a:pt x="60428" y="4355"/>
                  </a:cubicBezTo>
                  <a:cubicBezTo>
                    <a:pt x="65687" y="7130"/>
                    <a:pt x="70003" y="11194"/>
                    <a:pt x="73327" y="16446"/>
                  </a:cubicBezTo>
                  <a:cubicBezTo>
                    <a:pt x="76750" y="21748"/>
                    <a:pt x="79478" y="28141"/>
                    <a:pt x="81463" y="35673"/>
                  </a:cubicBezTo>
                  <a:cubicBezTo>
                    <a:pt x="83447" y="43205"/>
                    <a:pt x="84439" y="53413"/>
                    <a:pt x="84439" y="66197"/>
                  </a:cubicBezTo>
                  <a:cubicBezTo>
                    <a:pt x="84439" y="81262"/>
                    <a:pt x="82852" y="93501"/>
                    <a:pt x="79677" y="102867"/>
                  </a:cubicBezTo>
                  <a:cubicBezTo>
                    <a:pt x="76502" y="112133"/>
                    <a:pt x="71789" y="119318"/>
                    <a:pt x="65588" y="124472"/>
                  </a:cubicBezTo>
                  <a:cubicBezTo>
                    <a:pt x="59486" y="129526"/>
                    <a:pt x="51697" y="132004"/>
                    <a:pt x="42172" y="132004"/>
                  </a:cubicBezTo>
                  <a:cubicBezTo>
                    <a:pt x="29720" y="132004"/>
                    <a:pt x="19947" y="127594"/>
                    <a:pt x="12803" y="118724"/>
                  </a:cubicBezTo>
                  <a:cubicBezTo>
                    <a:pt x="4320" y="107921"/>
                    <a:pt x="103" y="90379"/>
                    <a:pt x="103" y="66197"/>
                  </a:cubicBezTo>
                  <a:close/>
                  <a:moveTo>
                    <a:pt x="16375" y="66197"/>
                  </a:moveTo>
                  <a:cubicBezTo>
                    <a:pt x="16375" y="87357"/>
                    <a:pt x="18806" y="101430"/>
                    <a:pt x="23718" y="108417"/>
                  </a:cubicBezTo>
                  <a:cubicBezTo>
                    <a:pt x="28728" y="115453"/>
                    <a:pt x="34880" y="118922"/>
                    <a:pt x="42172" y="118922"/>
                  </a:cubicBezTo>
                  <a:cubicBezTo>
                    <a:pt x="49415" y="118922"/>
                    <a:pt x="55517" y="115453"/>
                    <a:pt x="60428" y="108417"/>
                  </a:cubicBezTo>
                  <a:cubicBezTo>
                    <a:pt x="65439" y="101430"/>
                    <a:pt x="67969" y="87357"/>
                    <a:pt x="67969" y="66197"/>
                  </a:cubicBezTo>
                  <a:cubicBezTo>
                    <a:pt x="67969" y="44939"/>
                    <a:pt x="65439" y="30817"/>
                    <a:pt x="60428" y="23780"/>
                  </a:cubicBezTo>
                  <a:cubicBezTo>
                    <a:pt x="55517" y="16793"/>
                    <a:pt x="49366" y="13275"/>
                    <a:pt x="41974" y="13275"/>
                  </a:cubicBezTo>
                  <a:cubicBezTo>
                    <a:pt x="34681" y="13275"/>
                    <a:pt x="28877" y="16397"/>
                    <a:pt x="24511" y="22591"/>
                  </a:cubicBezTo>
                  <a:cubicBezTo>
                    <a:pt x="19054" y="30420"/>
                    <a:pt x="16375" y="44939"/>
                    <a:pt x="16375" y="6619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9" name="Freihandform: Form 818">
              <a:extLst>
                <a:ext uri="{FF2B5EF4-FFF2-40B4-BE49-F238E27FC236}">
                  <a16:creationId xmlns:a16="http://schemas.microsoft.com/office/drawing/2014/main" id="{3DD63390-51DA-4490-A21D-1195156248B8}"/>
                </a:ext>
              </a:extLst>
            </p:cNvPr>
            <p:cNvSpPr/>
            <p:nvPr/>
          </p:nvSpPr>
          <p:spPr>
            <a:xfrm>
              <a:off x="7777486" y="7606165"/>
              <a:ext cx="18057" cy="18037"/>
            </a:xfrm>
            <a:custGeom>
              <a:avLst/>
              <a:gdLst>
                <a:gd name="csX0" fmla="*/ 111 w 18057"/>
                <a:gd name="csY0" fmla="*/ 18230 h 18037"/>
                <a:gd name="csX1" fmla="*/ 111 w 18057"/>
                <a:gd name="csY1" fmla="*/ 193 h 18037"/>
                <a:gd name="csX2" fmla="*/ 18169 w 18057"/>
                <a:gd name="csY2" fmla="*/ 193 h 18037"/>
                <a:gd name="csX3" fmla="*/ 18169 w 18057"/>
                <a:gd name="csY3" fmla="*/ 18230 h 18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057" h="18037">
                  <a:moveTo>
                    <a:pt x="111" y="18230"/>
                  </a:moveTo>
                  <a:lnTo>
                    <a:pt x="111" y="193"/>
                  </a:lnTo>
                  <a:lnTo>
                    <a:pt x="18169" y="193"/>
                  </a:lnTo>
                  <a:lnTo>
                    <a:pt x="18169" y="1823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0" name="Freihandform: Form 819">
              <a:extLst>
                <a:ext uri="{FF2B5EF4-FFF2-40B4-BE49-F238E27FC236}">
                  <a16:creationId xmlns:a16="http://schemas.microsoft.com/office/drawing/2014/main" id="{5CFB8E67-0E3A-C383-09FF-AA17E2155788}"/>
                </a:ext>
              </a:extLst>
            </p:cNvPr>
            <p:cNvSpPr/>
            <p:nvPr/>
          </p:nvSpPr>
          <p:spPr>
            <a:xfrm>
              <a:off x="7819746" y="7496752"/>
              <a:ext cx="83740" cy="127450"/>
            </a:xfrm>
            <a:custGeom>
              <a:avLst/>
              <a:gdLst>
                <a:gd name="csX0" fmla="*/ 115 w 83740"/>
                <a:gd name="csY0" fmla="*/ 15455 h 127450"/>
                <a:gd name="csX1" fmla="*/ 115 w 83740"/>
                <a:gd name="csY1" fmla="*/ 193 h 127450"/>
                <a:gd name="csX2" fmla="*/ 83856 w 83740"/>
                <a:gd name="csY2" fmla="*/ 193 h 127450"/>
                <a:gd name="csX3" fmla="*/ 83856 w 83740"/>
                <a:gd name="csY3" fmla="*/ 12482 h 127450"/>
                <a:gd name="csX4" fmla="*/ 59250 w 83740"/>
                <a:gd name="csY4" fmla="*/ 47367 h 127450"/>
                <a:gd name="csX5" fmla="*/ 40597 w 83740"/>
                <a:gd name="csY5" fmla="*/ 92163 h 127450"/>
                <a:gd name="csX6" fmla="*/ 34445 w 83740"/>
                <a:gd name="csY6" fmla="*/ 127643 h 127450"/>
                <a:gd name="csX7" fmla="*/ 18173 w 83740"/>
                <a:gd name="csY7" fmla="*/ 127643 h 127450"/>
                <a:gd name="csX8" fmla="*/ 24126 w 83740"/>
                <a:gd name="csY8" fmla="*/ 90776 h 127450"/>
                <a:gd name="csX9" fmla="*/ 40597 w 83740"/>
                <a:gd name="csY9" fmla="*/ 49151 h 127450"/>
                <a:gd name="csX10" fmla="*/ 63417 w 83740"/>
                <a:gd name="csY10" fmla="*/ 15455 h 127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3740" h="127450">
                  <a:moveTo>
                    <a:pt x="115" y="15455"/>
                  </a:moveTo>
                  <a:lnTo>
                    <a:pt x="115" y="193"/>
                  </a:lnTo>
                  <a:lnTo>
                    <a:pt x="83856" y="193"/>
                  </a:lnTo>
                  <a:lnTo>
                    <a:pt x="83856" y="12482"/>
                  </a:lnTo>
                  <a:cubicBezTo>
                    <a:pt x="75621" y="21203"/>
                    <a:pt x="67435" y="32848"/>
                    <a:pt x="59250" y="47367"/>
                  </a:cubicBezTo>
                  <a:cubicBezTo>
                    <a:pt x="51163" y="61936"/>
                    <a:pt x="44962" y="76851"/>
                    <a:pt x="40597" y="92163"/>
                  </a:cubicBezTo>
                  <a:cubicBezTo>
                    <a:pt x="37422" y="103015"/>
                    <a:pt x="35338" y="114858"/>
                    <a:pt x="34445" y="127643"/>
                  </a:cubicBezTo>
                  <a:lnTo>
                    <a:pt x="18173" y="127643"/>
                  </a:lnTo>
                  <a:cubicBezTo>
                    <a:pt x="18421" y="117485"/>
                    <a:pt x="20406" y="105196"/>
                    <a:pt x="24126" y="90776"/>
                  </a:cubicBezTo>
                  <a:cubicBezTo>
                    <a:pt x="27946" y="76405"/>
                    <a:pt x="33453" y="62531"/>
                    <a:pt x="40597" y="49151"/>
                  </a:cubicBezTo>
                  <a:cubicBezTo>
                    <a:pt x="47740" y="35821"/>
                    <a:pt x="55331" y="24573"/>
                    <a:pt x="63417" y="154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1" name="Freihandform: Form 820">
              <a:extLst>
                <a:ext uri="{FF2B5EF4-FFF2-40B4-BE49-F238E27FC236}">
                  <a16:creationId xmlns:a16="http://schemas.microsoft.com/office/drawing/2014/main" id="{86EAEB5A-3B7B-C66B-F923-0FA8001C4FE9}"/>
                </a:ext>
              </a:extLst>
            </p:cNvPr>
            <p:cNvSpPr/>
            <p:nvPr/>
          </p:nvSpPr>
          <p:spPr>
            <a:xfrm>
              <a:off x="7914077" y="7495166"/>
              <a:ext cx="89296" cy="129036"/>
            </a:xfrm>
            <a:custGeom>
              <a:avLst/>
              <a:gdLst>
                <a:gd name="csX0" fmla="*/ 56083 w 89296"/>
                <a:gd name="csY0" fmla="*/ 129229 h 129036"/>
                <a:gd name="csX1" fmla="*/ 56083 w 89296"/>
                <a:gd name="csY1" fmla="*/ 98308 h 129036"/>
                <a:gd name="csX2" fmla="*/ 123 w 89296"/>
                <a:gd name="csY2" fmla="*/ 98308 h 129036"/>
                <a:gd name="csX3" fmla="*/ 123 w 89296"/>
                <a:gd name="csY3" fmla="*/ 83838 h 129036"/>
                <a:gd name="csX4" fmla="*/ 59059 w 89296"/>
                <a:gd name="csY4" fmla="*/ 193 h 129036"/>
                <a:gd name="csX5" fmla="*/ 71958 w 89296"/>
                <a:gd name="csY5" fmla="*/ 193 h 129036"/>
                <a:gd name="csX6" fmla="*/ 71958 w 89296"/>
                <a:gd name="csY6" fmla="*/ 83838 h 129036"/>
                <a:gd name="csX7" fmla="*/ 89420 w 89296"/>
                <a:gd name="csY7" fmla="*/ 83838 h 129036"/>
                <a:gd name="csX8" fmla="*/ 89420 w 89296"/>
                <a:gd name="csY8" fmla="*/ 98308 h 129036"/>
                <a:gd name="csX9" fmla="*/ 71958 w 89296"/>
                <a:gd name="csY9" fmla="*/ 98308 h 129036"/>
                <a:gd name="csX10" fmla="*/ 71958 w 89296"/>
                <a:gd name="csY10" fmla="*/ 129229 h 129036"/>
                <a:gd name="csX11" fmla="*/ 56083 w 89296"/>
                <a:gd name="csY11" fmla="*/ 83838 h 129036"/>
                <a:gd name="csX12" fmla="*/ 56083 w 89296"/>
                <a:gd name="csY12" fmla="*/ 25564 h 129036"/>
                <a:gd name="csX13" fmla="*/ 15601 w 89296"/>
                <a:gd name="csY13" fmla="*/ 83838 h 129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89296" h="129036">
                  <a:moveTo>
                    <a:pt x="56083" y="129229"/>
                  </a:moveTo>
                  <a:lnTo>
                    <a:pt x="56083" y="98308"/>
                  </a:lnTo>
                  <a:lnTo>
                    <a:pt x="123" y="98308"/>
                  </a:lnTo>
                  <a:lnTo>
                    <a:pt x="123" y="83838"/>
                  </a:lnTo>
                  <a:lnTo>
                    <a:pt x="59059" y="193"/>
                  </a:lnTo>
                  <a:lnTo>
                    <a:pt x="71958" y="193"/>
                  </a:lnTo>
                  <a:lnTo>
                    <a:pt x="71958" y="83838"/>
                  </a:lnTo>
                  <a:lnTo>
                    <a:pt x="89420" y="83838"/>
                  </a:lnTo>
                  <a:lnTo>
                    <a:pt x="89420" y="98308"/>
                  </a:lnTo>
                  <a:lnTo>
                    <a:pt x="71958" y="98308"/>
                  </a:lnTo>
                  <a:lnTo>
                    <a:pt x="71958" y="129229"/>
                  </a:lnTo>
                  <a:close/>
                  <a:moveTo>
                    <a:pt x="56083" y="83838"/>
                  </a:moveTo>
                  <a:lnTo>
                    <a:pt x="56083" y="25564"/>
                  </a:lnTo>
                  <a:lnTo>
                    <a:pt x="15601" y="838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7" name="Freihandform: Form 826">
            <a:extLst>
              <a:ext uri="{FF2B5EF4-FFF2-40B4-BE49-F238E27FC236}">
                <a16:creationId xmlns:a16="http://schemas.microsoft.com/office/drawing/2014/main" id="{824E848D-B0F5-B4A2-E3FB-4FA29619E322}"/>
              </a:ext>
            </a:extLst>
          </p:cNvPr>
          <p:cNvSpPr/>
          <p:nvPr/>
        </p:nvSpPr>
        <p:spPr>
          <a:xfrm>
            <a:off x="8647566" y="3529668"/>
            <a:ext cx="93052" cy="145434"/>
          </a:xfrm>
          <a:custGeom>
            <a:avLst/>
            <a:gdLst>
              <a:gd name="csX0" fmla="*/ 192 w 84335"/>
              <a:gd name="csY0" fmla="*/ 66197 h 131810"/>
              <a:gd name="csX1" fmla="*/ 4756 w 84335"/>
              <a:gd name="csY1" fmla="*/ 29330 h 131810"/>
              <a:gd name="csX2" fmla="*/ 18845 w 84335"/>
              <a:gd name="csY2" fmla="*/ 7725 h 131810"/>
              <a:gd name="csX3" fmla="*/ 42260 w 84335"/>
              <a:gd name="csY3" fmla="*/ 193 h 131810"/>
              <a:gd name="csX4" fmla="*/ 60517 w 84335"/>
              <a:gd name="csY4" fmla="*/ 4355 h 131810"/>
              <a:gd name="csX5" fmla="*/ 73415 w 84335"/>
              <a:gd name="csY5" fmla="*/ 16446 h 131810"/>
              <a:gd name="csX6" fmla="*/ 81551 w 84335"/>
              <a:gd name="csY6" fmla="*/ 35673 h 131810"/>
              <a:gd name="csX7" fmla="*/ 84528 w 84335"/>
              <a:gd name="csY7" fmla="*/ 66197 h 131810"/>
              <a:gd name="csX8" fmla="*/ 79765 w 84335"/>
              <a:gd name="csY8" fmla="*/ 102867 h 131810"/>
              <a:gd name="csX9" fmla="*/ 65676 w 84335"/>
              <a:gd name="csY9" fmla="*/ 124472 h 131810"/>
              <a:gd name="csX10" fmla="*/ 42260 w 84335"/>
              <a:gd name="csY10" fmla="*/ 132004 h 131810"/>
              <a:gd name="csX11" fmla="*/ 12892 w 84335"/>
              <a:gd name="csY11" fmla="*/ 118724 h 131810"/>
              <a:gd name="csX12" fmla="*/ 192 w 84335"/>
              <a:gd name="csY12" fmla="*/ 66197 h 131810"/>
              <a:gd name="csX13" fmla="*/ 16464 w 84335"/>
              <a:gd name="csY13" fmla="*/ 66197 h 131810"/>
              <a:gd name="csX14" fmla="*/ 23806 w 84335"/>
              <a:gd name="csY14" fmla="*/ 108417 h 131810"/>
              <a:gd name="csX15" fmla="*/ 42260 w 84335"/>
              <a:gd name="csY15" fmla="*/ 118922 h 131810"/>
              <a:gd name="csX16" fmla="*/ 60517 w 84335"/>
              <a:gd name="csY16" fmla="*/ 108417 h 131810"/>
              <a:gd name="csX17" fmla="*/ 68057 w 84335"/>
              <a:gd name="csY17" fmla="*/ 66197 h 131810"/>
              <a:gd name="csX18" fmla="*/ 60517 w 84335"/>
              <a:gd name="csY18" fmla="*/ 23780 h 131810"/>
              <a:gd name="csX19" fmla="*/ 42062 w 84335"/>
              <a:gd name="csY19" fmla="*/ 13275 h 131810"/>
              <a:gd name="csX20" fmla="*/ 24600 w 84335"/>
              <a:gd name="csY20" fmla="*/ 22591 h 131810"/>
              <a:gd name="csX21" fmla="*/ 16464 w 84335"/>
              <a:gd name="csY21" fmla="*/ 66197 h 1318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84335" h="131810">
                <a:moveTo>
                  <a:pt x="192" y="66197"/>
                </a:moveTo>
                <a:cubicBezTo>
                  <a:pt x="192" y="50886"/>
                  <a:pt x="1680" y="38596"/>
                  <a:pt x="4756" y="29330"/>
                </a:cubicBezTo>
                <a:cubicBezTo>
                  <a:pt x="7931" y="19964"/>
                  <a:pt x="12594" y="12779"/>
                  <a:pt x="18845" y="7725"/>
                </a:cubicBezTo>
                <a:cubicBezTo>
                  <a:pt x="25046" y="2720"/>
                  <a:pt x="32835" y="193"/>
                  <a:pt x="42260" y="193"/>
                </a:cubicBezTo>
                <a:cubicBezTo>
                  <a:pt x="49255" y="193"/>
                  <a:pt x="55357" y="1580"/>
                  <a:pt x="60517" y="4355"/>
                </a:cubicBezTo>
                <a:cubicBezTo>
                  <a:pt x="65775" y="7130"/>
                  <a:pt x="70091" y="11194"/>
                  <a:pt x="73415" y="16446"/>
                </a:cubicBezTo>
                <a:cubicBezTo>
                  <a:pt x="76838" y="21748"/>
                  <a:pt x="79567" y="28141"/>
                  <a:pt x="81551" y="35673"/>
                </a:cubicBezTo>
                <a:cubicBezTo>
                  <a:pt x="83535" y="43205"/>
                  <a:pt x="84528" y="53413"/>
                  <a:pt x="84528" y="66197"/>
                </a:cubicBezTo>
                <a:cubicBezTo>
                  <a:pt x="84528" y="81262"/>
                  <a:pt x="82940" y="93501"/>
                  <a:pt x="79765" y="102867"/>
                </a:cubicBezTo>
                <a:cubicBezTo>
                  <a:pt x="76590" y="112133"/>
                  <a:pt x="71877" y="119318"/>
                  <a:pt x="65676" y="124472"/>
                </a:cubicBezTo>
                <a:cubicBezTo>
                  <a:pt x="59574" y="129526"/>
                  <a:pt x="51785" y="132004"/>
                  <a:pt x="42260" y="132004"/>
                </a:cubicBezTo>
                <a:cubicBezTo>
                  <a:pt x="29809" y="132004"/>
                  <a:pt x="20035" y="127594"/>
                  <a:pt x="12892" y="118724"/>
                </a:cubicBezTo>
                <a:cubicBezTo>
                  <a:pt x="4409" y="107921"/>
                  <a:pt x="192" y="90379"/>
                  <a:pt x="192" y="66197"/>
                </a:cubicBezTo>
                <a:close/>
                <a:moveTo>
                  <a:pt x="16464" y="66197"/>
                </a:moveTo>
                <a:cubicBezTo>
                  <a:pt x="16464" y="87357"/>
                  <a:pt x="18894" y="101430"/>
                  <a:pt x="23806" y="108417"/>
                </a:cubicBezTo>
                <a:cubicBezTo>
                  <a:pt x="28816" y="115453"/>
                  <a:pt x="34968" y="118922"/>
                  <a:pt x="42260" y="118922"/>
                </a:cubicBezTo>
                <a:cubicBezTo>
                  <a:pt x="49503" y="118922"/>
                  <a:pt x="55605" y="115453"/>
                  <a:pt x="60517" y="108417"/>
                </a:cubicBezTo>
                <a:cubicBezTo>
                  <a:pt x="65527" y="101430"/>
                  <a:pt x="68057" y="87357"/>
                  <a:pt x="68057" y="66197"/>
                </a:cubicBezTo>
                <a:cubicBezTo>
                  <a:pt x="68057" y="44939"/>
                  <a:pt x="65527" y="30817"/>
                  <a:pt x="60517" y="23780"/>
                </a:cubicBezTo>
                <a:cubicBezTo>
                  <a:pt x="55605" y="16793"/>
                  <a:pt x="49454" y="13275"/>
                  <a:pt x="42062" y="13275"/>
                </a:cubicBezTo>
                <a:cubicBezTo>
                  <a:pt x="34769" y="13275"/>
                  <a:pt x="28965" y="16397"/>
                  <a:pt x="24600" y="22591"/>
                </a:cubicBezTo>
                <a:cubicBezTo>
                  <a:pt x="19143" y="30420"/>
                  <a:pt x="16464" y="44939"/>
                  <a:pt x="16464" y="66197"/>
                </a:cubicBezTo>
                <a:close/>
              </a:path>
            </a:pathLst>
          </a:custGeom>
          <a:solidFill>
            <a:srgbClr val="000000"/>
          </a:solidFill>
          <a:ln w="1270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28" name="Freihandform: Form 827">
            <a:extLst>
              <a:ext uri="{FF2B5EF4-FFF2-40B4-BE49-F238E27FC236}">
                <a16:creationId xmlns:a16="http://schemas.microsoft.com/office/drawing/2014/main" id="{C9D25B69-E01F-755C-4DD4-915D8F3A86FF}"/>
              </a:ext>
            </a:extLst>
          </p:cNvPr>
          <p:cNvSpPr/>
          <p:nvPr/>
        </p:nvSpPr>
        <p:spPr>
          <a:xfrm>
            <a:off x="6168102" y="1077719"/>
            <a:ext cx="14013" cy="2852879"/>
          </a:xfrm>
          <a:custGeom>
            <a:avLst/>
            <a:gdLst>
              <a:gd name="csX0" fmla="*/ 273 w 12700"/>
              <a:gd name="csY0" fmla="*/ 2585256 h 2585625"/>
              <a:gd name="csX1" fmla="*/ 273 w 12700"/>
              <a:gd name="csY1" fmla="*/ -370 h 25856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2585625">
                <a:moveTo>
                  <a:pt x="273" y="2585256"/>
                </a:moveTo>
                <a:lnTo>
                  <a:pt x="273" y="-370"/>
                </a:lnTo>
              </a:path>
            </a:pathLst>
          </a:custGeom>
          <a:noFill/>
          <a:ln w="14783" cap="sq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29" name="Freihandform: Form 828">
            <a:extLst>
              <a:ext uri="{FF2B5EF4-FFF2-40B4-BE49-F238E27FC236}">
                <a16:creationId xmlns:a16="http://schemas.microsoft.com/office/drawing/2014/main" id="{6FEFA3B4-BECE-85A9-2726-1B8E6FE79EA7}"/>
              </a:ext>
            </a:extLst>
          </p:cNvPr>
          <p:cNvSpPr/>
          <p:nvPr/>
        </p:nvSpPr>
        <p:spPr>
          <a:xfrm>
            <a:off x="6126228" y="3601456"/>
            <a:ext cx="41874" cy="13996"/>
          </a:xfrm>
          <a:custGeom>
            <a:avLst/>
            <a:gdLst>
              <a:gd name="csX0" fmla="*/ 273 w 37951"/>
              <a:gd name="csY0" fmla="*/ -370 h 12685"/>
              <a:gd name="csX1" fmla="*/ 38224 w 37951"/>
              <a:gd name="csY1" fmla="*/ -37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51" h="12685">
                <a:moveTo>
                  <a:pt x="273" y="-370"/>
                </a:moveTo>
                <a:lnTo>
                  <a:pt x="38224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0" name="Freihandform: Form 829">
            <a:extLst>
              <a:ext uri="{FF2B5EF4-FFF2-40B4-BE49-F238E27FC236}">
                <a16:creationId xmlns:a16="http://schemas.microsoft.com/office/drawing/2014/main" id="{B6ABECB3-CCBF-EFEF-143E-4904A07E51F9}"/>
              </a:ext>
            </a:extLst>
          </p:cNvPr>
          <p:cNvSpPr/>
          <p:nvPr/>
        </p:nvSpPr>
        <p:spPr>
          <a:xfrm>
            <a:off x="6126228" y="3052793"/>
            <a:ext cx="41874" cy="13996"/>
          </a:xfrm>
          <a:custGeom>
            <a:avLst/>
            <a:gdLst>
              <a:gd name="csX0" fmla="*/ 273 w 37951"/>
              <a:gd name="csY0" fmla="*/ -370 h 12685"/>
              <a:gd name="csX1" fmla="*/ 38224 w 37951"/>
              <a:gd name="csY1" fmla="*/ -37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51" h="12685">
                <a:moveTo>
                  <a:pt x="273" y="-370"/>
                </a:moveTo>
                <a:lnTo>
                  <a:pt x="38224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1" name="Freihandform: Form 830">
            <a:extLst>
              <a:ext uri="{FF2B5EF4-FFF2-40B4-BE49-F238E27FC236}">
                <a16:creationId xmlns:a16="http://schemas.microsoft.com/office/drawing/2014/main" id="{82F8D44B-737D-122C-4D09-9A520915A58E}"/>
              </a:ext>
            </a:extLst>
          </p:cNvPr>
          <p:cNvSpPr/>
          <p:nvPr/>
        </p:nvSpPr>
        <p:spPr>
          <a:xfrm>
            <a:off x="6126228" y="2504186"/>
            <a:ext cx="41874" cy="13996"/>
          </a:xfrm>
          <a:custGeom>
            <a:avLst/>
            <a:gdLst>
              <a:gd name="csX0" fmla="*/ 273 w 37951"/>
              <a:gd name="csY0" fmla="*/ -370 h 12685"/>
              <a:gd name="csX1" fmla="*/ 38224 w 37951"/>
              <a:gd name="csY1" fmla="*/ -37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51" h="12685">
                <a:moveTo>
                  <a:pt x="273" y="-370"/>
                </a:moveTo>
                <a:lnTo>
                  <a:pt x="38224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2" name="Freihandform: Form 831">
            <a:extLst>
              <a:ext uri="{FF2B5EF4-FFF2-40B4-BE49-F238E27FC236}">
                <a16:creationId xmlns:a16="http://schemas.microsoft.com/office/drawing/2014/main" id="{4F99C648-CE9E-2F51-95ED-9F83235F3F16}"/>
              </a:ext>
            </a:extLst>
          </p:cNvPr>
          <p:cNvSpPr/>
          <p:nvPr/>
        </p:nvSpPr>
        <p:spPr>
          <a:xfrm>
            <a:off x="6126228" y="1955523"/>
            <a:ext cx="41874" cy="13996"/>
          </a:xfrm>
          <a:custGeom>
            <a:avLst/>
            <a:gdLst>
              <a:gd name="csX0" fmla="*/ 273 w 37951"/>
              <a:gd name="csY0" fmla="*/ -370 h 12685"/>
              <a:gd name="csX1" fmla="*/ 38224 w 37951"/>
              <a:gd name="csY1" fmla="*/ -37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51" h="12685">
                <a:moveTo>
                  <a:pt x="273" y="-370"/>
                </a:moveTo>
                <a:lnTo>
                  <a:pt x="38224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3" name="Freihandform: Form 832">
            <a:extLst>
              <a:ext uri="{FF2B5EF4-FFF2-40B4-BE49-F238E27FC236}">
                <a16:creationId xmlns:a16="http://schemas.microsoft.com/office/drawing/2014/main" id="{EFE53C15-A36E-492F-52CA-41E8A5776ACB}"/>
              </a:ext>
            </a:extLst>
          </p:cNvPr>
          <p:cNvSpPr/>
          <p:nvPr/>
        </p:nvSpPr>
        <p:spPr>
          <a:xfrm>
            <a:off x="6126228" y="1406917"/>
            <a:ext cx="41874" cy="13996"/>
          </a:xfrm>
          <a:custGeom>
            <a:avLst/>
            <a:gdLst>
              <a:gd name="csX0" fmla="*/ 273 w 37951"/>
              <a:gd name="csY0" fmla="*/ -370 h 12685"/>
              <a:gd name="csX1" fmla="*/ 38224 w 37951"/>
              <a:gd name="csY1" fmla="*/ -37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51" h="12685">
                <a:moveTo>
                  <a:pt x="273" y="-370"/>
                </a:moveTo>
                <a:lnTo>
                  <a:pt x="38224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4" name="Freihandform: Form 833">
            <a:extLst>
              <a:ext uri="{FF2B5EF4-FFF2-40B4-BE49-F238E27FC236}">
                <a16:creationId xmlns:a16="http://schemas.microsoft.com/office/drawing/2014/main" id="{1A891409-CC28-3DBF-B94F-0A2B6D1F6525}"/>
              </a:ext>
            </a:extLst>
          </p:cNvPr>
          <p:cNvSpPr/>
          <p:nvPr/>
        </p:nvSpPr>
        <p:spPr>
          <a:xfrm>
            <a:off x="6168102" y="3930599"/>
            <a:ext cx="2856126" cy="13996"/>
          </a:xfrm>
          <a:custGeom>
            <a:avLst/>
            <a:gdLst>
              <a:gd name="csX0" fmla="*/ 273 w 2588567"/>
              <a:gd name="csY0" fmla="*/ -370 h 12685"/>
              <a:gd name="csX1" fmla="*/ 2588841 w 2588567"/>
              <a:gd name="csY1" fmla="*/ -37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588567" h="12685">
                <a:moveTo>
                  <a:pt x="273" y="-370"/>
                </a:moveTo>
                <a:lnTo>
                  <a:pt x="2588841" y="-370"/>
                </a:lnTo>
              </a:path>
            </a:pathLst>
          </a:custGeom>
          <a:noFill/>
          <a:ln w="14783" cap="sq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5" name="Freihandform: Form 834">
            <a:extLst>
              <a:ext uri="{FF2B5EF4-FFF2-40B4-BE49-F238E27FC236}">
                <a16:creationId xmlns:a16="http://schemas.microsoft.com/office/drawing/2014/main" id="{43FC5365-F934-65CF-1BB0-3809B8C03F6F}"/>
              </a:ext>
            </a:extLst>
          </p:cNvPr>
          <p:cNvSpPr/>
          <p:nvPr/>
        </p:nvSpPr>
        <p:spPr>
          <a:xfrm>
            <a:off x="6497619" y="3930599"/>
            <a:ext cx="14013" cy="41826"/>
          </a:xfrm>
          <a:custGeom>
            <a:avLst/>
            <a:gdLst>
              <a:gd name="csX0" fmla="*/ 273 w 12700"/>
              <a:gd name="csY0" fmla="*/ 37539 h 37908"/>
              <a:gd name="csX1" fmla="*/ 273 w 12700"/>
              <a:gd name="csY1" fmla="*/ -370 h 37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7908">
                <a:moveTo>
                  <a:pt x="273" y="37539"/>
                </a:moveTo>
                <a:lnTo>
                  <a:pt x="273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6" name="Freihandform: Form 835">
            <a:extLst>
              <a:ext uri="{FF2B5EF4-FFF2-40B4-BE49-F238E27FC236}">
                <a16:creationId xmlns:a16="http://schemas.microsoft.com/office/drawing/2014/main" id="{C76422F8-9586-DB9C-E6E6-71853F018EE9}"/>
              </a:ext>
            </a:extLst>
          </p:cNvPr>
          <p:cNvSpPr/>
          <p:nvPr/>
        </p:nvSpPr>
        <p:spPr>
          <a:xfrm>
            <a:off x="7046906" y="3930599"/>
            <a:ext cx="14013" cy="41826"/>
          </a:xfrm>
          <a:custGeom>
            <a:avLst/>
            <a:gdLst>
              <a:gd name="csX0" fmla="*/ 273 w 12700"/>
              <a:gd name="csY0" fmla="*/ 37539 h 37908"/>
              <a:gd name="csX1" fmla="*/ 273 w 12700"/>
              <a:gd name="csY1" fmla="*/ -370 h 37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7908">
                <a:moveTo>
                  <a:pt x="273" y="37539"/>
                </a:moveTo>
                <a:lnTo>
                  <a:pt x="273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7" name="Freihandform: Form 836">
            <a:extLst>
              <a:ext uri="{FF2B5EF4-FFF2-40B4-BE49-F238E27FC236}">
                <a16:creationId xmlns:a16="http://schemas.microsoft.com/office/drawing/2014/main" id="{A885C0A0-80D2-9E68-CDF9-914F424AEE12}"/>
              </a:ext>
            </a:extLst>
          </p:cNvPr>
          <p:cNvSpPr/>
          <p:nvPr/>
        </p:nvSpPr>
        <p:spPr>
          <a:xfrm>
            <a:off x="7596138" y="3930599"/>
            <a:ext cx="14013" cy="41826"/>
          </a:xfrm>
          <a:custGeom>
            <a:avLst/>
            <a:gdLst>
              <a:gd name="csX0" fmla="*/ 273 w 12700"/>
              <a:gd name="csY0" fmla="*/ 37539 h 37908"/>
              <a:gd name="csX1" fmla="*/ 273 w 12700"/>
              <a:gd name="csY1" fmla="*/ -370 h 37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7908">
                <a:moveTo>
                  <a:pt x="273" y="37539"/>
                </a:moveTo>
                <a:lnTo>
                  <a:pt x="273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8" name="Freihandform: Form 837">
            <a:extLst>
              <a:ext uri="{FF2B5EF4-FFF2-40B4-BE49-F238E27FC236}">
                <a16:creationId xmlns:a16="http://schemas.microsoft.com/office/drawing/2014/main" id="{6FCDDB12-5C90-7128-4FC3-B291EEF1D3BE}"/>
              </a:ext>
            </a:extLst>
          </p:cNvPr>
          <p:cNvSpPr/>
          <p:nvPr/>
        </p:nvSpPr>
        <p:spPr>
          <a:xfrm>
            <a:off x="8145424" y="3930599"/>
            <a:ext cx="14013" cy="41826"/>
          </a:xfrm>
          <a:custGeom>
            <a:avLst/>
            <a:gdLst>
              <a:gd name="csX0" fmla="*/ 273 w 12700"/>
              <a:gd name="csY0" fmla="*/ 37539 h 37908"/>
              <a:gd name="csX1" fmla="*/ 273 w 12700"/>
              <a:gd name="csY1" fmla="*/ -370 h 37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7908">
                <a:moveTo>
                  <a:pt x="273" y="37539"/>
                </a:moveTo>
                <a:lnTo>
                  <a:pt x="273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39" name="Freihandform: Form 838">
            <a:extLst>
              <a:ext uri="{FF2B5EF4-FFF2-40B4-BE49-F238E27FC236}">
                <a16:creationId xmlns:a16="http://schemas.microsoft.com/office/drawing/2014/main" id="{FDEBF935-55B2-16B4-4BDC-42BC506CBEF7}"/>
              </a:ext>
            </a:extLst>
          </p:cNvPr>
          <p:cNvSpPr/>
          <p:nvPr/>
        </p:nvSpPr>
        <p:spPr>
          <a:xfrm>
            <a:off x="8694657" y="3930599"/>
            <a:ext cx="14013" cy="41826"/>
          </a:xfrm>
          <a:custGeom>
            <a:avLst/>
            <a:gdLst>
              <a:gd name="csX0" fmla="*/ 273 w 12700"/>
              <a:gd name="csY0" fmla="*/ 37539 h 37908"/>
              <a:gd name="csX1" fmla="*/ 273 w 12700"/>
              <a:gd name="csY1" fmla="*/ -370 h 37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37908">
                <a:moveTo>
                  <a:pt x="273" y="37539"/>
                </a:moveTo>
                <a:lnTo>
                  <a:pt x="273" y="-370"/>
                </a:lnTo>
              </a:path>
            </a:pathLst>
          </a:custGeom>
          <a:noFill/>
          <a:ln w="14783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elle 29">
                <a:extLst>
                  <a:ext uri="{FF2B5EF4-FFF2-40B4-BE49-F238E27FC236}">
                    <a16:creationId xmlns:a16="http://schemas.microsoft.com/office/drawing/2014/main" id="{97844736-3597-6621-F844-B3989BB170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4745722"/>
                  </p:ext>
                </p:extLst>
              </p:nvPr>
            </p:nvGraphicFramePr>
            <p:xfrm>
              <a:off x="915107" y="674079"/>
              <a:ext cx="4068000" cy="248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684235349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15053427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5.139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1.393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2.374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-1.395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3.128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1.806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4.983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-0.506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-0.913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elle 29">
                <a:extLst>
                  <a:ext uri="{FF2B5EF4-FFF2-40B4-BE49-F238E27FC236}">
                    <a16:creationId xmlns:a16="http://schemas.microsoft.com/office/drawing/2014/main" id="{97844736-3597-6621-F844-B3989BB170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4745722"/>
                  </p:ext>
                </p:extLst>
              </p:nvPr>
            </p:nvGraphicFramePr>
            <p:xfrm>
              <a:off x="915107" y="674079"/>
              <a:ext cx="4068000" cy="248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684235349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15053427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0423" t="-4412" r="-300704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20423" t="-4412" r="-150704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423" t="-4412" r="-704" b="-5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4412" r="-56900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5.139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1.393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2.374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1449" r="-569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0423" t="-201449" r="-300704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20423" t="-201449" r="-150704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0423" t="-201449" r="-704" b="-318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882" r="-569000" b="-2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-1.395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3.128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1.806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405882" r="-569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0423" t="-405882" r="-300704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20423" t="-405882" r="-150704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0423" t="-405882" r="-704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05882" r="-569000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4.983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-0.506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-0.913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BDEFD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1" name="Tabelle 30">
                <a:extLst>
                  <a:ext uri="{FF2B5EF4-FFF2-40B4-BE49-F238E27FC236}">
                    <a16:creationId xmlns:a16="http://schemas.microsoft.com/office/drawing/2014/main" id="{79DDE713-5E6E-D2C4-7B60-EEC957D91C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3896620"/>
                  </p:ext>
                </p:extLst>
              </p:nvPr>
            </p:nvGraphicFramePr>
            <p:xfrm>
              <a:off x="775794" y="3404555"/>
              <a:ext cx="4212000" cy="20522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56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906188155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1509302849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 b="0" spc="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2000" b="0" i="1" spc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spc="-30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2.278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3.847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-1.349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-1.721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2.491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1.519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6179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3.841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1.896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2.301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1" name="Tabelle 30">
                <a:extLst>
                  <a:ext uri="{FF2B5EF4-FFF2-40B4-BE49-F238E27FC236}">
                    <a16:creationId xmlns:a16="http://schemas.microsoft.com/office/drawing/2014/main" id="{79DDE713-5E6E-D2C4-7B60-EEC957D91C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3896620"/>
                  </p:ext>
                </p:extLst>
              </p:nvPr>
            </p:nvGraphicFramePr>
            <p:xfrm>
              <a:off x="775794" y="3404555"/>
              <a:ext cx="4212000" cy="20522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56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906188155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1509302849"/>
                        </a:ext>
                      </a:extLst>
                    </a:gridCol>
                    <a:gridCol w="864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692" r="-458871" b="-44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2.278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3.847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-1.349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02941" r="-458871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7324" t="-102941" r="-300704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324" t="-102941" r="-150704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7324" t="-102941" r="-704" b="-3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200000" r="-458871" b="-2202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-1.721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2.491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1.519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304412" r="-458871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7324" t="-304412" r="-300704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324" t="-304412" r="-150704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7324" t="-304412" r="-704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6179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404412" r="-458871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3.841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1.896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2.301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2" name="Shape 46">
            <a:extLst>
              <a:ext uri="{FF2B5EF4-FFF2-40B4-BE49-F238E27FC236}">
                <a16:creationId xmlns:a16="http://schemas.microsoft.com/office/drawing/2014/main" id="{A9443E5D-C341-D3EA-F953-29FE77AEA6F5}"/>
              </a:ext>
            </a:extLst>
          </p:cNvPr>
          <p:cNvSpPr/>
          <p:nvPr/>
        </p:nvSpPr>
        <p:spPr>
          <a:xfrm>
            <a:off x="1528009" y="3287846"/>
            <a:ext cx="3459785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208EC57-A92B-7287-282D-DD9D4A6E9F77}"/>
              </a:ext>
            </a:extLst>
          </p:cNvPr>
          <p:cNvSpPr txBox="1"/>
          <p:nvPr/>
        </p:nvSpPr>
        <p:spPr>
          <a:xfrm rot="16200000">
            <a:off x="-341789" y="1909156"/>
            <a:ext cx="11221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2E75B6"/>
                </a:solidFill>
              </a:rPr>
              <a:t>Group 1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BDFC8A3B-FDF8-9EF6-BE44-D32AB665D0A7}"/>
              </a:ext>
            </a:extLst>
          </p:cNvPr>
          <p:cNvSpPr txBox="1"/>
          <p:nvPr/>
        </p:nvSpPr>
        <p:spPr>
          <a:xfrm rot="16200000">
            <a:off x="-341790" y="4213895"/>
            <a:ext cx="11221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accent6">
                    <a:lumMod val="75000"/>
                  </a:schemeClr>
                </a:solidFill>
              </a:rPr>
              <a:t>Group 2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0F7C0437-FACF-04FB-E32D-6344A31621C7}"/>
              </a:ext>
            </a:extLst>
          </p:cNvPr>
          <p:cNvSpPr/>
          <p:nvPr/>
        </p:nvSpPr>
        <p:spPr>
          <a:xfrm>
            <a:off x="384324" y="1088075"/>
            <a:ext cx="118872" cy="2070094"/>
          </a:xfrm>
          <a:prstGeom prst="leftBrace">
            <a:avLst>
              <a:gd name="adj1" fmla="val 38058"/>
              <a:gd name="adj2" fmla="val 50000"/>
            </a:avLst>
          </a:prstGeom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4A16B343-5ED2-3A82-739C-7592A7FFF992}"/>
              </a:ext>
            </a:extLst>
          </p:cNvPr>
          <p:cNvSpPr/>
          <p:nvPr/>
        </p:nvSpPr>
        <p:spPr>
          <a:xfrm>
            <a:off x="384324" y="3405768"/>
            <a:ext cx="118872" cy="2051027"/>
          </a:xfrm>
          <a:prstGeom prst="leftBrace">
            <a:avLst>
              <a:gd name="adj1" fmla="val 38058"/>
              <a:gd name="adj2" fmla="val 50000"/>
            </a:avLst>
          </a:prstGeom>
          <a:ln w="254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FAF4E34-A813-073C-9D66-74E9DCE37804}"/>
              </a:ext>
            </a:extLst>
          </p:cNvPr>
          <p:cNvSpPr txBox="1"/>
          <p:nvPr/>
        </p:nvSpPr>
        <p:spPr>
          <a:xfrm>
            <a:off x="1528009" y="0"/>
            <a:ext cx="324378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CLR transformed matrix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65C8378-3633-32C6-72AF-A97B503963A8}"/>
              </a:ext>
            </a:extLst>
          </p:cNvPr>
          <p:cNvSpPr txBox="1"/>
          <p:nvPr/>
        </p:nvSpPr>
        <p:spPr>
          <a:xfrm>
            <a:off x="10088485" y="3903643"/>
            <a:ext cx="2358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Axis 1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690D091-E118-C915-38F4-92EE584A6146}"/>
              </a:ext>
            </a:extLst>
          </p:cNvPr>
          <p:cNvSpPr txBox="1"/>
          <p:nvPr/>
        </p:nvSpPr>
        <p:spPr>
          <a:xfrm rot="16200000">
            <a:off x="-392361" y="1920909"/>
            <a:ext cx="20640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F89ACDC2-32CF-1C2F-E704-1A57F8CCA21F}"/>
              </a:ext>
            </a:extLst>
          </p:cNvPr>
          <p:cNvSpPr txBox="1"/>
          <p:nvPr/>
        </p:nvSpPr>
        <p:spPr>
          <a:xfrm rot="16200000">
            <a:off x="-415951" y="4194836"/>
            <a:ext cx="2123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p:sp>
        <p:nvSpPr>
          <p:cNvPr id="2" name="Pfeil: nach rechts 1">
            <a:extLst>
              <a:ext uri="{FF2B5EF4-FFF2-40B4-BE49-F238E27FC236}">
                <a16:creationId xmlns:a16="http://schemas.microsoft.com/office/drawing/2014/main" id="{9D387C80-DCD9-7FCE-3ABB-31E52AFE48AB}"/>
              </a:ext>
            </a:extLst>
          </p:cNvPr>
          <p:cNvSpPr/>
          <p:nvPr/>
        </p:nvSpPr>
        <p:spPr>
          <a:xfrm>
            <a:off x="5119512" y="2327417"/>
            <a:ext cx="541020" cy="360000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6C90BF0-D6F3-AD30-916C-2B7B174C4A01}"/>
              </a:ext>
            </a:extLst>
          </p:cNvPr>
          <p:cNvSpPr txBox="1"/>
          <p:nvPr/>
        </p:nvSpPr>
        <p:spPr>
          <a:xfrm>
            <a:off x="5947349" y="0"/>
            <a:ext cx="32442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Beta diversity distances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7108F5C-A698-DB81-B07B-26AA76FA7615}"/>
              </a:ext>
            </a:extLst>
          </p:cNvPr>
          <p:cNvSpPr txBox="1"/>
          <p:nvPr/>
        </p:nvSpPr>
        <p:spPr>
          <a:xfrm>
            <a:off x="10088487" y="-1"/>
            <a:ext cx="2340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Ordination of</a:t>
            </a:r>
          </a:p>
          <a:p>
            <a:pPr algn="ctr"/>
            <a:r>
              <a:rPr lang="en-US" sz="2200" b="1" dirty="0"/>
              <a:t>beta diversity</a:t>
            </a:r>
          </a:p>
        </p:txBody>
      </p:sp>
      <p:sp>
        <p:nvSpPr>
          <p:cNvPr id="434" name="Freihandform: Form 433">
            <a:extLst>
              <a:ext uri="{FF2B5EF4-FFF2-40B4-BE49-F238E27FC236}">
                <a16:creationId xmlns:a16="http://schemas.microsoft.com/office/drawing/2014/main" id="{2EC586A6-0B12-43D4-3034-3BFB49745079}"/>
              </a:ext>
            </a:extLst>
          </p:cNvPr>
          <p:cNvSpPr/>
          <p:nvPr/>
        </p:nvSpPr>
        <p:spPr>
          <a:xfrm>
            <a:off x="10924243" y="1198172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5" name="Freihandform: Form 434">
            <a:extLst>
              <a:ext uri="{FF2B5EF4-FFF2-40B4-BE49-F238E27FC236}">
                <a16:creationId xmlns:a16="http://schemas.microsoft.com/office/drawing/2014/main" id="{F0B42BC2-1171-F856-1319-ED809A758E90}"/>
              </a:ext>
            </a:extLst>
          </p:cNvPr>
          <p:cNvSpPr/>
          <p:nvPr/>
        </p:nvSpPr>
        <p:spPr>
          <a:xfrm>
            <a:off x="10283597" y="1711865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6" name="Freihandform: Form 435">
            <a:extLst>
              <a:ext uri="{FF2B5EF4-FFF2-40B4-BE49-F238E27FC236}">
                <a16:creationId xmlns:a16="http://schemas.microsoft.com/office/drawing/2014/main" id="{4212C896-11A2-B9F8-60A5-27C425486F3C}"/>
              </a:ext>
            </a:extLst>
          </p:cNvPr>
          <p:cNvSpPr/>
          <p:nvPr/>
        </p:nvSpPr>
        <p:spPr>
          <a:xfrm>
            <a:off x="10590681" y="2016428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7" name="Freihandform: Form 436">
            <a:extLst>
              <a:ext uri="{FF2B5EF4-FFF2-40B4-BE49-F238E27FC236}">
                <a16:creationId xmlns:a16="http://schemas.microsoft.com/office/drawing/2014/main" id="{C1C79ADF-13C2-1961-06B1-CC4798BD28CA}"/>
              </a:ext>
            </a:extLst>
          </p:cNvPr>
          <p:cNvSpPr/>
          <p:nvPr/>
        </p:nvSpPr>
        <p:spPr>
          <a:xfrm>
            <a:off x="10679981" y="1913588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8" name="Freihandform: Form 437">
            <a:extLst>
              <a:ext uri="{FF2B5EF4-FFF2-40B4-BE49-F238E27FC236}">
                <a16:creationId xmlns:a16="http://schemas.microsoft.com/office/drawing/2014/main" id="{53936389-DD4F-E369-078A-47AB677F9CB5}"/>
              </a:ext>
            </a:extLst>
          </p:cNvPr>
          <p:cNvSpPr/>
          <p:nvPr/>
        </p:nvSpPr>
        <p:spPr>
          <a:xfrm>
            <a:off x="10604282" y="1691820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9" name="Freihandform: Form 438">
            <a:extLst>
              <a:ext uri="{FF2B5EF4-FFF2-40B4-BE49-F238E27FC236}">
                <a16:creationId xmlns:a16="http://schemas.microsoft.com/office/drawing/2014/main" id="{1FCBD798-5ADC-00E4-51BD-B1229EB57BA2}"/>
              </a:ext>
            </a:extLst>
          </p:cNvPr>
          <p:cNvSpPr/>
          <p:nvPr/>
        </p:nvSpPr>
        <p:spPr>
          <a:xfrm>
            <a:off x="10435384" y="2016413"/>
            <a:ext cx="105408" cy="105274"/>
          </a:xfrm>
          <a:custGeom>
            <a:avLst/>
            <a:gdLst>
              <a:gd name="csX0" fmla="*/ 93811 w 93811"/>
              <a:gd name="csY0" fmla="*/ 46828 h 93692"/>
              <a:gd name="csX1" fmla="*/ 0 w 93811"/>
              <a:gd name="csY1" fmla="*/ 46828 h 93692"/>
              <a:gd name="csX2" fmla="*/ 93811 w 93811"/>
              <a:gd name="csY2" fmla="*/ 46828 h 93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692">
                <a:moveTo>
                  <a:pt x="93811" y="46828"/>
                </a:moveTo>
                <a:cubicBezTo>
                  <a:pt x="93811" y="109314"/>
                  <a:pt x="0" y="109314"/>
                  <a:pt x="0" y="46828"/>
                </a:cubicBezTo>
                <a:cubicBezTo>
                  <a:pt x="0" y="-15609"/>
                  <a:pt x="93811" y="-15609"/>
                  <a:pt x="93811" y="46828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0" name="Freihandform: Form 439">
            <a:extLst>
              <a:ext uri="{FF2B5EF4-FFF2-40B4-BE49-F238E27FC236}">
                <a16:creationId xmlns:a16="http://schemas.microsoft.com/office/drawing/2014/main" id="{6EE48E50-AB04-F9F6-1ACC-6B37CF72D8F6}"/>
              </a:ext>
            </a:extLst>
          </p:cNvPr>
          <p:cNvSpPr/>
          <p:nvPr/>
        </p:nvSpPr>
        <p:spPr>
          <a:xfrm>
            <a:off x="10970787" y="3714019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1" name="Freihandform: Form 440">
            <a:extLst>
              <a:ext uri="{FF2B5EF4-FFF2-40B4-BE49-F238E27FC236}">
                <a16:creationId xmlns:a16="http://schemas.microsoft.com/office/drawing/2014/main" id="{8C94BBEE-B5D3-16AA-645E-F830B5F4F35A}"/>
              </a:ext>
            </a:extLst>
          </p:cNvPr>
          <p:cNvSpPr/>
          <p:nvPr/>
        </p:nvSpPr>
        <p:spPr>
          <a:xfrm>
            <a:off x="10439174" y="1909023"/>
            <a:ext cx="105408" cy="105274"/>
          </a:xfrm>
          <a:custGeom>
            <a:avLst/>
            <a:gdLst>
              <a:gd name="csX0" fmla="*/ 93811 w 93811"/>
              <a:gd name="csY0" fmla="*/ 46865 h 93692"/>
              <a:gd name="csX1" fmla="*/ 0 w 93811"/>
              <a:gd name="csY1" fmla="*/ 46865 h 93692"/>
              <a:gd name="csX2" fmla="*/ 93811 w 93811"/>
              <a:gd name="csY2" fmla="*/ 46865 h 93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692">
                <a:moveTo>
                  <a:pt x="93811" y="46865"/>
                </a:moveTo>
                <a:cubicBezTo>
                  <a:pt x="93811" y="109302"/>
                  <a:pt x="0" y="109302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2" name="Freihandform: Form 441">
            <a:extLst>
              <a:ext uri="{FF2B5EF4-FFF2-40B4-BE49-F238E27FC236}">
                <a16:creationId xmlns:a16="http://schemas.microsoft.com/office/drawing/2014/main" id="{53CBA7AB-276E-36C9-4ECA-B01E4529AD42}"/>
              </a:ext>
            </a:extLst>
          </p:cNvPr>
          <p:cNvSpPr/>
          <p:nvPr/>
        </p:nvSpPr>
        <p:spPr>
          <a:xfrm>
            <a:off x="11138571" y="2268096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3" name="Freihandform: Form 442">
            <a:extLst>
              <a:ext uri="{FF2B5EF4-FFF2-40B4-BE49-F238E27FC236}">
                <a16:creationId xmlns:a16="http://schemas.microsoft.com/office/drawing/2014/main" id="{421CC6A4-FD97-C5C9-3D55-3E579711CEC6}"/>
              </a:ext>
            </a:extLst>
          </p:cNvPr>
          <p:cNvSpPr/>
          <p:nvPr/>
        </p:nvSpPr>
        <p:spPr>
          <a:xfrm>
            <a:off x="10523617" y="1861642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4" name="Freihandform: Form 443">
            <a:extLst>
              <a:ext uri="{FF2B5EF4-FFF2-40B4-BE49-F238E27FC236}">
                <a16:creationId xmlns:a16="http://schemas.microsoft.com/office/drawing/2014/main" id="{D5F0F96D-F4A8-444E-2085-4FD98EAF3E14}"/>
              </a:ext>
            </a:extLst>
          </p:cNvPr>
          <p:cNvSpPr/>
          <p:nvPr/>
        </p:nvSpPr>
        <p:spPr>
          <a:xfrm>
            <a:off x="10902391" y="1745495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5" name="Freihandform: Form 444">
            <a:extLst>
              <a:ext uri="{FF2B5EF4-FFF2-40B4-BE49-F238E27FC236}">
                <a16:creationId xmlns:a16="http://schemas.microsoft.com/office/drawing/2014/main" id="{DC0A2450-F39E-D035-716D-5480F3F2E81C}"/>
              </a:ext>
            </a:extLst>
          </p:cNvPr>
          <p:cNvSpPr/>
          <p:nvPr/>
        </p:nvSpPr>
        <p:spPr>
          <a:xfrm>
            <a:off x="11227312" y="1295109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6" name="Freihandform: Form 445">
            <a:extLst>
              <a:ext uri="{FF2B5EF4-FFF2-40B4-BE49-F238E27FC236}">
                <a16:creationId xmlns:a16="http://schemas.microsoft.com/office/drawing/2014/main" id="{1CCACB56-B887-60B6-461E-02ABC5413A58}"/>
              </a:ext>
            </a:extLst>
          </p:cNvPr>
          <p:cNvSpPr/>
          <p:nvPr/>
        </p:nvSpPr>
        <p:spPr>
          <a:xfrm>
            <a:off x="10610873" y="2839577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7" name="Freihandform: Form 446">
            <a:extLst>
              <a:ext uri="{FF2B5EF4-FFF2-40B4-BE49-F238E27FC236}">
                <a16:creationId xmlns:a16="http://schemas.microsoft.com/office/drawing/2014/main" id="{6E9D5031-AE16-91AD-EE93-F2A4E1C8A18A}"/>
              </a:ext>
            </a:extLst>
          </p:cNvPr>
          <p:cNvSpPr/>
          <p:nvPr/>
        </p:nvSpPr>
        <p:spPr>
          <a:xfrm>
            <a:off x="10378193" y="1348616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8" name="Freihandform: Form 447">
            <a:extLst>
              <a:ext uri="{FF2B5EF4-FFF2-40B4-BE49-F238E27FC236}">
                <a16:creationId xmlns:a16="http://schemas.microsoft.com/office/drawing/2014/main" id="{C6F17F79-7CD9-DFC1-845C-B81E70B2C3CA}"/>
              </a:ext>
            </a:extLst>
          </p:cNvPr>
          <p:cNvSpPr/>
          <p:nvPr/>
        </p:nvSpPr>
        <p:spPr>
          <a:xfrm>
            <a:off x="10650291" y="2195657"/>
            <a:ext cx="105463" cy="105274"/>
          </a:xfrm>
          <a:custGeom>
            <a:avLst/>
            <a:gdLst>
              <a:gd name="csX0" fmla="*/ 93861 w 93860"/>
              <a:gd name="csY0" fmla="*/ 46828 h 93692"/>
              <a:gd name="csX1" fmla="*/ 0 w 93860"/>
              <a:gd name="csY1" fmla="*/ 46828 h 93692"/>
              <a:gd name="csX2" fmla="*/ 93861 w 93860"/>
              <a:gd name="csY2" fmla="*/ 46828 h 93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692">
                <a:moveTo>
                  <a:pt x="93861" y="46828"/>
                </a:moveTo>
                <a:cubicBezTo>
                  <a:pt x="93861" y="109314"/>
                  <a:pt x="0" y="109314"/>
                  <a:pt x="0" y="46828"/>
                </a:cubicBezTo>
                <a:cubicBezTo>
                  <a:pt x="0" y="-15609"/>
                  <a:pt x="93861" y="-15609"/>
                  <a:pt x="93861" y="46828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9" name="Freihandform: Form 448">
            <a:extLst>
              <a:ext uri="{FF2B5EF4-FFF2-40B4-BE49-F238E27FC236}">
                <a16:creationId xmlns:a16="http://schemas.microsoft.com/office/drawing/2014/main" id="{10E9EB10-2036-CD41-64A9-66344EAC8A16}"/>
              </a:ext>
            </a:extLst>
          </p:cNvPr>
          <p:cNvSpPr/>
          <p:nvPr/>
        </p:nvSpPr>
        <p:spPr>
          <a:xfrm>
            <a:off x="10680984" y="1493993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0" name="Freihandform: Form 449">
            <a:extLst>
              <a:ext uri="{FF2B5EF4-FFF2-40B4-BE49-F238E27FC236}">
                <a16:creationId xmlns:a16="http://schemas.microsoft.com/office/drawing/2014/main" id="{32A0021C-AA62-624B-73B7-FA7B5FF8D563}"/>
              </a:ext>
            </a:extLst>
          </p:cNvPr>
          <p:cNvSpPr/>
          <p:nvPr/>
        </p:nvSpPr>
        <p:spPr>
          <a:xfrm>
            <a:off x="10376408" y="1558859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1" name="Freihandform: Form 450">
            <a:extLst>
              <a:ext uri="{FF2B5EF4-FFF2-40B4-BE49-F238E27FC236}">
                <a16:creationId xmlns:a16="http://schemas.microsoft.com/office/drawing/2014/main" id="{89487C5C-941D-C9CE-955B-6E2845D14064}"/>
              </a:ext>
            </a:extLst>
          </p:cNvPr>
          <p:cNvSpPr/>
          <p:nvPr/>
        </p:nvSpPr>
        <p:spPr>
          <a:xfrm>
            <a:off x="10191303" y="2042145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2" name="Freihandform: Form 451">
            <a:extLst>
              <a:ext uri="{FF2B5EF4-FFF2-40B4-BE49-F238E27FC236}">
                <a16:creationId xmlns:a16="http://schemas.microsoft.com/office/drawing/2014/main" id="{42254B36-E1B1-E803-3966-A39631090688}"/>
              </a:ext>
            </a:extLst>
          </p:cNvPr>
          <p:cNvSpPr/>
          <p:nvPr/>
        </p:nvSpPr>
        <p:spPr>
          <a:xfrm>
            <a:off x="10262819" y="3013462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3" name="Freihandform: Form 452">
            <a:extLst>
              <a:ext uri="{FF2B5EF4-FFF2-40B4-BE49-F238E27FC236}">
                <a16:creationId xmlns:a16="http://schemas.microsoft.com/office/drawing/2014/main" id="{8679D38F-3627-40A3-F64C-C50ABC62ACB0}"/>
              </a:ext>
            </a:extLst>
          </p:cNvPr>
          <p:cNvSpPr/>
          <p:nvPr/>
        </p:nvSpPr>
        <p:spPr>
          <a:xfrm>
            <a:off x="10907408" y="2115536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4" name="Freihandform: Form 453">
            <a:extLst>
              <a:ext uri="{FF2B5EF4-FFF2-40B4-BE49-F238E27FC236}">
                <a16:creationId xmlns:a16="http://schemas.microsoft.com/office/drawing/2014/main" id="{AC0D55EB-3EDE-7069-1BC0-6347188F83F9}"/>
              </a:ext>
            </a:extLst>
          </p:cNvPr>
          <p:cNvSpPr/>
          <p:nvPr/>
        </p:nvSpPr>
        <p:spPr>
          <a:xfrm>
            <a:off x="10453222" y="1711865"/>
            <a:ext cx="105408" cy="105274"/>
          </a:xfrm>
          <a:custGeom>
            <a:avLst/>
            <a:gdLst>
              <a:gd name="csX0" fmla="*/ 93811 w 93811"/>
              <a:gd name="csY0" fmla="*/ 46828 h 93692"/>
              <a:gd name="csX1" fmla="*/ 0 w 93811"/>
              <a:gd name="csY1" fmla="*/ 46828 h 93692"/>
              <a:gd name="csX2" fmla="*/ 93811 w 93811"/>
              <a:gd name="csY2" fmla="*/ 46828 h 93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692">
                <a:moveTo>
                  <a:pt x="93811" y="46828"/>
                </a:moveTo>
                <a:cubicBezTo>
                  <a:pt x="93811" y="109314"/>
                  <a:pt x="0" y="109314"/>
                  <a:pt x="0" y="46828"/>
                </a:cubicBezTo>
                <a:cubicBezTo>
                  <a:pt x="0" y="-15609"/>
                  <a:pt x="93811" y="-15609"/>
                  <a:pt x="93811" y="46828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5" name="Freihandform: Form 454">
            <a:extLst>
              <a:ext uri="{FF2B5EF4-FFF2-40B4-BE49-F238E27FC236}">
                <a16:creationId xmlns:a16="http://schemas.microsoft.com/office/drawing/2014/main" id="{7AC32B93-5CE0-CFB7-142D-8CECDAF0C1F1}"/>
              </a:ext>
            </a:extLst>
          </p:cNvPr>
          <p:cNvSpPr/>
          <p:nvPr/>
        </p:nvSpPr>
        <p:spPr>
          <a:xfrm>
            <a:off x="10480994" y="2964131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6" name="Freihandform: Form 455">
            <a:extLst>
              <a:ext uri="{FF2B5EF4-FFF2-40B4-BE49-F238E27FC236}">
                <a16:creationId xmlns:a16="http://schemas.microsoft.com/office/drawing/2014/main" id="{C038BB42-D7BC-8664-CCEE-19F0BF02426C}"/>
              </a:ext>
            </a:extLst>
          </p:cNvPr>
          <p:cNvSpPr/>
          <p:nvPr/>
        </p:nvSpPr>
        <p:spPr>
          <a:xfrm>
            <a:off x="10413589" y="2364754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7" name="Freihandform: Form 456">
            <a:extLst>
              <a:ext uri="{FF2B5EF4-FFF2-40B4-BE49-F238E27FC236}">
                <a16:creationId xmlns:a16="http://schemas.microsoft.com/office/drawing/2014/main" id="{C7E5EC50-F4F8-C393-883A-D7C3BBF96289}"/>
              </a:ext>
            </a:extLst>
          </p:cNvPr>
          <p:cNvSpPr/>
          <p:nvPr/>
        </p:nvSpPr>
        <p:spPr>
          <a:xfrm>
            <a:off x="10822786" y="1766312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8" name="Freihandform: Form 457">
            <a:extLst>
              <a:ext uri="{FF2B5EF4-FFF2-40B4-BE49-F238E27FC236}">
                <a16:creationId xmlns:a16="http://schemas.microsoft.com/office/drawing/2014/main" id="{CF736691-213B-7AAF-140A-F9DF62804584}"/>
              </a:ext>
            </a:extLst>
          </p:cNvPr>
          <p:cNvSpPr/>
          <p:nvPr/>
        </p:nvSpPr>
        <p:spPr>
          <a:xfrm>
            <a:off x="11097768" y="1642879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9" name="Freihandform: Form 458">
            <a:extLst>
              <a:ext uri="{FF2B5EF4-FFF2-40B4-BE49-F238E27FC236}">
                <a16:creationId xmlns:a16="http://schemas.microsoft.com/office/drawing/2014/main" id="{77622006-FEF3-BA77-B6FC-463154A36FD9}"/>
              </a:ext>
            </a:extLst>
          </p:cNvPr>
          <p:cNvSpPr/>
          <p:nvPr/>
        </p:nvSpPr>
        <p:spPr>
          <a:xfrm>
            <a:off x="10316291" y="1860930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2E75B6"/>
          </a:solidFill>
          <a:ln w="9818" cap="rnd">
            <a:solidFill>
              <a:srgbClr val="2E75B6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0" name="Freihandform: Form 459">
            <a:extLst>
              <a:ext uri="{FF2B5EF4-FFF2-40B4-BE49-F238E27FC236}">
                <a16:creationId xmlns:a16="http://schemas.microsoft.com/office/drawing/2014/main" id="{C20984F5-8461-0977-C124-ABF46DCF53A2}"/>
              </a:ext>
            </a:extLst>
          </p:cNvPr>
          <p:cNvSpPr/>
          <p:nvPr/>
        </p:nvSpPr>
        <p:spPr>
          <a:xfrm>
            <a:off x="11793598" y="2621990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1" name="Freihandform: Form 460">
            <a:extLst>
              <a:ext uri="{FF2B5EF4-FFF2-40B4-BE49-F238E27FC236}">
                <a16:creationId xmlns:a16="http://schemas.microsoft.com/office/drawing/2014/main" id="{C8076EFC-D69A-158C-8CD8-CAD69A9D6579}"/>
              </a:ext>
            </a:extLst>
          </p:cNvPr>
          <p:cNvSpPr/>
          <p:nvPr/>
        </p:nvSpPr>
        <p:spPr>
          <a:xfrm>
            <a:off x="11566448" y="2730787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2" name="Freihandform: Form 461">
            <a:extLst>
              <a:ext uri="{FF2B5EF4-FFF2-40B4-BE49-F238E27FC236}">
                <a16:creationId xmlns:a16="http://schemas.microsoft.com/office/drawing/2014/main" id="{89B02FEA-4F27-5AE7-213A-079464C22F59}"/>
              </a:ext>
            </a:extLst>
          </p:cNvPr>
          <p:cNvSpPr/>
          <p:nvPr/>
        </p:nvSpPr>
        <p:spPr>
          <a:xfrm>
            <a:off x="12064950" y="1402847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3" name="Freihandform: Form 462">
            <a:extLst>
              <a:ext uri="{FF2B5EF4-FFF2-40B4-BE49-F238E27FC236}">
                <a16:creationId xmlns:a16="http://schemas.microsoft.com/office/drawing/2014/main" id="{A1699F09-292E-60C9-215F-E9995BECF4FF}"/>
              </a:ext>
            </a:extLst>
          </p:cNvPr>
          <p:cNvSpPr/>
          <p:nvPr/>
        </p:nvSpPr>
        <p:spPr>
          <a:xfrm>
            <a:off x="11648835" y="2040648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4" name="Freihandform: Form 463">
            <a:extLst>
              <a:ext uri="{FF2B5EF4-FFF2-40B4-BE49-F238E27FC236}">
                <a16:creationId xmlns:a16="http://schemas.microsoft.com/office/drawing/2014/main" id="{E76363C7-618B-5335-1DED-120358E7E160}"/>
              </a:ext>
            </a:extLst>
          </p:cNvPr>
          <p:cNvSpPr/>
          <p:nvPr/>
        </p:nvSpPr>
        <p:spPr>
          <a:xfrm>
            <a:off x="12063167" y="2126783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5" name="Freihandform: Form 464">
            <a:extLst>
              <a:ext uri="{FF2B5EF4-FFF2-40B4-BE49-F238E27FC236}">
                <a16:creationId xmlns:a16="http://schemas.microsoft.com/office/drawing/2014/main" id="{88E528BC-8D88-D967-B32F-81604434E236}"/>
              </a:ext>
            </a:extLst>
          </p:cNvPr>
          <p:cNvSpPr/>
          <p:nvPr/>
        </p:nvSpPr>
        <p:spPr>
          <a:xfrm>
            <a:off x="12157538" y="2233227"/>
            <a:ext cx="105408" cy="105274"/>
          </a:xfrm>
          <a:custGeom>
            <a:avLst/>
            <a:gdLst>
              <a:gd name="csX0" fmla="*/ 93811 w 93811"/>
              <a:gd name="csY0" fmla="*/ 46828 h 93692"/>
              <a:gd name="csX1" fmla="*/ 0 w 93811"/>
              <a:gd name="csY1" fmla="*/ 46828 h 93692"/>
              <a:gd name="csX2" fmla="*/ 93811 w 93811"/>
              <a:gd name="csY2" fmla="*/ 46828 h 93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692">
                <a:moveTo>
                  <a:pt x="93811" y="46828"/>
                </a:moveTo>
                <a:cubicBezTo>
                  <a:pt x="93811" y="109314"/>
                  <a:pt x="0" y="109314"/>
                  <a:pt x="0" y="46828"/>
                </a:cubicBezTo>
                <a:cubicBezTo>
                  <a:pt x="0" y="-15609"/>
                  <a:pt x="93811" y="-15609"/>
                  <a:pt x="93811" y="46828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6" name="Freihandform: Form 465">
            <a:extLst>
              <a:ext uri="{FF2B5EF4-FFF2-40B4-BE49-F238E27FC236}">
                <a16:creationId xmlns:a16="http://schemas.microsoft.com/office/drawing/2014/main" id="{DB0AB2BB-C89B-3387-D1BB-3B5951DA14C9}"/>
              </a:ext>
            </a:extLst>
          </p:cNvPr>
          <p:cNvSpPr/>
          <p:nvPr/>
        </p:nvSpPr>
        <p:spPr>
          <a:xfrm>
            <a:off x="11963002" y="3198218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7" name="Freihandform: Form 466">
            <a:extLst>
              <a:ext uri="{FF2B5EF4-FFF2-40B4-BE49-F238E27FC236}">
                <a16:creationId xmlns:a16="http://schemas.microsoft.com/office/drawing/2014/main" id="{A4471A8A-347E-7D6E-71E8-9DFD916F3F99}"/>
              </a:ext>
            </a:extLst>
          </p:cNvPr>
          <p:cNvSpPr/>
          <p:nvPr/>
        </p:nvSpPr>
        <p:spPr>
          <a:xfrm>
            <a:off x="11660541" y="1860694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8" name="Freihandform: Form 467">
            <a:extLst>
              <a:ext uri="{FF2B5EF4-FFF2-40B4-BE49-F238E27FC236}">
                <a16:creationId xmlns:a16="http://schemas.microsoft.com/office/drawing/2014/main" id="{4C30A157-1471-703B-F6FF-85F2B2172157}"/>
              </a:ext>
            </a:extLst>
          </p:cNvPr>
          <p:cNvSpPr/>
          <p:nvPr/>
        </p:nvSpPr>
        <p:spPr>
          <a:xfrm>
            <a:off x="12081895" y="2282127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9" name="Freihandform: Form 468">
            <a:extLst>
              <a:ext uri="{FF2B5EF4-FFF2-40B4-BE49-F238E27FC236}">
                <a16:creationId xmlns:a16="http://schemas.microsoft.com/office/drawing/2014/main" id="{25C3AD23-6C06-F74D-3848-C4AE091001DC}"/>
              </a:ext>
            </a:extLst>
          </p:cNvPr>
          <p:cNvSpPr/>
          <p:nvPr/>
        </p:nvSpPr>
        <p:spPr>
          <a:xfrm>
            <a:off x="11583895" y="2264644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0" name="Freihandform: Form 469">
            <a:extLst>
              <a:ext uri="{FF2B5EF4-FFF2-40B4-BE49-F238E27FC236}">
                <a16:creationId xmlns:a16="http://schemas.microsoft.com/office/drawing/2014/main" id="{C5981064-585C-E1EC-50D6-291F3528F8BD}"/>
              </a:ext>
            </a:extLst>
          </p:cNvPr>
          <p:cNvSpPr/>
          <p:nvPr/>
        </p:nvSpPr>
        <p:spPr>
          <a:xfrm>
            <a:off x="11594151" y="1697333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1" name="Freihandform: Form 470">
            <a:extLst>
              <a:ext uri="{FF2B5EF4-FFF2-40B4-BE49-F238E27FC236}">
                <a16:creationId xmlns:a16="http://schemas.microsoft.com/office/drawing/2014/main" id="{52FFB4BA-0D58-A4AD-62AE-9BF1C797AFFC}"/>
              </a:ext>
            </a:extLst>
          </p:cNvPr>
          <p:cNvSpPr/>
          <p:nvPr/>
        </p:nvSpPr>
        <p:spPr>
          <a:xfrm>
            <a:off x="11569013" y="1754069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2" name="Freihandform: Form 471">
            <a:extLst>
              <a:ext uri="{FF2B5EF4-FFF2-40B4-BE49-F238E27FC236}">
                <a16:creationId xmlns:a16="http://schemas.microsoft.com/office/drawing/2014/main" id="{7127706A-7FA2-692E-08DA-ACA3C0C6B143}"/>
              </a:ext>
            </a:extLst>
          </p:cNvPr>
          <p:cNvSpPr/>
          <p:nvPr/>
        </p:nvSpPr>
        <p:spPr>
          <a:xfrm>
            <a:off x="11320179" y="1464150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3" name="Freihandform: Form 472">
            <a:extLst>
              <a:ext uri="{FF2B5EF4-FFF2-40B4-BE49-F238E27FC236}">
                <a16:creationId xmlns:a16="http://schemas.microsoft.com/office/drawing/2014/main" id="{D8EADD90-84F0-B8BD-829B-D7C856A79AA0}"/>
              </a:ext>
            </a:extLst>
          </p:cNvPr>
          <p:cNvSpPr/>
          <p:nvPr/>
        </p:nvSpPr>
        <p:spPr>
          <a:xfrm>
            <a:off x="11904580" y="2413808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4" name="Freihandform: Form 473">
            <a:extLst>
              <a:ext uri="{FF2B5EF4-FFF2-40B4-BE49-F238E27FC236}">
                <a16:creationId xmlns:a16="http://schemas.microsoft.com/office/drawing/2014/main" id="{72B7C5AB-EE6D-F5A0-0EFC-B780E54B2C25}"/>
              </a:ext>
            </a:extLst>
          </p:cNvPr>
          <p:cNvSpPr/>
          <p:nvPr/>
        </p:nvSpPr>
        <p:spPr>
          <a:xfrm>
            <a:off x="11968795" y="1841207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5" name="Freihandform: Form 474">
            <a:extLst>
              <a:ext uri="{FF2B5EF4-FFF2-40B4-BE49-F238E27FC236}">
                <a16:creationId xmlns:a16="http://schemas.microsoft.com/office/drawing/2014/main" id="{F3361E4B-6C96-D40D-D2BC-6E67D751D0F0}"/>
              </a:ext>
            </a:extLst>
          </p:cNvPr>
          <p:cNvSpPr/>
          <p:nvPr/>
        </p:nvSpPr>
        <p:spPr>
          <a:xfrm>
            <a:off x="11754299" y="1464651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6" name="Freihandform: Form 475">
            <a:extLst>
              <a:ext uri="{FF2B5EF4-FFF2-40B4-BE49-F238E27FC236}">
                <a16:creationId xmlns:a16="http://schemas.microsoft.com/office/drawing/2014/main" id="{E8F57AEC-4528-6467-FFF1-478CF081F931}"/>
              </a:ext>
            </a:extLst>
          </p:cNvPr>
          <p:cNvSpPr/>
          <p:nvPr/>
        </p:nvSpPr>
        <p:spPr>
          <a:xfrm>
            <a:off x="12177660" y="2736355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7" name="Freihandform: Form 476">
            <a:extLst>
              <a:ext uri="{FF2B5EF4-FFF2-40B4-BE49-F238E27FC236}">
                <a16:creationId xmlns:a16="http://schemas.microsoft.com/office/drawing/2014/main" id="{20829E17-8B93-0AA1-009C-79053A364431}"/>
              </a:ext>
            </a:extLst>
          </p:cNvPr>
          <p:cNvSpPr/>
          <p:nvPr/>
        </p:nvSpPr>
        <p:spPr>
          <a:xfrm>
            <a:off x="11616002" y="2609296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8" name="Freihandform: Form 477">
            <a:extLst>
              <a:ext uri="{FF2B5EF4-FFF2-40B4-BE49-F238E27FC236}">
                <a16:creationId xmlns:a16="http://schemas.microsoft.com/office/drawing/2014/main" id="{D439CBF2-E823-5111-767D-427DE6B253AD}"/>
              </a:ext>
            </a:extLst>
          </p:cNvPr>
          <p:cNvSpPr/>
          <p:nvPr/>
        </p:nvSpPr>
        <p:spPr>
          <a:xfrm>
            <a:off x="11715781" y="2746990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9" name="Freihandform: Form 478">
            <a:extLst>
              <a:ext uri="{FF2B5EF4-FFF2-40B4-BE49-F238E27FC236}">
                <a16:creationId xmlns:a16="http://schemas.microsoft.com/office/drawing/2014/main" id="{6DC8763A-94E5-77BC-077B-B5F6414F020D}"/>
              </a:ext>
            </a:extLst>
          </p:cNvPr>
          <p:cNvSpPr/>
          <p:nvPr/>
        </p:nvSpPr>
        <p:spPr>
          <a:xfrm>
            <a:off x="12054638" y="2913469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0" name="Freihandform: Form 479">
            <a:extLst>
              <a:ext uri="{FF2B5EF4-FFF2-40B4-BE49-F238E27FC236}">
                <a16:creationId xmlns:a16="http://schemas.microsoft.com/office/drawing/2014/main" id="{2C560AF2-9A99-C0B3-FF02-578662BE4DC1}"/>
              </a:ext>
            </a:extLst>
          </p:cNvPr>
          <p:cNvSpPr/>
          <p:nvPr/>
        </p:nvSpPr>
        <p:spPr>
          <a:xfrm>
            <a:off x="11583951" y="2131126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1" name="Freihandform: Form 480">
            <a:extLst>
              <a:ext uri="{FF2B5EF4-FFF2-40B4-BE49-F238E27FC236}">
                <a16:creationId xmlns:a16="http://schemas.microsoft.com/office/drawing/2014/main" id="{CC9918A6-199E-BF57-642C-57A9C5C693D1}"/>
              </a:ext>
            </a:extLst>
          </p:cNvPr>
          <p:cNvSpPr/>
          <p:nvPr/>
        </p:nvSpPr>
        <p:spPr>
          <a:xfrm>
            <a:off x="12252649" y="1871211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2" name="Freihandform: Form 481">
            <a:extLst>
              <a:ext uri="{FF2B5EF4-FFF2-40B4-BE49-F238E27FC236}">
                <a16:creationId xmlns:a16="http://schemas.microsoft.com/office/drawing/2014/main" id="{EA909628-A9A1-039B-CD1C-5F71E151785C}"/>
              </a:ext>
            </a:extLst>
          </p:cNvPr>
          <p:cNvSpPr/>
          <p:nvPr/>
        </p:nvSpPr>
        <p:spPr>
          <a:xfrm>
            <a:off x="11727711" y="1561309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3" name="Freihandform: Form 482">
            <a:extLst>
              <a:ext uri="{FF2B5EF4-FFF2-40B4-BE49-F238E27FC236}">
                <a16:creationId xmlns:a16="http://schemas.microsoft.com/office/drawing/2014/main" id="{4C573602-AC87-595B-BD70-132FFFB59D60}"/>
              </a:ext>
            </a:extLst>
          </p:cNvPr>
          <p:cNvSpPr/>
          <p:nvPr/>
        </p:nvSpPr>
        <p:spPr>
          <a:xfrm>
            <a:off x="12138920" y="1640707"/>
            <a:ext cx="105408" cy="105316"/>
          </a:xfrm>
          <a:custGeom>
            <a:avLst/>
            <a:gdLst>
              <a:gd name="csX0" fmla="*/ 93811 w 93811"/>
              <a:gd name="csY0" fmla="*/ 46865 h 93729"/>
              <a:gd name="csX1" fmla="*/ 0 w 93811"/>
              <a:gd name="csY1" fmla="*/ 46865 h 93729"/>
              <a:gd name="csX2" fmla="*/ 93811 w 93811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11" h="93729">
                <a:moveTo>
                  <a:pt x="93811" y="46865"/>
                </a:moveTo>
                <a:cubicBezTo>
                  <a:pt x="93811" y="109351"/>
                  <a:pt x="0" y="109351"/>
                  <a:pt x="0" y="46865"/>
                </a:cubicBezTo>
                <a:cubicBezTo>
                  <a:pt x="0" y="-15622"/>
                  <a:pt x="93811" y="-15622"/>
                  <a:pt x="9381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4" name="Freihandform: Form 483">
            <a:extLst>
              <a:ext uri="{FF2B5EF4-FFF2-40B4-BE49-F238E27FC236}">
                <a16:creationId xmlns:a16="http://schemas.microsoft.com/office/drawing/2014/main" id="{8389C46D-A389-6F13-39F8-BC61E3885EE6}"/>
              </a:ext>
            </a:extLst>
          </p:cNvPr>
          <p:cNvSpPr/>
          <p:nvPr/>
        </p:nvSpPr>
        <p:spPr>
          <a:xfrm>
            <a:off x="12012664" y="2681678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5" name="Freihandform: Form 484">
            <a:extLst>
              <a:ext uri="{FF2B5EF4-FFF2-40B4-BE49-F238E27FC236}">
                <a16:creationId xmlns:a16="http://schemas.microsoft.com/office/drawing/2014/main" id="{3E9721FE-EF06-44EC-8EC4-F346A28C7D8F}"/>
              </a:ext>
            </a:extLst>
          </p:cNvPr>
          <p:cNvSpPr/>
          <p:nvPr/>
        </p:nvSpPr>
        <p:spPr>
          <a:xfrm>
            <a:off x="11594375" y="1232192"/>
            <a:ext cx="105463" cy="105316"/>
          </a:xfrm>
          <a:custGeom>
            <a:avLst/>
            <a:gdLst>
              <a:gd name="csX0" fmla="*/ 93861 w 93860"/>
              <a:gd name="csY0" fmla="*/ 46865 h 93729"/>
              <a:gd name="csX1" fmla="*/ 0 w 93860"/>
              <a:gd name="csY1" fmla="*/ 46865 h 93729"/>
              <a:gd name="csX2" fmla="*/ 93861 w 93860"/>
              <a:gd name="csY2" fmla="*/ 46865 h 937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3860" h="93729">
                <a:moveTo>
                  <a:pt x="93861" y="46865"/>
                </a:moveTo>
                <a:cubicBezTo>
                  <a:pt x="93861" y="109351"/>
                  <a:pt x="0" y="109351"/>
                  <a:pt x="0" y="46865"/>
                </a:cubicBezTo>
                <a:cubicBezTo>
                  <a:pt x="0" y="-15622"/>
                  <a:pt x="93861" y="-15622"/>
                  <a:pt x="93861" y="46865"/>
                </a:cubicBezTo>
              </a:path>
            </a:pathLst>
          </a:custGeom>
          <a:solidFill>
            <a:srgbClr val="3F7F2A">
              <a:alpha val="90000"/>
            </a:srgbClr>
          </a:solidFill>
          <a:ln w="9818" cap="rnd">
            <a:solidFill>
              <a:srgbClr val="3F7F2A">
                <a:alpha val="90000"/>
              </a:srgbClr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6" name="Freihandform: Form 485">
            <a:extLst>
              <a:ext uri="{FF2B5EF4-FFF2-40B4-BE49-F238E27FC236}">
                <a16:creationId xmlns:a16="http://schemas.microsoft.com/office/drawing/2014/main" id="{AEA6B3D3-C50F-8C72-FB6F-ECF078BA354C}"/>
              </a:ext>
            </a:extLst>
          </p:cNvPr>
          <p:cNvSpPr/>
          <p:nvPr/>
        </p:nvSpPr>
        <p:spPr>
          <a:xfrm>
            <a:off x="10088486" y="1125051"/>
            <a:ext cx="14270" cy="2767404"/>
          </a:xfrm>
          <a:custGeom>
            <a:avLst/>
            <a:gdLst>
              <a:gd name="csX0" fmla="*/ 0 w 12700"/>
              <a:gd name="csY0" fmla="*/ 2462933 h 2462932"/>
              <a:gd name="csX1" fmla="*/ 0 w 12700"/>
              <a:gd name="csY1" fmla="*/ 0 h 2462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2462932">
                <a:moveTo>
                  <a:pt x="0" y="2462933"/>
                </a:moveTo>
                <a:lnTo>
                  <a:pt x="0" y="0"/>
                </a:lnTo>
              </a:path>
            </a:pathLst>
          </a:custGeom>
          <a:noFill/>
          <a:ln w="14783" cap="sq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7" name="Freihandform: Form 486">
            <a:extLst>
              <a:ext uri="{FF2B5EF4-FFF2-40B4-BE49-F238E27FC236}">
                <a16:creationId xmlns:a16="http://schemas.microsoft.com/office/drawing/2014/main" id="{75F14BA2-E460-5A36-2F48-2EA2F2032AE3}"/>
              </a:ext>
            </a:extLst>
          </p:cNvPr>
          <p:cNvSpPr/>
          <p:nvPr/>
        </p:nvSpPr>
        <p:spPr>
          <a:xfrm>
            <a:off x="10090751" y="1125051"/>
            <a:ext cx="2340000" cy="14253"/>
          </a:xfrm>
          <a:custGeom>
            <a:avLst/>
            <a:gdLst>
              <a:gd name="csX0" fmla="*/ 0 w 2299164"/>
              <a:gd name="csY0" fmla="*/ 0 h 12685"/>
              <a:gd name="csX1" fmla="*/ 2299164 w 2299164"/>
              <a:gd name="csY1" fmla="*/ 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299164" h="12685">
                <a:moveTo>
                  <a:pt x="0" y="0"/>
                </a:moveTo>
                <a:lnTo>
                  <a:pt x="2299164" y="0"/>
                </a:lnTo>
              </a:path>
            </a:pathLst>
          </a:custGeom>
          <a:noFill/>
          <a:ln w="14783" cap="sq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 dirty="0"/>
          </a:p>
        </p:txBody>
      </p:sp>
      <p:sp>
        <p:nvSpPr>
          <p:cNvPr id="488" name="Freihandform: Form 487">
            <a:extLst>
              <a:ext uri="{FF2B5EF4-FFF2-40B4-BE49-F238E27FC236}">
                <a16:creationId xmlns:a16="http://schemas.microsoft.com/office/drawing/2014/main" id="{C5E6B3E8-5B45-1120-50C3-B12A9C31FC0A}"/>
              </a:ext>
            </a:extLst>
          </p:cNvPr>
          <p:cNvSpPr/>
          <p:nvPr/>
        </p:nvSpPr>
        <p:spPr>
          <a:xfrm>
            <a:off x="12432958" y="1125051"/>
            <a:ext cx="14270" cy="2767404"/>
          </a:xfrm>
          <a:custGeom>
            <a:avLst/>
            <a:gdLst>
              <a:gd name="csX0" fmla="*/ 0 w 12700"/>
              <a:gd name="csY0" fmla="*/ 2462933 h 2462932"/>
              <a:gd name="csX1" fmla="*/ 0 w 12700"/>
              <a:gd name="csY1" fmla="*/ 0 h 2462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700" h="2462932">
                <a:moveTo>
                  <a:pt x="0" y="2462933"/>
                </a:moveTo>
                <a:lnTo>
                  <a:pt x="0" y="0"/>
                </a:lnTo>
              </a:path>
            </a:pathLst>
          </a:custGeom>
          <a:noFill/>
          <a:ln w="14783" cap="sq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9" name="Freihandform: Form 488">
            <a:extLst>
              <a:ext uri="{FF2B5EF4-FFF2-40B4-BE49-F238E27FC236}">
                <a16:creationId xmlns:a16="http://schemas.microsoft.com/office/drawing/2014/main" id="{39C19872-0CBB-4E84-D995-CB11073EE2A0}"/>
              </a:ext>
            </a:extLst>
          </p:cNvPr>
          <p:cNvSpPr/>
          <p:nvPr/>
        </p:nvSpPr>
        <p:spPr>
          <a:xfrm>
            <a:off x="10090751" y="3892456"/>
            <a:ext cx="2340000" cy="14253"/>
          </a:xfrm>
          <a:custGeom>
            <a:avLst/>
            <a:gdLst>
              <a:gd name="csX0" fmla="*/ 0 w 2299164"/>
              <a:gd name="csY0" fmla="*/ 0 h 12685"/>
              <a:gd name="csX1" fmla="*/ 2299164 w 2299164"/>
              <a:gd name="csY1" fmla="*/ 0 h 12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299164" h="12685">
                <a:moveTo>
                  <a:pt x="0" y="0"/>
                </a:moveTo>
                <a:lnTo>
                  <a:pt x="2299164" y="0"/>
                </a:lnTo>
              </a:path>
            </a:pathLst>
          </a:custGeom>
          <a:noFill/>
          <a:ln w="14783" cap="sq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35" name="Tabelle 634">
                <a:extLst>
                  <a:ext uri="{FF2B5EF4-FFF2-40B4-BE49-F238E27FC236}">
                    <a16:creationId xmlns:a16="http://schemas.microsoft.com/office/drawing/2014/main" id="{A0C23E21-4965-470E-1782-58ED6CB980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0238518"/>
                  </p:ext>
                </p:extLst>
              </p:nvPr>
            </p:nvGraphicFramePr>
            <p:xfrm>
              <a:off x="5667682" y="1193483"/>
              <a:ext cx="612000" cy="2700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1289813624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425929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50145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6312194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42889545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62145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35" name="Tabelle 634">
                <a:extLst>
                  <a:ext uri="{FF2B5EF4-FFF2-40B4-BE49-F238E27FC236}">
                    <a16:creationId xmlns:a16="http://schemas.microsoft.com/office/drawing/2014/main" id="{A0C23E21-4965-470E-1782-58ED6CB980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0238518"/>
                  </p:ext>
                </p:extLst>
              </p:nvPr>
            </p:nvGraphicFramePr>
            <p:xfrm>
              <a:off x="5667682" y="1193483"/>
              <a:ext cx="612000" cy="2700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1289813624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b="-3988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25929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b="-2988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50145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2273" b="-202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6312194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98876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889545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988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21452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36" name="Tabelle 635">
                <a:extLst>
                  <a:ext uri="{FF2B5EF4-FFF2-40B4-BE49-F238E27FC236}">
                    <a16:creationId xmlns:a16="http://schemas.microsoft.com/office/drawing/2014/main" id="{BEC9C3EB-375B-332C-3064-087B513205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434700"/>
                  </p:ext>
                </p:extLst>
              </p:nvPr>
            </p:nvGraphicFramePr>
            <p:xfrm>
              <a:off x="6235423" y="3930702"/>
              <a:ext cx="2790000" cy="41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58000">
                      <a:extLst>
                        <a:ext uri="{9D8B030D-6E8A-4147-A177-3AD203B41FA5}">
                          <a16:colId xmlns:a16="http://schemas.microsoft.com/office/drawing/2014/main" val="1160814562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729647419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2361071223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1110824729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2620255347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4786373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36" name="Tabelle 635">
                <a:extLst>
                  <a:ext uri="{FF2B5EF4-FFF2-40B4-BE49-F238E27FC236}">
                    <a16:creationId xmlns:a16="http://schemas.microsoft.com/office/drawing/2014/main" id="{BEC9C3EB-375B-332C-3064-087B513205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434700"/>
                  </p:ext>
                </p:extLst>
              </p:nvPr>
            </p:nvGraphicFramePr>
            <p:xfrm>
              <a:off x="6235423" y="3930702"/>
              <a:ext cx="2790000" cy="41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58000">
                      <a:extLst>
                        <a:ext uri="{9D8B030D-6E8A-4147-A177-3AD203B41FA5}">
                          <a16:colId xmlns:a16="http://schemas.microsoft.com/office/drawing/2014/main" val="1160814562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729647419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2361071223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1110824729"/>
                        </a:ext>
                      </a:extLst>
                    </a:gridCol>
                    <a:gridCol w="558000">
                      <a:extLst>
                        <a:ext uri="{9D8B030D-6E8A-4147-A177-3AD203B41FA5}">
                          <a16:colId xmlns:a16="http://schemas.microsoft.com/office/drawing/2014/main" val="2620255347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348" r="-398913" b="-23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2198" t="-4348" r="-202198" b="-23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913" t="-4348" b="-231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78637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42" name="Rechteck 841">
            <a:extLst>
              <a:ext uri="{FF2B5EF4-FFF2-40B4-BE49-F238E27FC236}">
                <a16:creationId xmlns:a16="http://schemas.microsoft.com/office/drawing/2014/main" id="{DD9662CD-9003-82B2-8EBA-7816D9512FBF}"/>
              </a:ext>
            </a:extLst>
          </p:cNvPr>
          <p:cNvSpPr/>
          <p:nvPr/>
        </p:nvSpPr>
        <p:spPr>
          <a:xfrm>
            <a:off x="1527565" y="1088951"/>
            <a:ext cx="3455541" cy="414000"/>
          </a:xfrm>
          <a:prstGeom prst="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3" name="Rechteck 842">
            <a:extLst>
              <a:ext uri="{FF2B5EF4-FFF2-40B4-BE49-F238E27FC236}">
                <a16:creationId xmlns:a16="http://schemas.microsoft.com/office/drawing/2014/main" id="{09FDA0B0-619A-A22C-5703-05E489F59EA3}"/>
              </a:ext>
            </a:extLst>
          </p:cNvPr>
          <p:cNvSpPr/>
          <p:nvPr/>
        </p:nvSpPr>
        <p:spPr>
          <a:xfrm>
            <a:off x="1527565" y="2749582"/>
            <a:ext cx="3455541" cy="414000"/>
          </a:xfrm>
          <a:prstGeom prst="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4" name="Rechteck 843">
            <a:extLst>
              <a:ext uri="{FF2B5EF4-FFF2-40B4-BE49-F238E27FC236}">
                <a16:creationId xmlns:a16="http://schemas.microsoft.com/office/drawing/2014/main" id="{4F688169-CD18-672A-D9B0-8FC1152FAF80}"/>
              </a:ext>
            </a:extLst>
          </p:cNvPr>
          <p:cNvSpPr/>
          <p:nvPr/>
        </p:nvSpPr>
        <p:spPr>
          <a:xfrm>
            <a:off x="7323451" y="1125652"/>
            <a:ext cx="547303" cy="563842"/>
          </a:xfrm>
          <a:prstGeom prst="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5" name="Rechteck 844">
            <a:extLst>
              <a:ext uri="{FF2B5EF4-FFF2-40B4-BE49-F238E27FC236}">
                <a16:creationId xmlns:a16="http://schemas.microsoft.com/office/drawing/2014/main" id="{939B9722-4F43-0FE7-C5B5-C37655365892}"/>
              </a:ext>
            </a:extLst>
          </p:cNvPr>
          <p:cNvSpPr/>
          <p:nvPr/>
        </p:nvSpPr>
        <p:spPr>
          <a:xfrm>
            <a:off x="6223003" y="2229279"/>
            <a:ext cx="547303" cy="563842"/>
          </a:xfrm>
          <a:prstGeom prst="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9" name="Pfeil: nach rechts 848">
            <a:extLst>
              <a:ext uri="{FF2B5EF4-FFF2-40B4-BE49-F238E27FC236}">
                <a16:creationId xmlns:a16="http://schemas.microsoft.com/office/drawing/2014/main" id="{2F44D568-D954-3E1D-8FC1-971E6D1A90AA}"/>
              </a:ext>
            </a:extLst>
          </p:cNvPr>
          <p:cNvSpPr/>
          <p:nvPr/>
        </p:nvSpPr>
        <p:spPr>
          <a:xfrm>
            <a:off x="9104772" y="2326393"/>
            <a:ext cx="541020" cy="360000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2" name="Textfeld 851">
            <a:extLst>
              <a:ext uri="{FF2B5EF4-FFF2-40B4-BE49-F238E27FC236}">
                <a16:creationId xmlns:a16="http://schemas.microsoft.com/office/drawing/2014/main" id="{49005DA5-AD33-D974-2FB8-B97EADF9DF9F}"/>
              </a:ext>
            </a:extLst>
          </p:cNvPr>
          <p:cNvSpPr txBox="1"/>
          <p:nvPr/>
        </p:nvSpPr>
        <p:spPr>
          <a:xfrm>
            <a:off x="1679966" y="392711"/>
            <a:ext cx="32442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Genera</a:t>
            </a:r>
          </a:p>
        </p:txBody>
      </p:sp>
      <p:sp>
        <p:nvSpPr>
          <p:cNvPr id="853" name="Textfeld 852">
            <a:extLst>
              <a:ext uri="{FF2B5EF4-FFF2-40B4-BE49-F238E27FC236}">
                <a16:creationId xmlns:a16="http://schemas.microsoft.com/office/drawing/2014/main" id="{30672F17-8B58-A508-5B58-9CFEA3207A3F}"/>
              </a:ext>
            </a:extLst>
          </p:cNvPr>
          <p:cNvSpPr txBox="1"/>
          <p:nvPr/>
        </p:nvSpPr>
        <p:spPr>
          <a:xfrm rot="16200000">
            <a:off x="8493214" y="2316126"/>
            <a:ext cx="2781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Axis 2</a:t>
            </a:r>
          </a:p>
        </p:txBody>
      </p:sp>
      <p:grpSp>
        <p:nvGrpSpPr>
          <p:cNvPr id="858" name="Gruppieren 857">
            <a:extLst>
              <a:ext uri="{FF2B5EF4-FFF2-40B4-BE49-F238E27FC236}">
                <a16:creationId xmlns:a16="http://schemas.microsoft.com/office/drawing/2014/main" id="{E0612657-18E0-C459-C834-EB303A26FA70}"/>
              </a:ext>
            </a:extLst>
          </p:cNvPr>
          <p:cNvGrpSpPr/>
          <p:nvPr/>
        </p:nvGrpSpPr>
        <p:grpSpPr>
          <a:xfrm>
            <a:off x="10635528" y="4355743"/>
            <a:ext cx="1216901" cy="711438"/>
            <a:chOff x="10815770" y="4485420"/>
            <a:chExt cx="1216901" cy="711438"/>
          </a:xfrm>
        </p:grpSpPr>
        <p:sp>
          <p:nvSpPr>
            <p:cNvPr id="854" name="Textfeld 853">
              <a:extLst>
                <a:ext uri="{FF2B5EF4-FFF2-40B4-BE49-F238E27FC236}">
                  <a16:creationId xmlns:a16="http://schemas.microsoft.com/office/drawing/2014/main" id="{82704AAE-7D97-8871-944E-DC801B310903}"/>
                </a:ext>
              </a:extLst>
            </p:cNvPr>
            <p:cNvSpPr txBox="1"/>
            <p:nvPr/>
          </p:nvSpPr>
          <p:spPr>
            <a:xfrm>
              <a:off x="10995144" y="4485420"/>
              <a:ext cx="10375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2E75B6"/>
                  </a:solidFill>
                </a:rPr>
                <a:t>Group 1</a:t>
              </a:r>
            </a:p>
          </p:txBody>
        </p:sp>
        <p:sp>
          <p:nvSpPr>
            <p:cNvPr id="855" name="Textfeld 854">
              <a:extLst>
                <a:ext uri="{FF2B5EF4-FFF2-40B4-BE49-F238E27FC236}">
                  <a16:creationId xmlns:a16="http://schemas.microsoft.com/office/drawing/2014/main" id="{C0A777A8-9BC8-8E40-FE25-B97A9AB3F517}"/>
                </a:ext>
              </a:extLst>
            </p:cNvPr>
            <p:cNvSpPr txBox="1"/>
            <p:nvPr/>
          </p:nvSpPr>
          <p:spPr>
            <a:xfrm>
              <a:off x="10995144" y="4796748"/>
              <a:ext cx="10375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</a:rPr>
                <a:t>Group 2</a:t>
              </a:r>
            </a:p>
          </p:txBody>
        </p:sp>
        <p:sp>
          <p:nvSpPr>
            <p:cNvPr id="856" name="Freihandform: Form 855">
              <a:extLst>
                <a:ext uri="{FF2B5EF4-FFF2-40B4-BE49-F238E27FC236}">
                  <a16:creationId xmlns:a16="http://schemas.microsoft.com/office/drawing/2014/main" id="{4F0CF7BE-7AAE-E096-3DE1-FE4D648A1B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15770" y="4613475"/>
              <a:ext cx="144125" cy="144000"/>
            </a:xfrm>
            <a:custGeom>
              <a:avLst/>
              <a:gdLst>
                <a:gd name="csX0" fmla="*/ 93811 w 93811"/>
                <a:gd name="csY0" fmla="*/ 46865 h 93729"/>
                <a:gd name="csX1" fmla="*/ 0 w 93811"/>
                <a:gd name="csY1" fmla="*/ 46865 h 93729"/>
                <a:gd name="csX2" fmla="*/ 93811 w 93811"/>
                <a:gd name="csY2" fmla="*/ 46865 h 937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3811" h="93729">
                  <a:moveTo>
                    <a:pt x="93811" y="46865"/>
                  </a:moveTo>
                  <a:cubicBezTo>
                    <a:pt x="93811" y="109351"/>
                    <a:pt x="0" y="109351"/>
                    <a:pt x="0" y="46865"/>
                  </a:cubicBezTo>
                  <a:cubicBezTo>
                    <a:pt x="0" y="-15622"/>
                    <a:pt x="93811" y="-15622"/>
                    <a:pt x="93811" y="46865"/>
                  </a:cubicBezTo>
                </a:path>
              </a:pathLst>
            </a:custGeom>
            <a:solidFill>
              <a:srgbClr val="2E75B6"/>
            </a:solidFill>
            <a:ln w="9818" cap="rnd">
              <a:solidFill>
                <a:srgbClr val="2E75B6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57" name="Freihandform: Form 856">
              <a:extLst>
                <a:ext uri="{FF2B5EF4-FFF2-40B4-BE49-F238E27FC236}">
                  <a16:creationId xmlns:a16="http://schemas.microsoft.com/office/drawing/2014/main" id="{FD429B54-EFB5-1EED-4A50-A1F9AFCB34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15770" y="4924803"/>
              <a:ext cx="144125" cy="144000"/>
            </a:xfrm>
            <a:custGeom>
              <a:avLst/>
              <a:gdLst>
                <a:gd name="csX0" fmla="*/ 93811 w 93811"/>
                <a:gd name="csY0" fmla="*/ 46865 h 93729"/>
                <a:gd name="csX1" fmla="*/ 0 w 93811"/>
                <a:gd name="csY1" fmla="*/ 46865 h 93729"/>
                <a:gd name="csX2" fmla="*/ 93811 w 93811"/>
                <a:gd name="csY2" fmla="*/ 46865 h 937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3811" h="93729">
                  <a:moveTo>
                    <a:pt x="93811" y="46865"/>
                  </a:moveTo>
                  <a:cubicBezTo>
                    <a:pt x="93811" y="109351"/>
                    <a:pt x="0" y="109351"/>
                    <a:pt x="0" y="46865"/>
                  </a:cubicBezTo>
                  <a:cubicBezTo>
                    <a:pt x="0" y="-15622"/>
                    <a:pt x="93811" y="-15622"/>
                    <a:pt x="93811" y="46865"/>
                  </a:cubicBezTo>
                </a:path>
              </a:pathLst>
            </a:custGeom>
            <a:solidFill>
              <a:srgbClr val="3F7F2A">
                <a:alpha val="90000"/>
              </a:srgbClr>
            </a:solidFill>
            <a:ln w="9818" cap="rnd">
              <a:solidFill>
                <a:srgbClr val="3F7F2A">
                  <a:alpha val="9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feld 6">
            <a:extLst>
              <a:ext uri="{FF2B5EF4-FFF2-40B4-BE49-F238E27FC236}">
                <a16:creationId xmlns:a16="http://schemas.microsoft.com/office/drawing/2014/main" id="{CAF01EB1-5643-C29F-CD04-790E958C3C89}"/>
              </a:ext>
            </a:extLst>
          </p:cNvPr>
          <p:cNvSpPr txBox="1"/>
          <p:nvPr/>
        </p:nvSpPr>
        <p:spPr>
          <a:xfrm>
            <a:off x="7964327" y="3416790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B160B09-F1A1-7B3D-255A-52D14B565D00}"/>
              </a:ext>
            </a:extLst>
          </p:cNvPr>
          <p:cNvSpPr txBox="1"/>
          <p:nvPr/>
        </p:nvSpPr>
        <p:spPr>
          <a:xfrm>
            <a:off x="6865055" y="3416790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972BC43-0526-B91E-5876-5BA4D9A00D7A}"/>
              </a:ext>
            </a:extLst>
          </p:cNvPr>
          <p:cNvSpPr txBox="1"/>
          <p:nvPr/>
        </p:nvSpPr>
        <p:spPr>
          <a:xfrm>
            <a:off x="6322092" y="175546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A676810-F7F1-F7A1-BFC1-67F1D8C6F24C}"/>
              </a:ext>
            </a:extLst>
          </p:cNvPr>
          <p:cNvSpPr txBox="1"/>
          <p:nvPr/>
        </p:nvSpPr>
        <p:spPr>
          <a:xfrm>
            <a:off x="7427065" y="175546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EFF72C7-5820-5840-86E7-401E40C3F36E}"/>
              </a:ext>
            </a:extLst>
          </p:cNvPr>
          <p:cNvSpPr txBox="1"/>
          <p:nvPr/>
        </p:nvSpPr>
        <p:spPr>
          <a:xfrm>
            <a:off x="7971947" y="175546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10D4D82-CDFF-2C39-6FDC-E007EA174774}"/>
              </a:ext>
            </a:extLst>
          </p:cNvPr>
          <p:cNvSpPr txBox="1"/>
          <p:nvPr/>
        </p:nvSpPr>
        <p:spPr>
          <a:xfrm>
            <a:off x="8520884" y="175546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5EF01ED-0D4A-4286-BF05-B0DA9082F42C}"/>
              </a:ext>
            </a:extLst>
          </p:cNvPr>
          <p:cNvSpPr txBox="1"/>
          <p:nvPr/>
        </p:nvSpPr>
        <p:spPr>
          <a:xfrm>
            <a:off x="7971947" y="1209387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6E590728-E7A7-44FE-F3B4-44CF01BBE1F3}"/>
              </a:ext>
            </a:extLst>
          </p:cNvPr>
          <p:cNvSpPr txBox="1"/>
          <p:nvPr/>
        </p:nvSpPr>
        <p:spPr>
          <a:xfrm>
            <a:off x="6872675" y="1209387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EB62905-95E4-F82F-5F47-0EB9744E5E58}"/>
              </a:ext>
            </a:extLst>
          </p:cNvPr>
          <p:cNvSpPr txBox="1"/>
          <p:nvPr/>
        </p:nvSpPr>
        <p:spPr>
          <a:xfrm>
            <a:off x="7979567" y="2306667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98C757A-4C8D-D9E4-4CD5-CEEBD7FC675B}"/>
              </a:ext>
            </a:extLst>
          </p:cNvPr>
          <p:cNvSpPr txBox="1"/>
          <p:nvPr/>
        </p:nvSpPr>
        <p:spPr>
          <a:xfrm>
            <a:off x="6880295" y="2306667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4475E71E-F7F9-A48F-E650-1B0F584A29C1}"/>
              </a:ext>
            </a:extLst>
          </p:cNvPr>
          <p:cNvSpPr txBox="1"/>
          <p:nvPr/>
        </p:nvSpPr>
        <p:spPr>
          <a:xfrm>
            <a:off x="6331459" y="286380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6AABA83-F76C-64E3-B16C-27C608DAC1A1}"/>
              </a:ext>
            </a:extLst>
          </p:cNvPr>
          <p:cNvSpPr txBox="1"/>
          <p:nvPr/>
        </p:nvSpPr>
        <p:spPr>
          <a:xfrm>
            <a:off x="7436432" y="286380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2A8B291-AF6F-48D3-2509-EC328E16068C}"/>
              </a:ext>
            </a:extLst>
          </p:cNvPr>
          <p:cNvSpPr txBox="1"/>
          <p:nvPr/>
        </p:nvSpPr>
        <p:spPr>
          <a:xfrm>
            <a:off x="8530251" y="286380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6F81221-956F-1478-9510-98F113561DCE}"/>
              </a:ext>
            </a:extLst>
          </p:cNvPr>
          <p:cNvSpPr txBox="1"/>
          <p:nvPr/>
        </p:nvSpPr>
        <p:spPr>
          <a:xfrm>
            <a:off x="6882042" y="2863808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080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121</Words>
  <Application>Microsoft Office PowerPoint</Application>
  <PresentationFormat>Benutzerdefiniert</PresentationFormat>
  <Paragraphs>102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2013 – 2022-Design</vt:lpstr>
      <vt:lpstr>PowerPoint-Präsentation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replacement in microbiome count matrices</dc:title>
  <dc:subject>Zero handling schematic</dc:subject>
  <dc:creator>OpenAI</dc:creator>
  <cp:lastModifiedBy>Stefanie Peschel</cp:lastModifiedBy>
  <cp:revision>71</cp:revision>
  <dcterms:created xsi:type="dcterms:W3CDTF">2026-05-10T08:14:00Z</dcterms:created>
  <dcterms:modified xsi:type="dcterms:W3CDTF">2026-07-05T10:51:12Z</dcterms:modified>
</cp:coreProperties>
</file>