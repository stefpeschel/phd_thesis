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3"/>
  </p:notesMasterIdLst>
  <p:sldIdLst>
    <p:sldId id="258" r:id="rId2"/>
  </p:sldIdLst>
  <p:sldSz cx="12599988" cy="558006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2F5597"/>
    <a:srgbClr val="BBDEFD"/>
    <a:srgbClr val="E2F1FE"/>
    <a:srgbClr val="D6EBFE"/>
    <a:srgbClr val="CAEDFE"/>
    <a:srgbClr val="E2E9F6"/>
    <a:srgbClr val="F2FAF2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2640" y="15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913219"/>
            <a:ext cx="9449991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930825"/>
            <a:ext cx="9449991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66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98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391141"/>
            <a:ext cx="10867490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734251"/>
            <a:ext cx="10867490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396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97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97087"/>
            <a:ext cx="10867490" cy="10785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367891"/>
            <a:ext cx="5330385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038273"/>
            <a:ext cx="5330385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367891"/>
            <a:ext cx="535663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038273"/>
            <a:ext cx="5356636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67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124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110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803426"/>
            <a:ext cx="6378744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524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803426"/>
            <a:ext cx="6378744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763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529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97087"/>
            <a:ext cx="2716872" cy="472884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97087"/>
            <a:ext cx="7993117" cy="472884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16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45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97087"/>
            <a:ext cx="10867490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485433"/>
            <a:ext cx="10867490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171892"/>
            <a:ext cx="425249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0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rafik 637">
            <a:extLst>
              <a:ext uri="{FF2B5EF4-FFF2-40B4-BE49-F238E27FC236}">
                <a16:creationId xmlns:a16="http://schemas.microsoft.com/office/drawing/2014/main" id="{C35141F7-D055-C9C2-50E1-BB73F1FD7F3C}"/>
              </a:ext>
            </a:extLst>
          </p:cNvPr>
          <p:cNvGrpSpPr>
            <a:grpSpLocks noChangeAspect="1"/>
          </p:cNvGrpSpPr>
          <p:nvPr/>
        </p:nvGrpSpPr>
        <p:grpSpPr>
          <a:xfrm>
            <a:off x="6126228" y="1077719"/>
            <a:ext cx="2898000" cy="2894706"/>
            <a:chOff x="6504125" y="5272318"/>
            <a:chExt cx="2626518" cy="2623534"/>
          </a:xfrm>
        </p:grpSpPr>
        <p:sp>
          <p:nvSpPr>
            <p:cNvPr id="697" name="Freihandform: Form 696">
              <a:extLst>
                <a:ext uri="{FF2B5EF4-FFF2-40B4-BE49-F238E27FC236}">
                  <a16:creationId xmlns:a16="http://schemas.microsoft.com/office/drawing/2014/main" id="{AFA06A76-0976-C791-7E0B-C4D6631F210A}"/>
                </a:ext>
              </a:extLst>
            </p:cNvPr>
            <p:cNvSpPr/>
            <p:nvPr/>
          </p:nvSpPr>
          <p:spPr>
            <a:xfrm>
              <a:off x="6542076" y="5272318"/>
              <a:ext cx="2588567" cy="2585626"/>
            </a:xfrm>
            <a:custGeom>
              <a:avLst/>
              <a:gdLst>
                <a:gd name="csX0" fmla="*/ -64 w 2588567"/>
                <a:gd name="csY0" fmla="*/ -24 h 2585626"/>
                <a:gd name="csX1" fmla="*/ 2588504 w 2588567"/>
                <a:gd name="csY1" fmla="*/ -24 h 2585626"/>
                <a:gd name="csX2" fmla="*/ 2588504 w 2588567"/>
                <a:gd name="csY2" fmla="*/ 2585602 h 2585626"/>
                <a:gd name="csX3" fmla="*/ -64 w 2588567"/>
                <a:gd name="csY3" fmla="*/ 2585602 h 2585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88567" h="2585626">
                  <a:moveTo>
                    <a:pt x="-64" y="-24"/>
                  </a:moveTo>
                  <a:lnTo>
                    <a:pt x="2588504" y="-24"/>
                  </a:lnTo>
                  <a:lnTo>
                    <a:pt x="2588504" y="2585602"/>
                  </a:lnTo>
                  <a:lnTo>
                    <a:pt x="-64" y="2585602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8" name="Freihandform: Form 697">
              <a:extLst>
                <a:ext uri="{FF2B5EF4-FFF2-40B4-BE49-F238E27FC236}">
                  <a16:creationId xmlns:a16="http://schemas.microsoft.com/office/drawing/2014/main" id="{C1EEAC2A-22C1-85D2-680C-FF7B39037F73}"/>
                </a:ext>
              </a:extLst>
            </p:cNvPr>
            <p:cNvSpPr/>
            <p:nvPr/>
          </p:nvSpPr>
          <p:spPr>
            <a:xfrm>
              <a:off x="6591834" y="5322069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FFFFF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9" name="Freihandform: Form 698">
              <a:extLst>
                <a:ext uri="{FF2B5EF4-FFF2-40B4-BE49-F238E27FC236}">
                  <a16:creationId xmlns:a16="http://schemas.microsoft.com/office/drawing/2014/main" id="{1ACD764D-6ED4-D13A-BDB1-178C62A528C6}"/>
                </a:ext>
              </a:extLst>
            </p:cNvPr>
            <p:cNvSpPr/>
            <p:nvPr/>
          </p:nvSpPr>
          <p:spPr>
            <a:xfrm>
              <a:off x="7089664" y="5322069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5BAAC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0" name="Freihandform: Form 699">
              <a:extLst>
                <a:ext uri="{FF2B5EF4-FFF2-40B4-BE49-F238E27FC236}">
                  <a16:creationId xmlns:a16="http://schemas.microsoft.com/office/drawing/2014/main" id="{4A77EE8B-15E4-EAEE-9F42-94FF60713521}"/>
                </a:ext>
              </a:extLst>
            </p:cNvPr>
            <p:cNvSpPr/>
            <p:nvPr/>
          </p:nvSpPr>
          <p:spPr>
            <a:xfrm>
              <a:off x="7587445" y="5322069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EDA08E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1" name="Freihandform: Form 700">
              <a:extLst>
                <a:ext uri="{FF2B5EF4-FFF2-40B4-BE49-F238E27FC236}">
                  <a16:creationId xmlns:a16="http://schemas.microsoft.com/office/drawing/2014/main" id="{2B77D47A-3E3B-8561-C4BD-7B3FC453B2A9}"/>
                </a:ext>
              </a:extLst>
            </p:cNvPr>
            <p:cNvSpPr/>
            <p:nvPr/>
          </p:nvSpPr>
          <p:spPr>
            <a:xfrm>
              <a:off x="8085275" y="5322069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D96B54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2" name="Freihandform: Form 701">
              <a:extLst>
                <a:ext uri="{FF2B5EF4-FFF2-40B4-BE49-F238E27FC236}">
                  <a16:creationId xmlns:a16="http://schemas.microsoft.com/office/drawing/2014/main" id="{CA661F39-2691-AFB0-BA2D-5E1F6E2FF33A}"/>
                </a:ext>
              </a:extLst>
            </p:cNvPr>
            <p:cNvSpPr/>
            <p:nvPr/>
          </p:nvSpPr>
          <p:spPr>
            <a:xfrm>
              <a:off x="8583055" y="5322069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DE755F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3" name="Freihandform: Form 702">
              <a:extLst>
                <a:ext uri="{FF2B5EF4-FFF2-40B4-BE49-F238E27FC236}">
                  <a16:creationId xmlns:a16="http://schemas.microsoft.com/office/drawing/2014/main" id="{C2296F0A-2BD4-B22E-3839-773E0BA8DE27}"/>
                </a:ext>
              </a:extLst>
            </p:cNvPr>
            <p:cNvSpPr/>
            <p:nvPr/>
          </p:nvSpPr>
          <p:spPr>
            <a:xfrm>
              <a:off x="6591834" y="5819334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5BAAC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4" name="Freihandform: Form 703">
              <a:extLst>
                <a:ext uri="{FF2B5EF4-FFF2-40B4-BE49-F238E27FC236}">
                  <a16:creationId xmlns:a16="http://schemas.microsoft.com/office/drawing/2014/main" id="{C47D7E9A-3CE3-EDFE-B3EF-C2298FB90C4F}"/>
                </a:ext>
              </a:extLst>
            </p:cNvPr>
            <p:cNvSpPr/>
            <p:nvPr/>
          </p:nvSpPr>
          <p:spPr>
            <a:xfrm>
              <a:off x="7089664" y="5819334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FFFFF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5" name="Freihandform: Form 704">
              <a:extLst>
                <a:ext uri="{FF2B5EF4-FFF2-40B4-BE49-F238E27FC236}">
                  <a16:creationId xmlns:a16="http://schemas.microsoft.com/office/drawing/2014/main" id="{937285D7-73B4-15E1-2DE6-E0DAEA7AA6C1}"/>
                </a:ext>
              </a:extLst>
            </p:cNvPr>
            <p:cNvSpPr/>
            <p:nvPr/>
          </p:nvSpPr>
          <p:spPr>
            <a:xfrm>
              <a:off x="7587445" y="5819334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1AC9C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" name="Freihandform: Form 705">
              <a:extLst>
                <a:ext uri="{FF2B5EF4-FFF2-40B4-BE49-F238E27FC236}">
                  <a16:creationId xmlns:a16="http://schemas.microsoft.com/office/drawing/2014/main" id="{68370AB6-8022-8069-BF90-72AB5AD30C26}"/>
                </a:ext>
              </a:extLst>
            </p:cNvPr>
            <p:cNvSpPr/>
            <p:nvPr/>
          </p:nvSpPr>
          <p:spPr>
            <a:xfrm>
              <a:off x="8085275" y="5819334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CD4F39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" name="Freihandform: Form 706">
              <a:extLst>
                <a:ext uri="{FF2B5EF4-FFF2-40B4-BE49-F238E27FC236}">
                  <a16:creationId xmlns:a16="http://schemas.microsoft.com/office/drawing/2014/main" id="{C6BDD7A1-E174-23C4-303A-3BC4C1CBC884}"/>
                </a:ext>
              </a:extLst>
            </p:cNvPr>
            <p:cNvSpPr/>
            <p:nvPr/>
          </p:nvSpPr>
          <p:spPr>
            <a:xfrm>
              <a:off x="8583055" y="5819334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D6634C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8" name="Freihandform: Form 707">
              <a:extLst>
                <a:ext uri="{FF2B5EF4-FFF2-40B4-BE49-F238E27FC236}">
                  <a16:creationId xmlns:a16="http://schemas.microsoft.com/office/drawing/2014/main" id="{6419C7DA-5111-0488-AA2E-85DC3632B189}"/>
                </a:ext>
              </a:extLst>
            </p:cNvPr>
            <p:cNvSpPr/>
            <p:nvPr/>
          </p:nvSpPr>
          <p:spPr>
            <a:xfrm>
              <a:off x="6591834" y="6316548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EDA08E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9" name="Freihandform: Form 708">
              <a:extLst>
                <a:ext uri="{FF2B5EF4-FFF2-40B4-BE49-F238E27FC236}">
                  <a16:creationId xmlns:a16="http://schemas.microsoft.com/office/drawing/2014/main" id="{C5F36F7B-8C8C-25A0-44F4-6755C8D175EF}"/>
                </a:ext>
              </a:extLst>
            </p:cNvPr>
            <p:cNvSpPr/>
            <p:nvPr/>
          </p:nvSpPr>
          <p:spPr>
            <a:xfrm>
              <a:off x="7089664" y="6316548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1AC9C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0" name="Freihandform: Form 709">
              <a:extLst>
                <a:ext uri="{FF2B5EF4-FFF2-40B4-BE49-F238E27FC236}">
                  <a16:creationId xmlns:a16="http://schemas.microsoft.com/office/drawing/2014/main" id="{F3BD4E32-A16E-5391-DEEF-5928E0B418D9}"/>
                </a:ext>
              </a:extLst>
            </p:cNvPr>
            <p:cNvSpPr/>
            <p:nvPr/>
          </p:nvSpPr>
          <p:spPr>
            <a:xfrm>
              <a:off x="7587445" y="6316548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FFFFF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1" name="Freihandform: Form 710">
              <a:extLst>
                <a:ext uri="{FF2B5EF4-FFF2-40B4-BE49-F238E27FC236}">
                  <a16:creationId xmlns:a16="http://schemas.microsoft.com/office/drawing/2014/main" id="{941551B5-8B7E-590A-A311-FF627A5B40F5}"/>
                </a:ext>
              </a:extLst>
            </p:cNvPr>
            <p:cNvSpPr/>
            <p:nvPr/>
          </p:nvSpPr>
          <p:spPr>
            <a:xfrm>
              <a:off x="8085275" y="6316548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DD735D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2" name="Freihandform: Form 711">
              <a:extLst>
                <a:ext uri="{FF2B5EF4-FFF2-40B4-BE49-F238E27FC236}">
                  <a16:creationId xmlns:a16="http://schemas.microsoft.com/office/drawing/2014/main" id="{111AD8FC-0E7A-47F2-826F-F0B61D534BDE}"/>
                </a:ext>
              </a:extLst>
            </p:cNvPr>
            <p:cNvSpPr/>
            <p:nvPr/>
          </p:nvSpPr>
          <p:spPr>
            <a:xfrm>
              <a:off x="8583055" y="6316548"/>
              <a:ext cx="497780" cy="497214"/>
            </a:xfrm>
            <a:custGeom>
              <a:avLst/>
              <a:gdLst>
                <a:gd name="csX0" fmla="*/ 273 w 497780"/>
                <a:gd name="csY0" fmla="*/ -370 h 497214"/>
                <a:gd name="csX1" fmla="*/ 498053 w 497780"/>
                <a:gd name="csY1" fmla="*/ -370 h 497214"/>
                <a:gd name="csX2" fmla="*/ 498053 w 497780"/>
                <a:gd name="csY2" fmla="*/ 496845 h 497214"/>
                <a:gd name="csX3" fmla="*/ 273 w 497780"/>
                <a:gd name="csY3" fmla="*/ 496845 h 497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4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D86952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3" name="Freihandform: Form 712">
              <a:extLst>
                <a:ext uri="{FF2B5EF4-FFF2-40B4-BE49-F238E27FC236}">
                  <a16:creationId xmlns:a16="http://schemas.microsoft.com/office/drawing/2014/main" id="{C9FC4A12-6980-A884-33D1-E46F350A433C}"/>
                </a:ext>
              </a:extLst>
            </p:cNvPr>
            <p:cNvSpPr/>
            <p:nvPr/>
          </p:nvSpPr>
          <p:spPr>
            <a:xfrm>
              <a:off x="6591834" y="6813763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5 h 497215"/>
                <a:gd name="csX3" fmla="*/ 273 w 497780"/>
                <a:gd name="csY3" fmla="*/ 496845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D96B54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4" name="Freihandform: Form 713">
              <a:extLst>
                <a:ext uri="{FF2B5EF4-FFF2-40B4-BE49-F238E27FC236}">
                  <a16:creationId xmlns:a16="http://schemas.microsoft.com/office/drawing/2014/main" id="{AD3D3203-B606-AC11-84F7-E863A4D0975C}"/>
                </a:ext>
              </a:extLst>
            </p:cNvPr>
            <p:cNvSpPr/>
            <p:nvPr/>
          </p:nvSpPr>
          <p:spPr>
            <a:xfrm>
              <a:off x="7089664" y="6813763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5 h 497215"/>
                <a:gd name="csX3" fmla="*/ 273 w 497780"/>
                <a:gd name="csY3" fmla="*/ 496845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CD4F39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5" name="Freihandform: Form 714">
              <a:extLst>
                <a:ext uri="{FF2B5EF4-FFF2-40B4-BE49-F238E27FC236}">
                  <a16:creationId xmlns:a16="http://schemas.microsoft.com/office/drawing/2014/main" id="{979C8961-FB5B-85E5-97C0-D3D7918D1A70}"/>
                </a:ext>
              </a:extLst>
            </p:cNvPr>
            <p:cNvSpPr/>
            <p:nvPr/>
          </p:nvSpPr>
          <p:spPr>
            <a:xfrm>
              <a:off x="7587445" y="6813763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5 h 497215"/>
                <a:gd name="csX3" fmla="*/ 273 w 497780"/>
                <a:gd name="csY3" fmla="*/ 496845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DD735D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6" name="Freihandform: Form 715">
              <a:extLst>
                <a:ext uri="{FF2B5EF4-FFF2-40B4-BE49-F238E27FC236}">
                  <a16:creationId xmlns:a16="http://schemas.microsoft.com/office/drawing/2014/main" id="{149F0483-49D4-BCD9-52EC-40BA4EC31AC1}"/>
                </a:ext>
              </a:extLst>
            </p:cNvPr>
            <p:cNvSpPr/>
            <p:nvPr/>
          </p:nvSpPr>
          <p:spPr>
            <a:xfrm>
              <a:off x="8085275" y="6813763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5 h 497215"/>
                <a:gd name="csX3" fmla="*/ 273 w 497780"/>
                <a:gd name="csY3" fmla="*/ 496845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FFFFF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7" name="Freihandform: Form 716">
              <a:extLst>
                <a:ext uri="{FF2B5EF4-FFF2-40B4-BE49-F238E27FC236}">
                  <a16:creationId xmlns:a16="http://schemas.microsoft.com/office/drawing/2014/main" id="{2D8FABD2-EF30-3212-C2A6-4674C37DE099}"/>
                </a:ext>
              </a:extLst>
            </p:cNvPr>
            <p:cNvSpPr/>
            <p:nvPr/>
          </p:nvSpPr>
          <p:spPr>
            <a:xfrm>
              <a:off x="8583055" y="6813763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5 h 497215"/>
                <a:gd name="csX3" fmla="*/ 273 w 497780"/>
                <a:gd name="csY3" fmla="*/ 496845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5"/>
                  </a:lnTo>
                  <a:lnTo>
                    <a:pt x="273" y="496845"/>
                  </a:lnTo>
                  <a:close/>
                </a:path>
              </a:pathLst>
            </a:custGeom>
            <a:solidFill>
              <a:srgbClr val="F4B6A7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" name="Freihandform: Form 717">
              <a:extLst>
                <a:ext uri="{FF2B5EF4-FFF2-40B4-BE49-F238E27FC236}">
                  <a16:creationId xmlns:a16="http://schemas.microsoft.com/office/drawing/2014/main" id="{1CA2A1AC-E14F-07A5-22C9-C11659E0DD71}"/>
                </a:ext>
              </a:extLst>
            </p:cNvPr>
            <p:cNvSpPr/>
            <p:nvPr/>
          </p:nvSpPr>
          <p:spPr>
            <a:xfrm>
              <a:off x="6591834" y="7311027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6 h 497215"/>
                <a:gd name="csX3" fmla="*/ 273 w 497780"/>
                <a:gd name="csY3" fmla="*/ 496846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6"/>
                  </a:lnTo>
                  <a:lnTo>
                    <a:pt x="273" y="496846"/>
                  </a:lnTo>
                  <a:close/>
                </a:path>
              </a:pathLst>
            </a:custGeom>
            <a:solidFill>
              <a:srgbClr val="DE755F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" name="Freihandform: Form 718">
              <a:extLst>
                <a:ext uri="{FF2B5EF4-FFF2-40B4-BE49-F238E27FC236}">
                  <a16:creationId xmlns:a16="http://schemas.microsoft.com/office/drawing/2014/main" id="{17BA9BD0-5CB4-8E75-7240-3269859DCFE2}"/>
                </a:ext>
              </a:extLst>
            </p:cNvPr>
            <p:cNvSpPr/>
            <p:nvPr/>
          </p:nvSpPr>
          <p:spPr>
            <a:xfrm>
              <a:off x="7089664" y="7311027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6 h 497215"/>
                <a:gd name="csX3" fmla="*/ 273 w 497780"/>
                <a:gd name="csY3" fmla="*/ 496846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6"/>
                  </a:lnTo>
                  <a:lnTo>
                    <a:pt x="273" y="496846"/>
                  </a:lnTo>
                  <a:close/>
                </a:path>
              </a:pathLst>
            </a:custGeom>
            <a:solidFill>
              <a:srgbClr val="D6634C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" name="Freihandform: Form 719">
              <a:extLst>
                <a:ext uri="{FF2B5EF4-FFF2-40B4-BE49-F238E27FC236}">
                  <a16:creationId xmlns:a16="http://schemas.microsoft.com/office/drawing/2014/main" id="{7C927201-66D5-B00B-6E16-C9DD6DDA84BA}"/>
                </a:ext>
              </a:extLst>
            </p:cNvPr>
            <p:cNvSpPr/>
            <p:nvPr/>
          </p:nvSpPr>
          <p:spPr>
            <a:xfrm>
              <a:off x="7587445" y="7311027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6 h 497215"/>
                <a:gd name="csX3" fmla="*/ 273 w 497780"/>
                <a:gd name="csY3" fmla="*/ 496846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6"/>
                  </a:lnTo>
                  <a:lnTo>
                    <a:pt x="273" y="496846"/>
                  </a:lnTo>
                  <a:close/>
                </a:path>
              </a:pathLst>
            </a:custGeom>
            <a:solidFill>
              <a:srgbClr val="D86952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" name="Freihandform: Form 720">
              <a:extLst>
                <a:ext uri="{FF2B5EF4-FFF2-40B4-BE49-F238E27FC236}">
                  <a16:creationId xmlns:a16="http://schemas.microsoft.com/office/drawing/2014/main" id="{63C2045F-8FEE-9BC0-3DC7-932E47D5F4D7}"/>
                </a:ext>
              </a:extLst>
            </p:cNvPr>
            <p:cNvSpPr/>
            <p:nvPr/>
          </p:nvSpPr>
          <p:spPr>
            <a:xfrm>
              <a:off x="8085275" y="7311027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6 h 497215"/>
                <a:gd name="csX3" fmla="*/ 273 w 497780"/>
                <a:gd name="csY3" fmla="*/ 496846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6"/>
                  </a:lnTo>
                  <a:lnTo>
                    <a:pt x="273" y="496846"/>
                  </a:lnTo>
                  <a:close/>
                </a:path>
              </a:pathLst>
            </a:custGeom>
            <a:solidFill>
              <a:srgbClr val="F4B6A7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" name="Freihandform: Form 721">
              <a:extLst>
                <a:ext uri="{FF2B5EF4-FFF2-40B4-BE49-F238E27FC236}">
                  <a16:creationId xmlns:a16="http://schemas.microsoft.com/office/drawing/2014/main" id="{4AF2C592-69BE-5099-F02E-B4E8FC57777A}"/>
                </a:ext>
              </a:extLst>
            </p:cNvPr>
            <p:cNvSpPr/>
            <p:nvPr/>
          </p:nvSpPr>
          <p:spPr>
            <a:xfrm>
              <a:off x="8583055" y="7311027"/>
              <a:ext cx="497780" cy="497215"/>
            </a:xfrm>
            <a:custGeom>
              <a:avLst/>
              <a:gdLst>
                <a:gd name="csX0" fmla="*/ 273 w 497780"/>
                <a:gd name="csY0" fmla="*/ -370 h 497215"/>
                <a:gd name="csX1" fmla="*/ 498053 w 497780"/>
                <a:gd name="csY1" fmla="*/ -370 h 497215"/>
                <a:gd name="csX2" fmla="*/ 498053 w 497780"/>
                <a:gd name="csY2" fmla="*/ 496846 h 497215"/>
                <a:gd name="csX3" fmla="*/ 273 w 497780"/>
                <a:gd name="csY3" fmla="*/ 496846 h 49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780" h="497215">
                  <a:moveTo>
                    <a:pt x="273" y="-370"/>
                  </a:moveTo>
                  <a:lnTo>
                    <a:pt x="498053" y="-370"/>
                  </a:lnTo>
                  <a:lnTo>
                    <a:pt x="498053" y="496846"/>
                  </a:lnTo>
                  <a:lnTo>
                    <a:pt x="273" y="496846"/>
                  </a:lnTo>
                  <a:close/>
                </a:path>
              </a:pathLst>
            </a:custGeom>
            <a:solidFill>
              <a:srgbClr val="FFFFFF"/>
            </a:solidFill>
            <a:ln w="6775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" name="Freihandform: Form 722">
              <a:extLst>
                <a:ext uri="{FF2B5EF4-FFF2-40B4-BE49-F238E27FC236}">
                  <a16:creationId xmlns:a16="http://schemas.microsoft.com/office/drawing/2014/main" id="{63F8C39D-EEE0-7059-B5AE-0A1EBDCFC709}"/>
                </a:ext>
              </a:extLst>
            </p:cNvPr>
            <p:cNvSpPr/>
            <p:nvPr/>
          </p:nvSpPr>
          <p:spPr>
            <a:xfrm>
              <a:off x="6798011" y="5505614"/>
              <a:ext cx="84335" cy="131810"/>
            </a:xfrm>
            <a:custGeom>
              <a:avLst/>
              <a:gdLst>
                <a:gd name="csX0" fmla="*/ 35 w 84335"/>
                <a:gd name="csY0" fmla="*/ 66041 h 131810"/>
                <a:gd name="csX1" fmla="*/ 4599 w 84335"/>
                <a:gd name="csY1" fmla="*/ 29173 h 131810"/>
                <a:gd name="csX2" fmla="*/ 18688 w 84335"/>
                <a:gd name="csY2" fmla="*/ 7568 h 131810"/>
                <a:gd name="csX3" fmla="*/ 42104 w 84335"/>
                <a:gd name="csY3" fmla="*/ 36 h 131810"/>
                <a:gd name="csX4" fmla="*/ 60360 w 84335"/>
                <a:gd name="csY4" fmla="*/ 4198 h 131810"/>
                <a:gd name="csX5" fmla="*/ 73258 w 84335"/>
                <a:gd name="csY5" fmla="*/ 16289 h 131810"/>
                <a:gd name="csX6" fmla="*/ 81394 w 84335"/>
                <a:gd name="csY6" fmla="*/ 35516 h 131810"/>
                <a:gd name="csX7" fmla="*/ 84371 w 84335"/>
                <a:gd name="csY7" fmla="*/ 66041 h 131810"/>
                <a:gd name="csX8" fmla="*/ 79608 w 84335"/>
                <a:gd name="csY8" fmla="*/ 102710 h 131810"/>
                <a:gd name="csX9" fmla="*/ 65519 w 84335"/>
                <a:gd name="csY9" fmla="*/ 124315 h 131810"/>
                <a:gd name="csX10" fmla="*/ 42104 w 84335"/>
                <a:gd name="csY10" fmla="*/ 131847 h 131810"/>
                <a:gd name="csX11" fmla="*/ 12735 w 84335"/>
                <a:gd name="csY11" fmla="*/ 118567 h 131810"/>
                <a:gd name="csX12" fmla="*/ 35 w 84335"/>
                <a:gd name="csY12" fmla="*/ 66041 h 131810"/>
                <a:gd name="csX13" fmla="*/ 16307 w 84335"/>
                <a:gd name="csY13" fmla="*/ 66041 h 131810"/>
                <a:gd name="csX14" fmla="*/ 23649 w 84335"/>
                <a:gd name="csY14" fmla="*/ 108260 h 131810"/>
                <a:gd name="csX15" fmla="*/ 42104 w 84335"/>
                <a:gd name="csY15" fmla="*/ 118765 h 131810"/>
                <a:gd name="csX16" fmla="*/ 60360 w 84335"/>
                <a:gd name="csY16" fmla="*/ 108260 h 131810"/>
                <a:gd name="csX17" fmla="*/ 67901 w 84335"/>
                <a:gd name="csY17" fmla="*/ 66041 h 131810"/>
                <a:gd name="csX18" fmla="*/ 60360 w 84335"/>
                <a:gd name="csY18" fmla="*/ 23623 h 131810"/>
                <a:gd name="csX19" fmla="*/ 41905 w 84335"/>
                <a:gd name="csY19" fmla="*/ 13118 h 131810"/>
                <a:gd name="csX20" fmla="*/ 24443 w 84335"/>
                <a:gd name="csY20" fmla="*/ 22434 h 131810"/>
                <a:gd name="csX21" fmla="*/ 16307 w 84335"/>
                <a:gd name="csY21" fmla="*/ 66041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35" y="66041"/>
                  </a:moveTo>
                  <a:cubicBezTo>
                    <a:pt x="35" y="50729"/>
                    <a:pt x="1523" y="38440"/>
                    <a:pt x="4599" y="29173"/>
                  </a:cubicBezTo>
                  <a:cubicBezTo>
                    <a:pt x="7774" y="19808"/>
                    <a:pt x="12437" y="12623"/>
                    <a:pt x="18688" y="7568"/>
                  </a:cubicBezTo>
                  <a:cubicBezTo>
                    <a:pt x="24889" y="2563"/>
                    <a:pt x="32678" y="36"/>
                    <a:pt x="42104" y="36"/>
                  </a:cubicBezTo>
                  <a:cubicBezTo>
                    <a:pt x="49099" y="36"/>
                    <a:pt x="55201" y="1424"/>
                    <a:pt x="60360" y="4198"/>
                  </a:cubicBezTo>
                  <a:cubicBezTo>
                    <a:pt x="65619" y="6973"/>
                    <a:pt x="69935" y="11037"/>
                    <a:pt x="73258" y="16289"/>
                  </a:cubicBezTo>
                  <a:cubicBezTo>
                    <a:pt x="76681" y="21592"/>
                    <a:pt x="79410" y="27984"/>
                    <a:pt x="81394" y="35516"/>
                  </a:cubicBezTo>
                  <a:cubicBezTo>
                    <a:pt x="83379" y="43048"/>
                    <a:pt x="84371" y="53256"/>
                    <a:pt x="84371" y="66041"/>
                  </a:cubicBezTo>
                  <a:cubicBezTo>
                    <a:pt x="84371" y="81105"/>
                    <a:pt x="82783" y="93344"/>
                    <a:pt x="79608" y="102710"/>
                  </a:cubicBezTo>
                  <a:cubicBezTo>
                    <a:pt x="76433" y="111976"/>
                    <a:pt x="71720" y="119161"/>
                    <a:pt x="65519" y="124315"/>
                  </a:cubicBezTo>
                  <a:cubicBezTo>
                    <a:pt x="59417" y="129369"/>
                    <a:pt x="51629" y="131847"/>
                    <a:pt x="42104" y="131847"/>
                  </a:cubicBezTo>
                  <a:cubicBezTo>
                    <a:pt x="29652" y="131847"/>
                    <a:pt x="19879" y="127437"/>
                    <a:pt x="12735" y="118567"/>
                  </a:cubicBezTo>
                  <a:cubicBezTo>
                    <a:pt x="4252" y="107764"/>
                    <a:pt x="35" y="90223"/>
                    <a:pt x="35" y="66041"/>
                  </a:cubicBezTo>
                  <a:close/>
                  <a:moveTo>
                    <a:pt x="16307" y="66041"/>
                  </a:moveTo>
                  <a:cubicBezTo>
                    <a:pt x="16307" y="87200"/>
                    <a:pt x="18738" y="101273"/>
                    <a:pt x="23649" y="108260"/>
                  </a:cubicBezTo>
                  <a:cubicBezTo>
                    <a:pt x="28660" y="115296"/>
                    <a:pt x="34811" y="118765"/>
                    <a:pt x="42104" y="118765"/>
                  </a:cubicBezTo>
                  <a:cubicBezTo>
                    <a:pt x="49347" y="118765"/>
                    <a:pt x="55449" y="115296"/>
                    <a:pt x="60360" y="108260"/>
                  </a:cubicBezTo>
                  <a:cubicBezTo>
                    <a:pt x="65370" y="101273"/>
                    <a:pt x="67901" y="87200"/>
                    <a:pt x="67901" y="66041"/>
                  </a:cubicBezTo>
                  <a:cubicBezTo>
                    <a:pt x="67901" y="44782"/>
                    <a:pt x="65370" y="30660"/>
                    <a:pt x="60360" y="23623"/>
                  </a:cubicBezTo>
                  <a:cubicBezTo>
                    <a:pt x="55449" y="16636"/>
                    <a:pt x="49297" y="13118"/>
                    <a:pt x="41905" y="13118"/>
                  </a:cubicBezTo>
                  <a:cubicBezTo>
                    <a:pt x="34613" y="13118"/>
                    <a:pt x="28808" y="16240"/>
                    <a:pt x="24443" y="22434"/>
                  </a:cubicBezTo>
                  <a:cubicBezTo>
                    <a:pt x="18986" y="30263"/>
                    <a:pt x="16307" y="44782"/>
                    <a:pt x="16307" y="6604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4" name="Grafik 637">
              <a:extLst>
                <a:ext uri="{FF2B5EF4-FFF2-40B4-BE49-F238E27FC236}">
                  <a16:creationId xmlns:a16="http://schemas.microsoft.com/office/drawing/2014/main" id="{0CBF2F0C-511C-8956-5B9B-2F7D7F7C9A8A}"/>
                </a:ext>
              </a:extLst>
            </p:cNvPr>
            <p:cNvGrpSpPr/>
            <p:nvPr/>
          </p:nvGrpSpPr>
          <p:grpSpPr>
            <a:xfrm>
              <a:off x="7170229" y="5505614"/>
              <a:ext cx="335300" cy="132009"/>
              <a:chOff x="7170229" y="5505614"/>
              <a:chExt cx="335300" cy="132009"/>
            </a:xfrm>
            <a:solidFill>
              <a:srgbClr val="000000"/>
            </a:solidFill>
          </p:grpSpPr>
          <p:sp>
            <p:nvSpPr>
              <p:cNvPr id="725" name="Freihandform: Form 724">
                <a:extLst>
                  <a:ext uri="{FF2B5EF4-FFF2-40B4-BE49-F238E27FC236}">
                    <a16:creationId xmlns:a16="http://schemas.microsoft.com/office/drawing/2014/main" id="{3CE81FA4-A669-98CC-64FD-B249F70556E4}"/>
                  </a:ext>
                </a:extLst>
              </p:cNvPr>
              <p:cNvSpPr/>
              <p:nvPr/>
            </p:nvSpPr>
            <p:spPr>
              <a:xfrm>
                <a:off x="7170229" y="5505614"/>
                <a:ext cx="84335" cy="131810"/>
              </a:xfrm>
              <a:custGeom>
                <a:avLst/>
                <a:gdLst>
                  <a:gd name="csX0" fmla="*/ 64 w 84335"/>
                  <a:gd name="csY0" fmla="*/ 66041 h 131810"/>
                  <a:gd name="csX1" fmla="*/ 4628 w 84335"/>
                  <a:gd name="csY1" fmla="*/ 29173 h 131810"/>
                  <a:gd name="csX2" fmla="*/ 18717 w 84335"/>
                  <a:gd name="csY2" fmla="*/ 7568 h 131810"/>
                  <a:gd name="csX3" fmla="*/ 42133 w 84335"/>
                  <a:gd name="csY3" fmla="*/ 36 h 131810"/>
                  <a:gd name="csX4" fmla="*/ 60389 w 84335"/>
                  <a:gd name="csY4" fmla="*/ 4198 h 131810"/>
                  <a:gd name="csX5" fmla="*/ 73288 w 84335"/>
                  <a:gd name="csY5" fmla="*/ 16289 h 131810"/>
                  <a:gd name="csX6" fmla="*/ 81424 w 84335"/>
                  <a:gd name="csY6" fmla="*/ 35516 h 131810"/>
                  <a:gd name="csX7" fmla="*/ 84400 w 84335"/>
                  <a:gd name="csY7" fmla="*/ 66041 h 131810"/>
                  <a:gd name="csX8" fmla="*/ 79638 w 84335"/>
                  <a:gd name="csY8" fmla="*/ 102710 h 131810"/>
                  <a:gd name="csX9" fmla="*/ 65549 w 84335"/>
                  <a:gd name="csY9" fmla="*/ 124315 h 131810"/>
                  <a:gd name="csX10" fmla="*/ 42133 w 84335"/>
                  <a:gd name="csY10" fmla="*/ 131847 h 131810"/>
                  <a:gd name="csX11" fmla="*/ 12764 w 84335"/>
                  <a:gd name="csY11" fmla="*/ 118567 h 131810"/>
                  <a:gd name="csX12" fmla="*/ 64 w 84335"/>
                  <a:gd name="csY12" fmla="*/ 66041 h 131810"/>
                  <a:gd name="csX13" fmla="*/ 16336 w 84335"/>
                  <a:gd name="csY13" fmla="*/ 66041 h 131810"/>
                  <a:gd name="csX14" fmla="*/ 23678 w 84335"/>
                  <a:gd name="csY14" fmla="*/ 108260 h 131810"/>
                  <a:gd name="csX15" fmla="*/ 42133 w 84335"/>
                  <a:gd name="csY15" fmla="*/ 118765 h 131810"/>
                  <a:gd name="csX16" fmla="*/ 60389 w 84335"/>
                  <a:gd name="csY16" fmla="*/ 108260 h 131810"/>
                  <a:gd name="csX17" fmla="*/ 67930 w 84335"/>
                  <a:gd name="csY17" fmla="*/ 66041 h 131810"/>
                  <a:gd name="csX18" fmla="*/ 60389 w 84335"/>
                  <a:gd name="csY18" fmla="*/ 23623 h 131810"/>
                  <a:gd name="csX19" fmla="*/ 41935 w 84335"/>
                  <a:gd name="csY19" fmla="*/ 13118 h 131810"/>
                  <a:gd name="csX20" fmla="*/ 24472 w 84335"/>
                  <a:gd name="csY20" fmla="*/ 22434 h 131810"/>
                  <a:gd name="csX21" fmla="*/ 16336 w 84335"/>
                  <a:gd name="csY21" fmla="*/ 66041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64" y="66041"/>
                    </a:moveTo>
                    <a:cubicBezTo>
                      <a:pt x="64" y="50729"/>
                      <a:pt x="1553" y="38440"/>
                      <a:pt x="4628" y="29173"/>
                    </a:cubicBezTo>
                    <a:cubicBezTo>
                      <a:pt x="7803" y="19808"/>
                      <a:pt x="12467" y="12623"/>
                      <a:pt x="18717" y="7568"/>
                    </a:cubicBezTo>
                    <a:cubicBezTo>
                      <a:pt x="24919" y="2563"/>
                      <a:pt x="32707" y="36"/>
                      <a:pt x="42133" y="36"/>
                    </a:cubicBezTo>
                    <a:cubicBezTo>
                      <a:pt x="49128" y="36"/>
                      <a:pt x="55230" y="1424"/>
                      <a:pt x="60389" y="4198"/>
                    </a:cubicBezTo>
                    <a:cubicBezTo>
                      <a:pt x="65648" y="6973"/>
                      <a:pt x="69964" y="11037"/>
                      <a:pt x="73288" y="16289"/>
                    </a:cubicBezTo>
                    <a:cubicBezTo>
                      <a:pt x="76711" y="21592"/>
                      <a:pt x="79439" y="27984"/>
                      <a:pt x="81424" y="35516"/>
                    </a:cubicBezTo>
                    <a:cubicBezTo>
                      <a:pt x="83408" y="43048"/>
                      <a:pt x="84400" y="53256"/>
                      <a:pt x="84400" y="66041"/>
                    </a:cubicBezTo>
                    <a:cubicBezTo>
                      <a:pt x="84400" y="81105"/>
                      <a:pt x="82813" y="93344"/>
                      <a:pt x="79638" y="102710"/>
                    </a:cubicBezTo>
                    <a:cubicBezTo>
                      <a:pt x="76463" y="111976"/>
                      <a:pt x="71750" y="119161"/>
                      <a:pt x="65549" y="124315"/>
                    </a:cubicBezTo>
                    <a:cubicBezTo>
                      <a:pt x="59447" y="129369"/>
                      <a:pt x="51658" y="131847"/>
                      <a:pt x="42133" y="131847"/>
                    </a:cubicBezTo>
                    <a:cubicBezTo>
                      <a:pt x="29681" y="131847"/>
                      <a:pt x="19908" y="127437"/>
                      <a:pt x="12764" y="118567"/>
                    </a:cubicBezTo>
                    <a:cubicBezTo>
                      <a:pt x="4281" y="107764"/>
                      <a:pt x="64" y="90223"/>
                      <a:pt x="64" y="66041"/>
                    </a:cubicBezTo>
                    <a:close/>
                    <a:moveTo>
                      <a:pt x="16336" y="66041"/>
                    </a:moveTo>
                    <a:cubicBezTo>
                      <a:pt x="16336" y="87200"/>
                      <a:pt x="18767" y="101273"/>
                      <a:pt x="23678" y="108260"/>
                    </a:cubicBezTo>
                    <a:cubicBezTo>
                      <a:pt x="28689" y="115296"/>
                      <a:pt x="34840" y="118765"/>
                      <a:pt x="42133" y="118765"/>
                    </a:cubicBezTo>
                    <a:cubicBezTo>
                      <a:pt x="49376" y="118765"/>
                      <a:pt x="55478" y="115296"/>
                      <a:pt x="60389" y="108260"/>
                    </a:cubicBezTo>
                    <a:cubicBezTo>
                      <a:pt x="65400" y="101273"/>
                      <a:pt x="67930" y="87200"/>
                      <a:pt x="67930" y="66041"/>
                    </a:cubicBezTo>
                    <a:cubicBezTo>
                      <a:pt x="67930" y="44782"/>
                      <a:pt x="65400" y="30660"/>
                      <a:pt x="60389" y="23623"/>
                    </a:cubicBezTo>
                    <a:cubicBezTo>
                      <a:pt x="55478" y="16636"/>
                      <a:pt x="49326" y="13118"/>
                      <a:pt x="41935" y="13118"/>
                    </a:cubicBezTo>
                    <a:cubicBezTo>
                      <a:pt x="34642" y="13118"/>
                      <a:pt x="28838" y="16240"/>
                      <a:pt x="24472" y="22434"/>
                    </a:cubicBezTo>
                    <a:cubicBezTo>
                      <a:pt x="19015" y="30263"/>
                      <a:pt x="16336" y="44782"/>
                      <a:pt x="16336" y="660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ihandform: Form 725">
                <a:extLst>
                  <a:ext uri="{FF2B5EF4-FFF2-40B4-BE49-F238E27FC236}">
                    <a16:creationId xmlns:a16="http://schemas.microsoft.com/office/drawing/2014/main" id="{78C4E5D2-B797-268E-8E2D-4846DE9164A9}"/>
                  </a:ext>
                </a:extLst>
              </p:cNvPr>
              <p:cNvSpPr/>
              <p:nvPr/>
            </p:nvSpPr>
            <p:spPr>
              <a:xfrm>
                <a:off x="7279641" y="5617207"/>
                <a:ext cx="18057" cy="18037"/>
              </a:xfrm>
              <a:custGeom>
                <a:avLst/>
                <a:gdLst>
                  <a:gd name="csX0" fmla="*/ 72 w 18057"/>
                  <a:gd name="csY0" fmla="*/ 18073 h 18037"/>
                  <a:gd name="csX1" fmla="*/ 72 w 18057"/>
                  <a:gd name="csY1" fmla="*/ 36 h 18037"/>
                  <a:gd name="csX2" fmla="*/ 18130 w 18057"/>
                  <a:gd name="csY2" fmla="*/ 36 h 18037"/>
                  <a:gd name="csX3" fmla="*/ 18130 w 18057"/>
                  <a:gd name="csY3" fmla="*/ 1807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72" y="18073"/>
                    </a:moveTo>
                    <a:lnTo>
                      <a:pt x="72" y="36"/>
                    </a:lnTo>
                    <a:lnTo>
                      <a:pt x="18130" y="36"/>
                    </a:lnTo>
                    <a:lnTo>
                      <a:pt x="18130" y="1807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ihandform: Form 726">
                <a:extLst>
                  <a:ext uri="{FF2B5EF4-FFF2-40B4-BE49-F238E27FC236}">
                    <a16:creationId xmlns:a16="http://schemas.microsoft.com/office/drawing/2014/main" id="{A240685A-A9EF-6BA8-DC76-5B622C54F91F}"/>
                  </a:ext>
                </a:extLst>
              </p:cNvPr>
              <p:cNvSpPr/>
              <p:nvPr/>
            </p:nvSpPr>
            <p:spPr>
              <a:xfrm>
                <a:off x="7320909" y="5505614"/>
                <a:ext cx="84732" cy="132009"/>
              </a:xfrm>
              <a:custGeom>
                <a:avLst/>
                <a:gdLst>
                  <a:gd name="csX0" fmla="*/ 76 w 84732"/>
                  <a:gd name="csY0" fmla="*/ 95574 h 132009"/>
                  <a:gd name="csX1" fmla="*/ 15951 w 84732"/>
                  <a:gd name="csY1" fmla="*/ 93394 h 132009"/>
                  <a:gd name="csX2" fmla="*/ 25278 w 84732"/>
                  <a:gd name="csY2" fmla="*/ 112819 h 132009"/>
                  <a:gd name="csX3" fmla="*/ 41351 w 84732"/>
                  <a:gd name="csY3" fmla="*/ 118765 h 132009"/>
                  <a:gd name="csX4" fmla="*/ 60203 w 84732"/>
                  <a:gd name="csY4" fmla="*/ 111035 h 132009"/>
                  <a:gd name="csX5" fmla="*/ 67942 w 84732"/>
                  <a:gd name="csY5" fmla="*/ 91808 h 132009"/>
                  <a:gd name="csX6" fmla="*/ 60798 w 84732"/>
                  <a:gd name="csY6" fmla="*/ 73969 h 132009"/>
                  <a:gd name="csX7" fmla="*/ 42542 w 84732"/>
                  <a:gd name="csY7" fmla="*/ 66833 h 132009"/>
                  <a:gd name="csX8" fmla="*/ 31429 w 84732"/>
                  <a:gd name="csY8" fmla="*/ 68617 h 132009"/>
                  <a:gd name="csX9" fmla="*/ 33215 w 84732"/>
                  <a:gd name="csY9" fmla="*/ 54544 h 132009"/>
                  <a:gd name="csX10" fmla="*/ 35795 w 84732"/>
                  <a:gd name="csY10" fmla="*/ 54743 h 132009"/>
                  <a:gd name="csX11" fmla="*/ 54051 w 84732"/>
                  <a:gd name="csY11" fmla="*/ 49589 h 132009"/>
                  <a:gd name="csX12" fmla="*/ 62187 w 84732"/>
                  <a:gd name="csY12" fmla="*/ 33137 h 132009"/>
                  <a:gd name="csX13" fmla="*/ 56234 w 84732"/>
                  <a:gd name="csY13" fmla="*/ 18866 h 132009"/>
                  <a:gd name="csX14" fmla="*/ 40954 w 84732"/>
                  <a:gd name="csY14" fmla="*/ 13118 h 132009"/>
                  <a:gd name="csX15" fmla="*/ 25476 w 84732"/>
                  <a:gd name="csY15" fmla="*/ 18866 h 132009"/>
                  <a:gd name="csX16" fmla="*/ 17539 w 84732"/>
                  <a:gd name="csY16" fmla="*/ 36309 h 132009"/>
                  <a:gd name="csX17" fmla="*/ 1664 w 84732"/>
                  <a:gd name="csY17" fmla="*/ 33534 h 132009"/>
                  <a:gd name="csX18" fmla="*/ 14959 w 84732"/>
                  <a:gd name="csY18" fmla="*/ 8757 h 132009"/>
                  <a:gd name="csX19" fmla="*/ 40557 w 84732"/>
                  <a:gd name="csY19" fmla="*/ 36 h 132009"/>
                  <a:gd name="csX20" fmla="*/ 60004 w 84732"/>
                  <a:gd name="csY20" fmla="*/ 4595 h 132009"/>
                  <a:gd name="csX21" fmla="*/ 73696 w 84732"/>
                  <a:gd name="csY21" fmla="*/ 17082 h 132009"/>
                  <a:gd name="csX22" fmla="*/ 78459 w 84732"/>
                  <a:gd name="csY22" fmla="*/ 33534 h 132009"/>
                  <a:gd name="csX23" fmla="*/ 73895 w 84732"/>
                  <a:gd name="csY23" fmla="*/ 48796 h 132009"/>
                  <a:gd name="csX24" fmla="*/ 60600 w 84732"/>
                  <a:gd name="csY24" fmla="*/ 59698 h 132009"/>
                  <a:gd name="csX25" fmla="*/ 78459 w 84732"/>
                  <a:gd name="csY25" fmla="*/ 70798 h 132009"/>
                  <a:gd name="csX26" fmla="*/ 84809 w 84732"/>
                  <a:gd name="csY26" fmla="*/ 91610 h 132009"/>
                  <a:gd name="csX27" fmla="*/ 72307 w 84732"/>
                  <a:gd name="csY27" fmla="*/ 120351 h 132009"/>
                  <a:gd name="csX28" fmla="*/ 41153 w 84732"/>
                  <a:gd name="csY28" fmla="*/ 132045 h 132009"/>
                  <a:gd name="csX29" fmla="*/ 12975 w 84732"/>
                  <a:gd name="csY29" fmla="*/ 121936 h 132009"/>
                  <a:gd name="csX30" fmla="*/ 76 w 84732"/>
                  <a:gd name="csY30" fmla="*/ 95574 h 132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84732" h="132009">
                    <a:moveTo>
                      <a:pt x="76" y="95574"/>
                    </a:moveTo>
                    <a:lnTo>
                      <a:pt x="15951" y="93394"/>
                    </a:lnTo>
                    <a:cubicBezTo>
                      <a:pt x="17787" y="102413"/>
                      <a:pt x="20912" y="108854"/>
                      <a:pt x="25278" y="112819"/>
                    </a:cubicBezTo>
                    <a:cubicBezTo>
                      <a:pt x="29643" y="116783"/>
                      <a:pt x="35001" y="118765"/>
                      <a:pt x="41351" y="118765"/>
                    </a:cubicBezTo>
                    <a:cubicBezTo>
                      <a:pt x="48743" y="118765"/>
                      <a:pt x="55043" y="116188"/>
                      <a:pt x="60203" y="111035"/>
                    </a:cubicBezTo>
                    <a:cubicBezTo>
                      <a:pt x="65362" y="105881"/>
                      <a:pt x="67942" y="99489"/>
                      <a:pt x="67942" y="91808"/>
                    </a:cubicBezTo>
                    <a:cubicBezTo>
                      <a:pt x="67942" y="84573"/>
                      <a:pt x="65561" y="78627"/>
                      <a:pt x="60798" y="73969"/>
                    </a:cubicBezTo>
                    <a:cubicBezTo>
                      <a:pt x="56036" y="69212"/>
                      <a:pt x="49934" y="66833"/>
                      <a:pt x="42542" y="66833"/>
                    </a:cubicBezTo>
                    <a:cubicBezTo>
                      <a:pt x="39615" y="66833"/>
                      <a:pt x="35894" y="67428"/>
                      <a:pt x="31429" y="68617"/>
                    </a:cubicBezTo>
                    <a:lnTo>
                      <a:pt x="33215" y="54544"/>
                    </a:lnTo>
                    <a:cubicBezTo>
                      <a:pt x="34257" y="54693"/>
                      <a:pt x="35100" y="54743"/>
                      <a:pt x="35795" y="54743"/>
                    </a:cubicBezTo>
                    <a:cubicBezTo>
                      <a:pt x="42542" y="54743"/>
                      <a:pt x="48594" y="53058"/>
                      <a:pt x="54051" y="49589"/>
                    </a:cubicBezTo>
                    <a:cubicBezTo>
                      <a:pt x="59459" y="46021"/>
                      <a:pt x="62187" y="40570"/>
                      <a:pt x="62187" y="33137"/>
                    </a:cubicBezTo>
                    <a:cubicBezTo>
                      <a:pt x="62187" y="27340"/>
                      <a:pt x="60203" y="22583"/>
                      <a:pt x="56234" y="18866"/>
                    </a:cubicBezTo>
                    <a:cubicBezTo>
                      <a:pt x="52265" y="15051"/>
                      <a:pt x="47155" y="13118"/>
                      <a:pt x="40954" y="13118"/>
                    </a:cubicBezTo>
                    <a:cubicBezTo>
                      <a:pt x="34703" y="13118"/>
                      <a:pt x="29544" y="15051"/>
                      <a:pt x="25476" y="18866"/>
                    </a:cubicBezTo>
                    <a:cubicBezTo>
                      <a:pt x="21359" y="22731"/>
                      <a:pt x="18729" y="28529"/>
                      <a:pt x="17539" y="36309"/>
                    </a:cubicBezTo>
                    <a:lnTo>
                      <a:pt x="1664" y="33534"/>
                    </a:lnTo>
                    <a:cubicBezTo>
                      <a:pt x="3648" y="22830"/>
                      <a:pt x="8063" y="14605"/>
                      <a:pt x="14959" y="8757"/>
                    </a:cubicBezTo>
                    <a:cubicBezTo>
                      <a:pt x="21805" y="2960"/>
                      <a:pt x="30338" y="36"/>
                      <a:pt x="40557" y="36"/>
                    </a:cubicBezTo>
                    <a:cubicBezTo>
                      <a:pt x="47552" y="36"/>
                      <a:pt x="54051" y="1572"/>
                      <a:pt x="60004" y="4595"/>
                    </a:cubicBezTo>
                    <a:cubicBezTo>
                      <a:pt x="65957" y="7667"/>
                      <a:pt x="70521" y="11830"/>
                      <a:pt x="73696" y="17082"/>
                    </a:cubicBezTo>
                    <a:cubicBezTo>
                      <a:pt x="76871" y="22236"/>
                      <a:pt x="78459" y="27736"/>
                      <a:pt x="78459" y="33534"/>
                    </a:cubicBezTo>
                    <a:cubicBezTo>
                      <a:pt x="78459" y="39084"/>
                      <a:pt x="76921" y="44188"/>
                      <a:pt x="73895" y="48796"/>
                    </a:cubicBezTo>
                    <a:cubicBezTo>
                      <a:pt x="70819" y="53454"/>
                      <a:pt x="66404" y="57072"/>
                      <a:pt x="60600" y="59698"/>
                    </a:cubicBezTo>
                    <a:cubicBezTo>
                      <a:pt x="68239" y="61581"/>
                      <a:pt x="74193" y="65248"/>
                      <a:pt x="78459" y="70798"/>
                    </a:cubicBezTo>
                    <a:cubicBezTo>
                      <a:pt x="82676" y="76348"/>
                      <a:pt x="84809" y="83285"/>
                      <a:pt x="84809" y="91610"/>
                    </a:cubicBezTo>
                    <a:cubicBezTo>
                      <a:pt x="84809" y="102859"/>
                      <a:pt x="80642" y="112422"/>
                      <a:pt x="72307" y="120351"/>
                    </a:cubicBezTo>
                    <a:cubicBezTo>
                      <a:pt x="64072" y="128180"/>
                      <a:pt x="53704" y="132045"/>
                      <a:pt x="41153" y="132045"/>
                    </a:cubicBezTo>
                    <a:cubicBezTo>
                      <a:pt x="29891" y="132045"/>
                      <a:pt x="20515" y="128676"/>
                      <a:pt x="12975" y="121936"/>
                    </a:cubicBezTo>
                    <a:cubicBezTo>
                      <a:pt x="5434" y="115098"/>
                      <a:pt x="1118" y="106278"/>
                      <a:pt x="76" y="955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Freihandform: Form 727">
                <a:extLst>
                  <a:ext uri="{FF2B5EF4-FFF2-40B4-BE49-F238E27FC236}">
                    <a16:creationId xmlns:a16="http://schemas.microsoft.com/office/drawing/2014/main" id="{3EDD2CB3-2657-9CD4-2030-76C09E7C1746}"/>
                  </a:ext>
                </a:extLst>
              </p:cNvPr>
              <p:cNvSpPr/>
              <p:nvPr/>
            </p:nvSpPr>
            <p:spPr>
              <a:xfrm>
                <a:off x="7416232" y="5506208"/>
                <a:ext cx="89296" cy="129036"/>
              </a:xfrm>
              <a:custGeom>
                <a:avLst/>
                <a:gdLst>
                  <a:gd name="csX0" fmla="*/ 56043 w 89296"/>
                  <a:gd name="csY0" fmla="*/ 129072 h 129036"/>
                  <a:gd name="csX1" fmla="*/ 56043 w 89296"/>
                  <a:gd name="csY1" fmla="*/ 98151 h 129036"/>
                  <a:gd name="csX2" fmla="*/ 84 w 89296"/>
                  <a:gd name="csY2" fmla="*/ 98151 h 129036"/>
                  <a:gd name="csX3" fmla="*/ 84 w 89296"/>
                  <a:gd name="csY3" fmla="*/ 83682 h 129036"/>
                  <a:gd name="csX4" fmla="*/ 59020 w 89296"/>
                  <a:gd name="csY4" fmla="*/ 36 h 129036"/>
                  <a:gd name="csX5" fmla="*/ 71918 w 89296"/>
                  <a:gd name="csY5" fmla="*/ 36 h 129036"/>
                  <a:gd name="csX6" fmla="*/ 71918 w 89296"/>
                  <a:gd name="csY6" fmla="*/ 83682 h 129036"/>
                  <a:gd name="csX7" fmla="*/ 89381 w 89296"/>
                  <a:gd name="csY7" fmla="*/ 83682 h 129036"/>
                  <a:gd name="csX8" fmla="*/ 89381 w 89296"/>
                  <a:gd name="csY8" fmla="*/ 98151 h 129036"/>
                  <a:gd name="csX9" fmla="*/ 71918 w 89296"/>
                  <a:gd name="csY9" fmla="*/ 98151 h 129036"/>
                  <a:gd name="csX10" fmla="*/ 71918 w 89296"/>
                  <a:gd name="csY10" fmla="*/ 129072 h 129036"/>
                  <a:gd name="csX11" fmla="*/ 56043 w 89296"/>
                  <a:gd name="csY11" fmla="*/ 83682 h 129036"/>
                  <a:gd name="csX12" fmla="*/ 56043 w 89296"/>
                  <a:gd name="csY12" fmla="*/ 25407 h 129036"/>
                  <a:gd name="csX13" fmla="*/ 15562 w 89296"/>
                  <a:gd name="csY13" fmla="*/ 83682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6043" y="129072"/>
                    </a:moveTo>
                    <a:lnTo>
                      <a:pt x="56043" y="98151"/>
                    </a:lnTo>
                    <a:lnTo>
                      <a:pt x="84" y="98151"/>
                    </a:lnTo>
                    <a:lnTo>
                      <a:pt x="84" y="83682"/>
                    </a:lnTo>
                    <a:lnTo>
                      <a:pt x="59020" y="36"/>
                    </a:lnTo>
                    <a:lnTo>
                      <a:pt x="71918" y="36"/>
                    </a:lnTo>
                    <a:lnTo>
                      <a:pt x="71918" y="83682"/>
                    </a:lnTo>
                    <a:lnTo>
                      <a:pt x="89381" y="83682"/>
                    </a:lnTo>
                    <a:lnTo>
                      <a:pt x="89381" y="98151"/>
                    </a:lnTo>
                    <a:lnTo>
                      <a:pt x="71918" y="98151"/>
                    </a:lnTo>
                    <a:lnTo>
                      <a:pt x="71918" y="129072"/>
                    </a:lnTo>
                    <a:close/>
                    <a:moveTo>
                      <a:pt x="56043" y="83682"/>
                    </a:moveTo>
                    <a:lnTo>
                      <a:pt x="56043" y="25407"/>
                    </a:lnTo>
                    <a:lnTo>
                      <a:pt x="15562" y="836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29" name="Grafik 637">
              <a:extLst>
                <a:ext uri="{FF2B5EF4-FFF2-40B4-BE49-F238E27FC236}">
                  <a16:creationId xmlns:a16="http://schemas.microsoft.com/office/drawing/2014/main" id="{D5B630EC-A918-7C65-3E6F-2DF8B877E90C}"/>
                </a:ext>
              </a:extLst>
            </p:cNvPr>
            <p:cNvGrpSpPr/>
            <p:nvPr/>
          </p:nvGrpSpPr>
          <p:grpSpPr>
            <a:xfrm>
              <a:off x="7668041" y="5505614"/>
              <a:ext cx="335895" cy="131810"/>
              <a:chOff x="7668041" y="5505614"/>
              <a:chExt cx="335895" cy="131810"/>
            </a:xfrm>
            <a:solidFill>
              <a:srgbClr val="000000"/>
            </a:solidFill>
          </p:grpSpPr>
          <p:sp>
            <p:nvSpPr>
              <p:cNvPr id="730" name="Freihandform: Form 729">
                <a:extLst>
                  <a:ext uri="{FF2B5EF4-FFF2-40B4-BE49-F238E27FC236}">
                    <a16:creationId xmlns:a16="http://schemas.microsoft.com/office/drawing/2014/main" id="{E42BCC97-1364-215E-39A9-352DA2E61357}"/>
                  </a:ext>
                </a:extLst>
              </p:cNvPr>
              <p:cNvSpPr/>
              <p:nvPr/>
            </p:nvSpPr>
            <p:spPr>
              <a:xfrm>
                <a:off x="7668041" y="5505614"/>
                <a:ext cx="84335" cy="131810"/>
              </a:xfrm>
              <a:custGeom>
                <a:avLst/>
                <a:gdLst>
                  <a:gd name="csX0" fmla="*/ 103 w 84335"/>
                  <a:gd name="csY0" fmla="*/ 66041 h 131810"/>
                  <a:gd name="csX1" fmla="*/ 4668 w 84335"/>
                  <a:gd name="csY1" fmla="*/ 29173 h 131810"/>
                  <a:gd name="csX2" fmla="*/ 18757 w 84335"/>
                  <a:gd name="csY2" fmla="*/ 7568 h 131810"/>
                  <a:gd name="csX3" fmla="*/ 42172 w 84335"/>
                  <a:gd name="csY3" fmla="*/ 36 h 131810"/>
                  <a:gd name="csX4" fmla="*/ 60428 w 84335"/>
                  <a:gd name="csY4" fmla="*/ 4198 h 131810"/>
                  <a:gd name="csX5" fmla="*/ 73327 w 84335"/>
                  <a:gd name="csY5" fmla="*/ 16289 h 131810"/>
                  <a:gd name="csX6" fmla="*/ 81463 w 84335"/>
                  <a:gd name="csY6" fmla="*/ 35516 h 131810"/>
                  <a:gd name="csX7" fmla="*/ 84439 w 84335"/>
                  <a:gd name="csY7" fmla="*/ 66041 h 131810"/>
                  <a:gd name="csX8" fmla="*/ 79677 w 84335"/>
                  <a:gd name="csY8" fmla="*/ 102710 h 131810"/>
                  <a:gd name="csX9" fmla="*/ 65588 w 84335"/>
                  <a:gd name="csY9" fmla="*/ 124315 h 131810"/>
                  <a:gd name="csX10" fmla="*/ 42172 w 84335"/>
                  <a:gd name="csY10" fmla="*/ 131847 h 131810"/>
                  <a:gd name="csX11" fmla="*/ 12803 w 84335"/>
                  <a:gd name="csY11" fmla="*/ 118567 h 131810"/>
                  <a:gd name="csX12" fmla="*/ 103 w 84335"/>
                  <a:gd name="csY12" fmla="*/ 66041 h 131810"/>
                  <a:gd name="csX13" fmla="*/ 16375 w 84335"/>
                  <a:gd name="csY13" fmla="*/ 66041 h 131810"/>
                  <a:gd name="csX14" fmla="*/ 23718 w 84335"/>
                  <a:gd name="csY14" fmla="*/ 108260 h 131810"/>
                  <a:gd name="csX15" fmla="*/ 42172 w 84335"/>
                  <a:gd name="csY15" fmla="*/ 118765 h 131810"/>
                  <a:gd name="csX16" fmla="*/ 60428 w 84335"/>
                  <a:gd name="csY16" fmla="*/ 108260 h 131810"/>
                  <a:gd name="csX17" fmla="*/ 67969 w 84335"/>
                  <a:gd name="csY17" fmla="*/ 66041 h 131810"/>
                  <a:gd name="csX18" fmla="*/ 60428 w 84335"/>
                  <a:gd name="csY18" fmla="*/ 23623 h 131810"/>
                  <a:gd name="csX19" fmla="*/ 41974 w 84335"/>
                  <a:gd name="csY19" fmla="*/ 13118 h 131810"/>
                  <a:gd name="csX20" fmla="*/ 24511 w 84335"/>
                  <a:gd name="csY20" fmla="*/ 22434 h 131810"/>
                  <a:gd name="csX21" fmla="*/ 16375 w 84335"/>
                  <a:gd name="csY21" fmla="*/ 66041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03" y="66041"/>
                    </a:moveTo>
                    <a:cubicBezTo>
                      <a:pt x="103" y="50729"/>
                      <a:pt x="1592" y="38440"/>
                      <a:pt x="4668" y="29173"/>
                    </a:cubicBezTo>
                    <a:cubicBezTo>
                      <a:pt x="7843" y="19808"/>
                      <a:pt x="12506" y="12623"/>
                      <a:pt x="18757" y="7568"/>
                    </a:cubicBezTo>
                    <a:cubicBezTo>
                      <a:pt x="24958" y="2563"/>
                      <a:pt x="32746" y="36"/>
                      <a:pt x="42172" y="36"/>
                    </a:cubicBezTo>
                    <a:cubicBezTo>
                      <a:pt x="49167" y="36"/>
                      <a:pt x="55269" y="1424"/>
                      <a:pt x="60428" y="4198"/>
                    </a:cubicBezTo>
                    <a:cubicBezTo>
                      <a:pt x="65687" y="6973"/>
                      <a:pt x="70003" y="11037"/>
                      <a:pt x="73327" y="16289"/>
                    </a:cubicBezTo>
                    <a:cubicBezTo>
                      <a:pt x="76750" y="21592"/>
                      <a:pt x="79478" y="27984"/>
                      <a:pt x="81463" y="35516"/>
                    </a:cubicBezTo>
                    <a:cubicBezTo>
                      <a:pt x="83447" y="43048"/>
                      <a:pt x="84439" y="53256"/>
                      <a:pt x="84439" y="66041"/>
                    </a:cubicBezTo>
                    <a:cubicBezTo>
                      <a:pt x="84439" y="81105"/>
                      <a:pt x="82852" y="93344"/>
                      <a:pt x="79677" y="102710"/>
                    </a:cubicBezTo>
                    <a:cubicBezTo>
                      <a:pt x="76502" y="111976"/>
                      <a:pt x="71789" y="119161"/>
                      <a:pt x="65588" y="124315"/>
                    </a:cubicBezTo>
                    <a:cubicBezTo>
                      <a:pt x="59486" y="129369"/>
                      <a:pt x="51697" y="131847"/>
                      <a:pt x="42172" y="131847"/>
                    </a:cubicBezTo>
                    <a:cubicBezTo>
                      <a:pt x="29720" y="131847"/>
                      <a:pt x="19947" y="127437"/>
                      <a:pt x="12803" y="118567"/>
                    </a:cubicBezTo>
                    <a:cubicBezTo>
                      <a:pt x="4320" y="107764"/>
                      <a:pt x="103" y="90223"/>
                      <a:pt x="103" y="66041"/>
                    </a:cubicBezTo>
                    <a:close/>
                    <a:moveTo>
                      <a:pt x="16375" y="66041"/>
                    </a:moveTo>
                    <a:cubicBezTo>
                      <a:pt x="16375" y="87200"/>
                      <a:pt x="18806" y="101273"/>
                      <a:pt x="23718" y="108260"/>
                    </a:cubicBezTo>
                    <a:cubicBezTo>
                      <a:pt x="28728" y="115296"/>
                      <a:pt x="34880" y="118765"/>
                      <a:pt x="42172" y="118765"/>
                    </a:cubicBezTo>
                    <a:cubicBezTo>
                      <a:pt x="49415" y="118765"/>
                      <a:pt x="55517" y="115296"/>
                      <a:pt x="60428" y="108260"/>
                    </a:cubicBezTo>
                    <a:cubicBezTo>
                      <a:pt x="65439" y="101273"/>
                      <a:pt x="67969" y="87200"/>
                      <a:pt x="67969" y="66041"/>
                    </a:cubicBezTo>
                    <a:cubicBezTo>
                      <a:pt x="67969" y="44782"/>
                      <a:pt x="65439" y="30660"/>
                      <a:pt x="60428" y="23623"/>
                    </a:cubicBezTo>
                    <a:cubicBezTo>
                      <a:pt x="55517" y="16636"/>
                      <a:pt x="49366" y="13118"/>
                      <a:pt x="41974" y="13118"/>
                    </a:cubicBezTo>
                    <a:cubicBezTo>
                      <a:pt x="34681" y="13118"/>
                      <a:pt x="28877" y="16240"/>
                      <a:pt x="24511" y="22434"/>
                    </a:cubicBezTo>
                    <a:cubicBezTo>
                      <a:pt x="19054" y="30263"/>
                      <a:pt x="16375" y="44782"/>
                      <a:pt x="16375" y="660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Freihandform: Form 730">
                <a:extLst>
                  <a:ext uri="{FF2B5EF4-FFF2-40B4-BE49-F238E27FC236}">
                    <a16:creationId xmlns:a16="http://schemas.microsoft.com/office/drawing/2014/main" id="{D1630436-588E-34D9-525F-ADCAB7288DCB}"/>
                  </a:ext>
                </a:extLst>
              </p:cNvPr>
              <p:cNvSpPr/>
              <p:nvPr/>
            </p:nvSpPr>
            <p:spPr>
              <a:xfrm>
                <a:off x="7777453" y="5617207"/>
                <a:ext cx="18057" cy="18037"/>
              </a:xfrm>
              <a:custGeom>
                <a:avLst/>
                <a:gdLst>
                  <a:gd name="csX0" fmla="*/ 111 w 18057"/>
                  <a:gd name="csY0" fmla="*/ 18073 h 18037"/>
                  <a:gd name="csX1" fmla="*/ 111 w 18057"/>
                  <a:gd name="csY1" fmla="*/ 36 h 18037"/>
                  <a:gd name="csX2" fmla="*/ 18169 w 18057"/>
                  <a:gd name="csY2" fmla="*/ 36 h 18037"/>
                  <a:gd name="csX3" fmla="*/ 18169 w 18057"/>
                  <a:gd name="csY3" fmla="*/ 1807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11" y="18073"/>
                    </a:moveTo>
                    <a:lnTo>
                      <a:pt x="111" y="36"/>
                    </a:lnTo>
                    <a:lnTo>
                      <a:pt x="18169" y="36"/>
                    </a:lnTo>
                    <a:lnTo>
                      <a:pt x="18169" y="1807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ihandform: Form 731">
                <a:extLst>
                  <a:ext uri="{FF2B5EF4-FFF2-40B4-BE49-F238E27FC236}">
                    <a16:creationId xmlns:a16="http://schemas.microsoft.com/office/drawing/2014/main" id="{CE00D514-9B28-F139-960E-0EC7355E910E}"/>
                  </a:ext>
                </a:extLst>
              </p:cNvPr>
              <p:cNvSpPr/>
              <p:nvPr/>
            </p:nvSpPr>
            <p:spPr>
              <a:xfrm>
                <a:off x="7813561" y="5506208"/>
                <a:ext cx="89296" cy="129036"/>
              </a:xfrm>
              <a:custGeom>
                <a:avLst/>
                <a:gdLst>
                  <a:gd name="csX0" fmla="*/ 56075 w 89296"/>
                  <a:gd name="csY0" fmla="*/ 129072 h 129036"/>
                  <a:gd name="csX1" fmla="*/ 56075 w 89296"/>
                  <a:gd name="csY1" fmla="*/ 98151 h 129036"/>
                  <a:gd name="csX2" fmla="*/ 115 w 89296"/>
                  <a:gd name="csY2" fmla="*/ 98151 h 129036"/>
                  <a:gd name="csX3" fmla="*/ 115 w 89296"/>
                  <a:gd name="csY3" fmla="*/ 83682 h 129036"/>
                  <a:gd name="csX4" fmla="*/ 59051 w 89296"/>
                  <a:gd name="csY4" fmla="*/ 36 h 129036"/>
                  <a:gd name="csX5" fmla="*/ 71950 w 89296"/>
                  <a:gd name="csY5" fmla="*/ 36 h 129036"/>
                  <a:gd name="csX6" fmla="*/ 71950 w 89296"/>
                  <a:gd name="csY6" fmla="*/ 83682 h 129036"/>
                  <a:gd name="csX7" fmla="*/ 89412 w 89296"/>
                  <a:gd name="csY7" fmla="*/ 83682 h 129036"/>
                  <a:gd name="csX8" fmla="*/ 89412 w 89296"/>
                  <a:gd name="csY8" fmla="*/ 98151 h 129036"/>
                  <a:gd name="csX9" fmla="*/ 71950 w 89296"/>
                  <a:gd name="csY9" fmla="*/ 98151 h 129036"/>
                  <a:gd name="csX10" fmla="*/ 71950 w 89296"/>
                  <a:gd name="csY10" fmla="*/ 129072 h 129036"/>
                  <a:gd name="csX11" fmla="*/ 56075 w 89296"/>
                  <a:gd name="csY11" fmla="*/ 83682 h 129036"/>
                  <a:gd name="csX12" fmla="*/ 56075 w 89296"/>
                  <a:gd name="csY12" fmla="*/ 25407 h 129036"/>
                  <a:gd name="csX13" fmla="*/ 15593 w 89296"/>
                  <a:gd name="csY13" fmla="*/ 83682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6075" y="129072"/>
                    </a:moveTo>
                    <a:lnTo>
                      <a:pt x="56075" y="98151"/>
                    </a:lnTo>
                    <a:lnTo>
                      <a:pt x="115" y="98151"/>
                    </a:lnTo>
                    <a:lnTo>
                      <a:pt x="115" y="83682"/>
                    </a:lnTo>
                    <a:lnTo>
                      <a:pt x="59051" y="36"/>
                    </a:lnTo>
                    <a:lnTo>
                      <a:pt x="71950" y="36"/>
                    </a:lnTo>
                    <a:lnTo>
                      <a:pt x="71950" y="83682"/>
                    </a:lnTo>
                    <a:lnTo>
                      <a:pt x="89412" y="83682"/>
                    </a:lnTo>
                    <a:lnTo>
                      <a:pt x="89412" y="98151"/>
                    </a:lnTo>
                    <a:lnTo>
                      <a:pt x="71950" y="98151"/>
                    </a:lnTo>
                    <a:lnTo>
                      <a:pt x="71950" y="129072"/>
                    </a:lnTo>
                    <a:close/>
                    <a:moveTo>
                      <a:pt x="56075" y="83682"/>
                    </a:moveTo>
                    <a:lnTo>
                      <a:pt x="56075" y="25407"/>
                    </a:lnTo>
                    <a:lnTo>
                      <a:pt x="15593" y="8368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ihandform: Form 732">
                <a:extLst>
                  <a:ext uri="{FF2B5EF4-FFF2-40B4-BE49-F238E27FC236}">
                    <a16:creationId xmlns:a16="http://schemas.microsoft.com/office/drawing/2014/main" id="{E0021C9C-A266-23D1-76DB-EBE5CEB1113B}"/>
                  </a:ext>
                </a:extLst>
              </p:cNvPr>
              <p:cNvSpPr/>
              <p:nvPr/>
            </p:nvSpPr>
            <p:spPr>
              <a:xfrm>
                <a:off x="7920196" y="5507794"/>
                <a:ext cx="83740" cy="127450"/>
              </a:xfrm>
              <a:custGeom>
                <a:avLst/>
                <a:gdLst>
                  <a:gd name="csX0" fmla="*/ 123 w 83740"/>
                  <a:gd name="csY0" fmla="*/ 15298 h 127450"/>
                  <a:gd name="csX1" fmla="*/ 123 w 83740"/>
                  <a:gd name="csY1" fmla="*/ 36 h 127450"/>
                  <a:gd name="csX2" fmla="*/ 83864 w 83740"/>
                  <a:gd name="csY2" fmla="*/ 36 h 127450"/>
                  <a:gd name="csX3" fmla="*/ 83864 w 83740"/>
                  <a:gd name="csY3" fmla="*/ 12325 h 127450"/>
                  <a:gd name="csX4" fmla="*/ 59258 w 83740"/>
                  <a:gd name="csY4" fmla="*/ 47210 h 127450"/>
                  <a:gd name="csX5" fmla="*/ 40604 w 83740"/>
                  <a:gd name="csY5" fmla="*/ 92006 h 127450"/>
                  <a:gd name="csX6" fmla="*/ 34453 w 83740"/>
                  <a:gd name="csY6" fmla="*/ 127486 h 127450"/>
                  <a:gd name="csX7" fmla="*/ 18181 w 83740"/>
                  <a:gd name="csY7" fmla="*/ 127486 h 127450"/>
                  <a:gd name="csX8" fmla="*/ 24134 w 83740"/>
                  <a:gd name="csY8" fmla="*/ 90619 h 127450"/>
                  <a:gd name="csX9" fmla="*/ 40604 w 83740"/>
                  <a:gd name="csY9" fmla="*/ 48994 h 127450"/>
                  <a:gd name="csX10" fmla="*/ 63425 w 83740"/>
                  <a:gd name="csY10" fmla="*/ 15298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123" y="15298"/>
                    </a:moveTo>
                    <a:lnTo>
                      <a:pt x="123" y="36"/>
                    </a:lnTo>
                    <a:lnTo>
                      <a:pt x="83864" y="36"/>
                    </a:lnTo>
                    <a:lnTo>
                      <a:pt x="83864" y="12325"/>
                    </a:lnTo>
                    <a:cubicBezTo>
                      <a:pt x="75629" y="21047"/>
                      <a:pt x="67443" y="32691"/>
                      <a:pt x="59258" y="47210"/>
                    </a:cubicBezTo>
                    <a:cubicBezTo>
                      <a:pt x="51171" y="61779"/>
                      <a:pt x="44970" y="76695"/>
                      <a:pt x="40604" y="92006"/>
                    </a:cubicBezTo>
                    <a:cubicBezTo>
                      <a:pt x="37429" y="102859"/>
                      <a:pt x="35346" y="114702"/>
                      <a:pt x="34453" y="127486"/>
                    </a:cubicBezTo>
                    <a:lnTo>
                      <a:pt x="18181" y="127486"/>
                    </a:lnTo>
                    <a:cubicBezTo>
                      <a:pt x="18429" y="117328"/>
                      <a:pt x="20413" y="105039"/>
                      <a:pt x="24134" y="90619"/>
                    </a:cubicBezTo>
                    <a:cubicBezTo>
                      <a:pt x="27954" y="76249"/>
                      <a:pt x="33461" y="62374"/>
                      <a:pt x="40604" y="48994"/>
                    </a:cubicBezTo>
                    <a:cubicBezTo>
                      <a:pt x="47748" y="35665"/>
                      <a:pt x="55338" y="24416"/>
                      <a:pt x="63425" y="152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34" name="Grafik 637">
              <a:extLst>
                <a:ext uri="{FF2B5EF4-FFF2-40B4-BE49-F238E27FC236}">
                  <a16:creationId xmlns:a16="http://schemas.microsoft.com/office/drawing/2014/main" id="{6C25FEE8-F14F-F87A-A40E-404CD16FD877}"/>
                </a:ext>
              </a:extLst>
            </p:cNvPr>
            <p:cNvGrpSpPr/>
            <p:nvPr/>
          </p:nvGrpSpPr>
          <p:grpSpPr>
            <a:xfrm>
              <a:off x="8165852" y="5505614"/>
              <a:ext cx="335895" cy="132009"/>
              <a:chOff x="8165852" y="5505614"/>
              <a:chExt cx="335895" cy="132009"/>
            </a:xfrm>
            <a:solidFill>
              <a:srgbClr val="000000"/>
            </a:solidFill>
          </p:grpSpPr>
          <p:sp>
            <p:nvSpPr>
              <p:cNvPr id="735" name="Freihandform: Form 734">
                <a:extLst>
                  <a:ext uri="{FF2B5EF4-FFF2-40B4-BE49-F238E27FC236}">
                    <a16:creationId xmlns:a16="http://schemas.microsoft.com/office/drawing/2014/main" id="{B5906038-3743-8EC1-7F7F-3EA55105130A}"/>
                  </a:ext>
                </a:extLst>
              </p:cNvPr>
              <p:cNvSpPr/>
              <p:nvPr/>
            </p:nvSpPr>
            <p:spPr>
              <a:xfrm>
                <a:off x="8165852" y="5505614"/>
                <a:ext cx="84335" cy="131810"/>
              </a:xfrm>
              <a:custGeom>
                <a:avLst/>
                <a:gdLst>
                  <a:gd name="csX0" fmla="*/ 143 w 84335"/>
                  <a:gd name="csY0" fmla="*/ 66041 h 131810"/>
                  <a:gd name="csX1" fmla="*/ 4707 w 84335"/>
                  <a:gd name="csY1" fmla="*/ 29173 h 131810"/>
                  <a:gd name="csX2" fmla="*/ 18796 w 84335"/>
                  <a:gd name="csY2" fmla="*/ 7568 h 131810"/>
                  <a:gd name="csX3" fmla="*/ 42211 w 84335"/>
                  <a:gd name="csY3" fmla="*/ 36 h 131810"/>
                  <a:gd name="csX4" fmla="*/ 60468 w 84335"/>
                  <a:gd name="csY4" fmla="*/ 4198 h 131810"/>
                  <a:gd name="csX5" fmla="*/ 73366 w 84335"/>
                  <a:gd name="csY5" fmla="*/ 16289 h 131810"/>
                  <a:gd name="csX6" fmla="*/ 81502 w 84335"/>
                  <a:gd name="csY6" fmla="*/ 35516 h 131810"/>
                  <a:gd name="csX7" fmla="*/ 84479 w 84335"/>
                  <a:gd name="csY7" fmla="*/ 66041 h 131810"/>
                  <a:gd name="csX8" fmla="*/ 79716 w 84335"/>
                  <a:gd name="csY8" fmla="*/ 102710 h 131810"/>
                  <a:gd name="csX9" fmla="*/ 65627 w 84335"/>
                  <a:gd name="csY9" fmla="*/ 124315 h 131810"/>
                  <a:gd name="csX10" fmla="*/ 42211 w 84335"/>
                  <a:gd name="csY10" fmla="*/ 131847 h 131810"/>
                  <a:gd name="csX11" fmla="*/ 12843 w 84335"/>
                  <a:gd name="csY11" fmla="*/ 118567 h 131810"/>
                  <a:gd name="csX12" fmla="*/ 143 w 84335"/>
                  <a:gd name="csY12" fmla="*/ 66041 h 131810"/>
                  <a:gd name="csX13" fmla="*/ 16415 w 84335"/>
                  <a:gd name="csY13" fmla="*/ 66041 h 131810"/>
                  <a:gd name="csX14" fmla="*/ 23757 w 84335"/>
                  <a:gd name="csY14" fmla="*/ 108260 h 131810"/>
                  <a:gd name="csX15" fmla="*/ 42211 w 84335"/>
                  <a:gd name="csY15" fmla="*/ 118765 h 131810"/>
                  <a:gd name="csX16" fmla="*/ 60468 w 84335"/>
                  <a:gd name="csY16" fmla="*/ 108260 h 131810"/>
                  <a:gd name="csX17" fmla="*/ 68008 w 84335"/>
                  <a:gd name="csY17" fmla="*/ 66041 h 131810"/>
                  <a:gd name="csX18" fmla="*/ 60468 w 84335"/>
                  <a:gd name="csY18" fmla="*/ 23623 h 131810"/>
                  <a:gd name="csX19" fmla="*/ 42013 w 84335"/>
                  <a:gd name="csY19" fmla="*/ 13118 h 131810"/>
                  <a:gd name="csX20" fmla="*/ 24550 w 84335"/>
                  <a:gd name="csY20" fmla="*/ 22434 h 131810"/>
                  <a:gd name="csX21" fmla="*/ 16415 w 84335"/>
                  <a:gd name="csY21" fmla="*/ 66041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43" y="66041"/>
                    </a:moveTo>
                    <a:cubicBezTo>
                      <a:pt x="143" y="50729"/>
                      <a:pt x="1631" y="38440"/>
                      <a:pt x="4707" y="29173"/>
                    </a:cubicBezTo>
                    <a:cubicBezTo>
                      <a:pt x="7882" y="19808"/>
                      <a:pt x="12545" y="12623"/>
                      <a:pt x="18796" y="7568"/>
                    </a:cubicBezTo>
                    <a:cubicBezTo>
                      <a:pt x="24997" y="2563"/>
                      <a:pt x="32786" y="36"/>
                      <a:pt x="42211" y="36"/>
                    </a:cubicBezTo>
                    <a:cubicBezTo>
                      <a:pt x="49206" y="36"/>
                      <a:pt x="55308" y="1424"/>
                      <a:pt x="60468" y="4198"/>
                    </a:cubicBezTo>
                    <a:cubicBezTo>
                      <a:pt x="65726" y="6973"/>
                      <a:pt x="70042" y="11037"/>
                      <a:pt x="73366" y="16289"/>
                    </a:cubicBezTo>
                    <a:cubicBezTo>
                      <a:pt x="76789" y="21592"/>
                      <a:pt x="79518" y="27984"/>
                      <a:pt x="81502" y="35516"/>
                    </a:cubicBezTo>
                    <a:cubicBezTo>
                      <a:pt x="83486" y="43048"/>
                      <a:pt x="84479" y="53256"/>
                      <a:pt x="84479" y="66041"/>
                    </a:cubicBezTo>
                    <a:cubicBezTo>
                      <a:pt x="84479" y="81105"/>
                      <a:pt x="82891" y="93344"/>
                      <a:pt x="79716" y="102710"/>
                    </a:cubicBezTo>
                    <a:cubicBezTo>
                      <a:pt x="76541" y="111976"/>
                      <a:pt x="71828" y="119161"/>
                      <a:pt x="65627" y="124315"/>
                    </a:cubicBezTo>
                    <a:cubicBezTo>
                      <a:pt x="59525" y="129369"/>
                      <a:pt x="51736" y="131847"/>
                      <a:pt x="42211" y="131847"/>
                    </a:cubicBezTo>
                    <a:cubicBezTo>
                      <a:pt x="29759" y="131847"/>
                      <a:pt x="19986" y="127437"/>
                      <a:pt x="12843" y="118567"/>
                    </a:cubicBezTo>
                    <a:cubicBezTo>
                      <a:pt x="4359" y="107764"/>
                      <a:pt x="143" y="90223"/>
                      <a:pt x="143" y="66041"/>
                    </a:cubicBezTo>
                    <a:close/>
                    <a:moveTo>
                      <a:pt x="16415" y="66041"/>
                    </a:moveTo>
                    <a:cubicBezTo>
                      <a:pt x="16415" y="87200"/>
                      <a:pt x="18845" y="101273"/>
                      <a:pt x="23757" y="108260"/>
                    </a:cubicBezTo>
                    <a:cubicBezTo>
                      <a:pt x="28767" y="115296"/>
                      <a:pt x="34919" y="118765"/>
                      <a:pt x="42211" y="118765"/>
                    </a:cubicBezTo>
                    <a:cubicBezTo>
                      <a:pt x="49454" y="118765"/>
                      <a:pt x="55556" y="115296"/>
                      <a:pt x="60468" y="108260"/>
                    </a:cubicBezTo>
                    <a:cubicBezTo>
                      <a:pt x="65478" y="101273"/>
                      <a:pt x="68008" y="87200"/>
                      <a:pt x="68008" y="66041"/>
                    </a:cubicBezTo>
                    <a:cubicBezTo>
                      <a:pt x="68008" y="44782"/>
                      <a:pt x="65478" y="30660"/>
                      <a:pt x="60468" y="23623"/>
                    </a:cubicBezTo>
                    <a:cubicBezTo>
                      <a:pt x="55556" y="16636"/>
                      <a:pt x="49405" y="13118"/>
                      <a:pt x="42013" y="13118"/>
                    </a:cubicBezTo>
                    <a:cubicBezTo>
                      <a:pt x="34720" y="13118"/>
                      <a:pt x="28916" y="16240"/>
                      <a:pt x="24550" y="22434"/>
                    </a:cubicBezTo>
                    <a:cubicBezTo>
                      <a:pt x="19093" y="30263"/>
                      <a:pt x="16415" y="44782"/>
                      <a:pt x="16415" y="660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Freihandform: Form 735">
                <a:extLst>
                  <a:ext uri="{FF2B5EF4-FFF2-40B4-BE49-F238E27FC236}">
                    <a16:creationId xmlns:a16="http://schemas.microsoft.com/office/drawing/2014/main" id="{CE43F8D2-3A46-972E-A1EB-72F18E8B802F}"/>
                  </a:ext>
                </a:extLst>
              </p:cNvPr>
              <p:cNvSpPr/>
              <p:nvPr/>
            </p:nvSpPr>
            <p:spPr>
              <a:xfrm>
                <a:off x="8275265" y="5617207"/>
                <a:ext cx="18057" cy="18037"/>
              </a:xfrm>
              <a:custGeom>
                <a:avLst/>
                <a:gdLst>
                  <a:gd name="csX0" fmla="*/ 151 w 18057"/>
                  <a:gd name="csY0" fmla="*/ 18073 h 18037"/>
                  <a:gd name="csX1" fmla="*/ 151 w 18057"/>
                  <a:gd name="csY1" fmla="*/ 36 h 18037"/>
                  <a:gd name="csX2" fmla="*/ 18208 w 18057"/>
                  <a:gd name="csY2" fmla="*/ 36 h 18037"/>
                  <a:gd name="csX3" fmla="*/ 18208 w 18057"/>
                  <a:gd name="csY3" fmla="*/ 1807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51" y="18073"/>
                    </a:moveTo>
                    <a:lnTo>
                      <a:pt x="151" y="36"/>
                    </a:lnTo>
                    <a:lnTo>
                      <a:pt x="18208" y="36"/>
                    </a:lnTo>
                    <a:lnTo>
                      <a:pt x="18208" y="1807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Freihandform: Form 736">
                <a:extLst>
                  <a:ext uri="{FF2B5EF4-FFF2-40B4-BE49-F238E27FC236}">
                    <a16:creationId xmlns:a16="http://schemas.microsoft.com/office/drawing/2014/main" id="{628476E1-B7FA-3949-C2D0-87E23BF4B699}"/>
                  </a:ext>
                </a:extLst>
              </p:cNvPr>
              <p:cNvSpPr/>
              <p:nvPr/>
            </p:nvSpPr>
            <p:spPr>
              <a:xfrm>
                <a:off x="8317525" y="5507794"/>
                <a:ext cx="83740" cy="127450"/>
              </a:xfrm>
              <a:custGeom>
                <a:avLst/>
                <a:gdLst>
                  <a:gd name="csX0" fmla="*/ 155 w 83740"/>
                  <a:gd name="csY0" fmla="*/ 15298 h 127450"/>
                  <a:gd name="csX1" fmla="*/ 155 w 83740"/>
                  <a:gd name="csY1" fmla="*/ 36 h 127450"/>
                  <a:gd name="csX2" fmla="*/ 83895 w 83740"/>
                  <a:gd name="csY2" fmla="*/ 36 h 127450"/>
                  <a:gd name="csX3" fmla="*/ 83895 w 83740"/>
                  <a:gd name="csY3" fmla="*/ 12325 h 127450"/>
                  <a:gd name="csX4" fmla="*/ 59289 w 83740"/>
                  <a:gd name="csY4" fmla="*/ 47210 h 127450"/>
                  <a:gd name="csX5" fmla="*/ 40636 w 83740"/>
                  <a:gd name="csY5" fmla="*/ 92006 h 127450"/>
                  <a:gd name="csX6" fmla="*/ 34484 w 83740"/>
                  <a:gd name="csY6" fmla="*/ 127486 h 127450"/>
                  <a:gd name="csX7" fmla="*/ 18212 w 83740"/>
                  <a:gd name="csY7" fmla="*/ 127486 h 127450"/>
                  <a:gd name="csX8" fmla="*/ 24165 w 83740"/>
                  <a:gd name="csY8" fmla="*/ 90619 h 127450"/>
                  <a:gd name="csX9" fmla="*/ 40636 w 83740"/>
                  <a:gd name="csY9" fmla="*/ 48994 h 127450"/>
                  <a:gd name="csX10" fmla="*/ 63456 w 83740"/>
                  <a:gd name="csY10" fmla="*/ 15298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155" y="15298"/>
                    </a:moveTo>
                    <a:lnTo>
                      <a:pt x="155" y="36"/>
                    </a:lnTo>
                    <a:lnTo>
                      <a:pt x="83895" y="36"/>
                    </a:lnTo>
                    <a:lnTo>
                      <a:pt x="83895" y="12325"/>
                    </a:lnTo>
                    <a:cubicBezTo>
                      <a:pt x="75660" y="21047"/>
                      <a:pt x="67474" y="32691"/>
                      <a:pt x="59289" y="47210"/>
                    </a:cubicBezTo>
                    <a:cubicBezTo>
                      <a:pt x="51203" y="61779"/>
                      <a:pt x="45001" y="76695"/>
                      <a:pt x="40636" y="92006"/>
                    </a:cubicBezTo>
                    <a:cubicBezTo>
                      <a:pt x="37461" y="102859"/>
                      <a:pt x="35377" y="114702"/>
                      <a:pt x="34484" y="127486"/>
                    </a:cubicBezTo>
                    <a:lnTo>
                      <a:pt x="18212" y="127486"/>
                    </a:lnTo>
                    <a:cubicBezTo>
                      <a:pt x="18460" y="117328"/>
                      <a:pt x="20445" y="105039"/>
                      <a:pt x="24165" y="90619"/>
                    </a:cubicBezTo>
                    <a:cubicBezTo>
                      <a:pt x="27985" y="76249"/>
                      <a:pt x="33492" y="62374"/>
                      <a:pt x="40636" y="48994"/>
                    </a:cubicBezTo>
                    <a:cubicBezTo>
                      <a:pt x="47780" y="35665"/>
                      <a:pt x="55370" y="24416"/>
                      <a:pt x="63456" y="152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ihandform: Form 737">
                <a:extLst>
                  <a:ext uri="{FF2B5EF4-FFF2-40B4-BE49-F238E27FC236}">
                    <a16:creationId xmlns:a16="http://schemas.microsoft.com/office/drawing/2014/main" id="{45F74E99-390F-B565-E174-10AE4680AB02}"/>
                  </a:ext>
                </a:extLst>
              </p:cNvPr>
              <p:cNvSpPr/>
              <p:nvPr/>
            </p:nvSpPr>
            <p:spPr>
              <a:xfrm>
                <a:off x="8417015" y="5505614"/>
                <a:ext cx="84732" cy="132009"/>
              </a:xfrm>
              <a:custGeom>
                <a:avLst/>
                <a:gdLst>
                  <a:gd name="csX0" fmla="*/ 162 w 84732"/>
                  <a:gd name="csY0" fmla="*/ 95574 h 132009"/>
                  <a:gd name="csX1" fmla="*/ 16037 w 84732"/>
                  <a:gd name="csY1" fmla="*/ 93394 h 132009"/>
                  <a:gd name="csX2" fmla="*/ 25364 w 84732"/>
                  <a:gd name="csY2" fmla="*/ 112819 h 132009"/>
                  <a:gd name="csX3" fmla="*/ 41437 w 84732"/>
                  <a:gd name="csY3" fmla="*/ 118765 h 132009"/>
                  <a:gd name="csX4" fmla="*/ 60289 w 84732"/>
                  <a:gd name="csY4" fmla="*/ 111035 h 132009"/>
                  <a:gd name="csX5" fmla="*/ 68028 w 84732"/>
                  <a:gd name="csY5" fmla="*/ 91808 h 132009"/>
                  <a:gd name="csX6" fmla="*/ 60884 w 84732"/>
                  <a:gd name="csY6" fmla="*/ 73969 h 132009"/>
                  <a:gd name="csX7" fmla="*/ 42628 w 84732"/>
                  <a:gd name="csY7" fmla="*/ 66833 h 132009"/>
                  <a:gd name="csX8" fmla="*/ 31516 w 84732"/>
                  <a:gd name="csY8" fmla="*/ 68617 h 132009"/>
                  <a:gd name="csX9" fmla="*/ 33301 w 84732"/>
                  <a:gd name="csY9" fmla="*/ 54544 h 132009"/>
                  <a:gd name="csX10" fmla="*/ 35881 w 84732"/>
                  <a:gd name="csY10" fmla="*/ 54743 h 132009"/>
                  <a:gd name="csX11" fmla="*/ 54137 w 84732"/>
                  <a:gd name="csY11" fmla="*/ 49589 h 132009"/>
                  <a:gd name="csX12" fmla="*/ 62273 w 84732"/>
                  <a:gd name="csY12" fmla="*/ 33137 h 132009"/>
                  <a:gd name="csX13" fmla="*/ 56320 w 84732"/>
                  <a:gd name="csY13" fmla="*/ 18866 h 132009"/>
                  <a:gd name="csX14" fmla="*/ 41041 w 84732"/>
                  <a:gd name="csY14" fmla="*/ 13118 h 132009"/>
                  <a:gd name="csX15" fmla="*/ 25562 w 84732"/>
                  <a:gd name="csY15" fmla="*/ 18866 h 132009"/>
                  <a:gd name="csX16" fmla="*/ 17625 w 84732"/>
                  <a:gd name="csY16" fmla="*/ 36309 h 132009"/>
                  <a:gd name="csX17" fmla="*/ 1750 w 84732"/>
                  <a:gd name="csY17" fmla="*/ 33534 h 132009"/>
                  <a:gd name="csX18" fmla="*/ 15045 w 84732"/>
                  <a:gd name="csY18" fmla="*/ 8757 h 132009"/>
                  <a:gd name="csX19" fmla="*/ 40644 w 84732"/>
                  <a:gd name="csY19" fmla="*/ 36 h 132009"/>
                  <a:gd name="csX20" fmla="*/ 60091 w 84732"/>
                  <a:gd name="csY20" fmla="*/ 4595 h 132009"/>
                  <a:gd name="csX21" fmla="*/ 73783 w 84732"/>
                  <a:gd name="csY21" fmla="*/ 17082 h 132009"/>
                  <a:gd name="csX22" fmla="*/ 78545 w 84732"/>
                  <a:gd name="csY22" fmla="*/ 33534 h 132009"/>
                  <a:gd name="csX23" fmla="*/ 73981 w 84732"/>
                  <a:gd name="csY23" fmla="*/ 48796 h 132009"/>
                  <a:gd name="csX24" fmla="*/ 60686 w 84732"/>
                  <a:gd name="csY24" fmla="*/ 59698 h 132009"/>
                  <a:gd name="csX25" fmla="*/ 78545 w 84732"/>
                  <a:gd name="csY25" fmla="*/ 70798 h 132009"/>
                  <a:gd name="csX26" fmla="*/ 84895 w 84732"/>
                  <a:gd name="csY26" fmla="*/ 91610 h 132009"/>
                  <a:gd name="csX27" fmla="*/ 72394 w 84732"/>
                  <a:gd name="csY27" fmla="*/ 120351 h 132009"/>
                  <a:gd name="csX28" fmla="*/ 41239 w 84732"/>
                  <a:gd name="csY28" fmla="*/ 132045 h 132009"/>
                  <a:gd name="csX29" fmla="*/ 13061 w 84732"/>
                  <a:gd name="csY29" fmla="*/ 121936 h 132009"/>
                  <a:gd name="csX30" fmla="*/ 162 w 84732"/>
                  <a:gd name="csY30" fmla="*/ 95574 h 132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84732" h="132009">
                    <a:moveTo>
                      <a:pt x="162" y="95574"/>
                    </a:moveTo>
                    <a:lnTo>
                      <a:pt x="16037" y="93394"/>
                    </a:lnTo>
                    <a:cubicBezTo>
                      <a:pt x="17873" y="102413"/>
                      <a:pt x="20998" y="108854"/>
                      <a:pt x="25364" y="112819"/>
                    </a:cubicBezTo>
                    <a:cubicBezTo>
                      <a:pt x="29730" y="116783"/>
                      <a:pt x="35087" y="118765"/>
                      <a:pt x="41437" y="118765"/>
                    </a:cubicBezTo>
                    <a:cubicBezTo>
                      <a:pt x="48829" y="118765"/>
                      <a:pt x="55130" y="116188"/>
                      <a:pt x="60289" y="111035"/>
                    </a:cubicBezTo>
                    <a:cubicBezTo>
                      <a:pt x="65448" y="105881"/>
                      <a:pt x="68028" y="99489"/>
                      <a:pt x="68028" y="91808"/>
                    </a:cubicBezTo>
                    <a:cubicBezTo>
                      <a:pt x="68028" y="84573"/>
                      <a:pt x="65647" y="78627"/>
                      <a:pt x="60884" y="73969"/>
                    </a:cubicBezTo>
                    <a:cubicBezTo>
                      <a:pt x="56122" y="69212"/>
                      <a:pt x="50020" y="66833"/>
                      <a:pt x="42628" y="66833"/>
                    </a:cubicBezTo>
                    <a:cubicBezTo>
                      <a:pt x="39701" y="66833"/>
                      <a:pt x="35980" y="67428"/>
                      <a:pt x="31516" y="68617"/>
                    </a:cubicBezTo>
                    <a:lnTo>
                      <a:pt x="33301" y="54544"/>
                    </a:lnTo>
                    <a:cubicBezTo>
                      <a:pt x="34343" y="54693"/>
                      <a:pt x="35187" y="54743"/>
                      <a:pt x="35881" y="54743"/>
                    </a:cubicBezTo>
                    <a:cubicBezTo>
                      <a:pt x="42628" y="54743"/>
                      <a:pt x="48680" y="53058"/>
                      <a:pt x="54137" y="49589"/>
                    </a:cubicBezTo>
                    <a:cubicBezTo>
                      <a:pt x="59545" y="46021"/>
                      <a:pt x="62273" y="40570"/>
                      <a:pt x="62273" y="33137"/>
                    </a:cubicBezTo>
                    <a:cubicBezTo>
                      <a:pt x="62273" y="27340"/>
                      <a:pt x="60289" y="22583"/>
                      <a:pt x="56320" y="18866"/>
                    </a:cubicBezTo>
                    <a:cubicBezTo>
                      <a:pt x="52351" y="15051"/>
                      <a:pt x="47242" y="13118"/>
                      <a:pt x="41041" y="13118"/>
                    </a:cubicBezTo>
                    <a:cubicBezTo>
                      <a:pt x="34790" y="13118"/>
                      <a:pt x="29630" y="15051"/>
                      <a:pt x="25562" y="18866"/>
                    </a:cubicBezTo>
                    <a:cubicBezTo>
                      <a:pt x="21445" y="22731"/>
                      <a:pt x="18816" y="28529"/>
                      <a:pt x="17625" y="36309"/>
                    </a:cubicBezTo>
                    <a:lnTo>
                      <a:pt x="1750" y="33534"/>
                    </a:lnTo>
                    <a:cubicBezTo>
                      <a:pt x="3734" y="22830"/>
                      <a:pt x="8150" y="14605"/>
                      <a:pt x="15045" y="8757"/>
                    </a:cubicBezTo>
                    <a:cubicBezTo>
                      <a:pt x="21891" y="2960"/>
                      <a:pt x="30424" y="36"/>
                      <a:pt x="40644" y="36"/>
                    </a:cubicBezTo>
                    <a:cubicBezTo>
                      <a:pt x="47639" y="36"/>
                      <a:pt x="54137" y="1572"/>
                      <a:pt x="60091" y="4595"/>
                    </a:cubicBezTo>
                    <a:cubicBezTo>
                      <a:pt x="66044" y="7667"/>
                      <a:pt x="70608" y="11830"/>
                      <a:pt x="73783" y="17082"/>
                    </a:cubicBezTo>
                    <a:cubicBezTo>
                      <a:pt x="76958" y="22236"/>
                      <a:pt x="78545" y="27736"/>
                      <a:pt x="78545" y="33534"/>
                    </a:cubicBezTo>
                    <a:cubicBezTo>
                      <a:pt x="78545" y="39084"/>
                      <a:pt x="77007" y="44188"/>
                      <a:pt x="73981" y="48796"/>
                    </a:cubicBezTo>
                    <a:cubicBezTo>
                      <a:pt x="70905" y="53454"/>
                      <a:pt x="66490" y="57072"/>
                      <a:pt x="60686" y="59698"/>
                    </a:cubicBezTo>
                    <a:cubicBezTo>
                      <a:pt x="68326" y="61581"/>
                      <a:pt x="74279" y="65248"/>
                      <a:pt x="78545" y="70798"/>
                    </a:cubicBezTo>
                    <a:cubicBezTo>
                      <a:pt x="82762" y="76348"/>
                      <a:pt x="84895" y="83285"/>
                      <a:pt x="84895" y="91610"/>
                    </a:cubicBezTo>
                    <a:cubicBezTo>
                      <a:pt x="84895" y="102859"/>
                      <a:pt x="80728" y="112422"/>
                      <a:pt x="72394" y="120351"/>
                    </a:cubicBezTo>
                    <a:cubicBezTo>
                      <a:pt x="64159" y="128180"/>
                      <a:pt x="53790" y="132045"/>
                      <a:pt x="41239" y="132045"/>
                    </a:cubicBezTo>
                    <a:cubicBezTo>
                      <a:pt x="29978" y="132045"/>
                      <a:pt x="20601" y="128676"/>
                      <a:pt x="13061" y="121936"/>
                    </a:cubicBezTo>
                    <a:cubicBezTo>
                      <a:pt x="5520" y="115098"/>
                      <a:pt x="1204" y="106278"/>
                      <a:pt x="162" y="955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39" name="Grafik 637">
              <a:extLst>
                <a:ext uri="{FF2B5EF4-FFF2-40B4-BE49-F238E27FC236}">
                  <a16:creationId xmlns:a16="http://schemas.microsoft.com/office/drawing/2014/main" id="{95864379-8A01-88A9-5651-682E8E1A179F}"/>
                </a:ext>
              </a:extLst>
            </p:cNvPr>
            <p:cNvGrpSpPr/>
            <p:nvPr/>
          </p:nvGrpSpPr>
          <p:grpSpPr>
            <a:xfrm>
              <a:off x="8663664" y="5505614"/>
              <a:ext cx="336094" cy="131810"/>
              <a:chOff x="8663664" y="5505614"/>
              <a:chExt cx="336094" cy="131810"/>
            </a:xfrm>
            <a:solidFill>
              <a:srgbClr val="000000"/>
            </a:solidFill>
          </p:grpSpPr>
          <p:sp>
            <p:nvSpPr>
              <p:cNvPr id="740" name="Freihandform: Form 739">
                <a:extLst>
                  <a:ext uri="{FF2B5EF4-FFF2-40B4-BE49-F238E27FC236}">
                    <a16:creationId xmlns:a16="http://schemas.microsoft.com/office/drawing/2014/main" id="{56ACCAE1-75C2-C4B9-D046-6C373FD358FB}"/>
                  </a:ext>
                </a:extLst>
              </p:cNvPr>
              <p:cNvSpPr/>
              <p:nvPr/>
            </p:nvSpPr>
            <p:spPr>
              <a:xfrm>
                <a:off x="8663664" y="5505614"/>
                <a:ext cx="84335" cy="131810"/>
              </a:xfrm>
              <a:custGeom>
                <a:avLst/>
                <a:gdLst>
                  <a:gd name="csX0" fmla="*/ 182 w 84335"/>
                  <a:gd name="csY0" fmla="*/ 66041 h 131810"/>
                  <a:gd name="csX1" fmla="*/ 4746 w 84335"/>
                  <a:gd name="csY1" fmla="*/ 29173 h 131810"/>
                  <a:gd name="csX2" fmla="*/ 18835 w 84335"/>
                  <a:gd name="csY2" fmla="*/ 7568 h 131810"/>
                  <a:gd name="csX3" fmla="*/ 42251 w 84335"/>
                  <a:gd name="csY3" fmla="*/ 36 h 131810"/>
                  <a:gd name="csX4" fmla="*/ 60507 w 84335"/>
                  <a:gd name="csY4" fmla="*/ 4198 h 131810"/>
                  <a:gd name="csX5" fmla="*/ 73405 w 84335"/>
                  <a:gd name="csY5" fmla="*/ 16289 h 131810"/>
                  <a:gd name="csX6" fmla="*/ 81541 w 84335"/>
                  <a:gd name="csY6" fmla="*/ 35516 h 131810"/>
                  <a:gd name="csX7" fmla="*/ 84518 w 84335"/>
                  <a:gd name="csY7" fmla="*/ 66041 h 131810"/>
                  <a:gd name="csX8" fmla="*/ 79755 w 84335"/>
                  <a:gd name="csY8" fmla="*/ 102710 h 131810"/>
                  <a:gd name="csX9" fmla="*/ 65666 w 84335"/>
                  <a:gd name="csY9" fmla="*/ 124315 h 131810"/>
                  <a:gd name="csX10" fmla="*/ 42251 w 84335"/>
                  <a:gd name="csY10" fmla="*/ 131847 h 131810"/>
                  <a:gd name="csX11" fmla="*/ 12882 w 84335"/>
                  <a:gd name="csY11" fmla="*/ 118567 h 131810"/>
                  <a:gd name="csX12" fmla="*/ 182 w 84335"/>
                  <a:gd name="csY12" fmla="*/ 66041 h 131810"/>
                  <a:gd name="csX13" fmla="*/ 16454 w 84335"/>
                  <a:gd name="csY13" fmla="*/ 66041 h 131810"/>
                  <a:gd name="csX14" fmla="*/ 23796 w 84335"/>
                  <a:gd name="csY14" fmla="*/ 108260 h 131810"/>
                  <a:gd name="csX15" fmla="*/ 42251 w 84335"/>
                  <a:gd name="csY15" fmla="*/ 118765 h 131810"/>
                  <a:gd name="csX16" fmla="*/ 60507 w 84335"/>
                  <a:gd name="csY16" fmla="*/ 108260 h 131810"/>
                  <a:gd name="csX17" fmla="*/ 68047 w 84335"/>
                  <a:gd name="csY17" fmla="*/ 66041 h 131810"/>
                  <a:gd name="csX18" fmla="*/ 60507 w 84335"/>
                  <a:gd name="csY18" fmla="*/ 23623 h 131810"/>
                  <a:gd name="csX19" fmla="*/ 42052 w 84335"/>
                  <a:gd name="csY19" fmla="*/ 13118 h 131810"/>
                  <a:gd name="csX20" fmla="*/ 24590 w 84335"/>
                  <a:gd name="csY20" fmla="*/ 22434 h 131810"/>
                  <a:gd name="csX21" fmla="*/ 16454 w 84335"/>
                  <a:gd name="csY21" fmla="*/ 66041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82" y="66041"/>
                    </a:moveTo>
                    <a:cubicBezTo>
                      <a:pt x="182" y="50729"/>
                      <a:pt x="1670" y="38440"/>
                      <a:pt x="4746" y="29173"/>
                    </a:cubicBezTo>
                    <a:cubicBezTo>
                      <a:pt x="7921" y="19808"/>
                      <a:pt x="12584" y="12623"/>
                      <a:pt x="18835" y="7568"/>
                    </a:cubicBezTo>
                    <a:cubicBezTo>
                      <a:pt x="25036" y="2563"/>
                      <a:pt x="32825" y="36"/>
                      <a:pt x="42251" y="36"/>
                    </a:cubicBezTo>
                    <a:cubicBezTo>
                      <a:pt x="49246" y="36"/>
                      <a:pt x="55347" y="1424"/>
                      <a:pt x="60507" y="4198"/>
                    </a:cubicBezTo>
                    <a:cubicBezTo>
                      <a:pt x="65765" y="6973"/>
                      <a:pt x="70081" y="11037"/>
                      <a:pt x="73405" y="16289"/>
                    </a:cubicBezTo>
                    <a:cubicBezTo>
                      <a:pt x="76828" y="21592"/>
                      <a:pt x="79557" y="27984"/>
                      <a:pt x="81541" y="35516"/>
                    </a:cubicBezTo>
                    <a:cubicBezTo>
                      <a:pt x="83526" y="43048"/>
                      <a:pt x="84518" y="53256"/>
                      <a:pt x="84518" y="66041"/>
                    </a:cubicBezTo>
                    <a:cubicBezTo>
                      <a:pt x="84518" y="81105"/>
                      <a:pt x="82930" y="93344"/>
                      <a:pt x="79755" y="102710"/>
                    </a:cubicBezTo>
                    <a:cubicBezTo>
                      <a:pt x="76580" y="111976"/>
                      <a:pt x="71867" y="119161"/>
                      <a:pt x="65666" y="124315"/>
                    </a:cubicBezTo>
                    <a:cubicBezTo>
                      <a:pt x="59564" y="129369"/>
                      <a:pt x="51776" y="131847"/>
                      <a:pt x="42251" y="131847"/>
                    </a:cubicBezTo>
                    <a:cubicBezTo>
                      <a:pt x="29799" y="131847"/>
                      <a:pt x="20026" y="127437"/>
                      <a:pt x="12882" y="118567"/>
                    </a:cubicBezTo>
                    <a:cubicBezTo>
                      <a:pt x="4399" y="107764"/>
                      <a:pt x="182" y="90223"/>
                      <a:pt x="182" y="66041"/>
                    </a:cubicBezTo>
                    <a:close/>
                    <a:moveTo>
                      <a:pt x="16454" y="66041"/>
                    </a:moveTo>
                    <a:cubicBezTo>
                      <a:pt x="16454" y="87200"/>
                      <a:pt x="18885" y="101273"/>
                      <a:pt x="23796" y="108260"/>
                    </a:cubicBezTo>
                    <a:cubicBezTo>
                      <a:pt x="28806" y="115296"/>
                      <a:pt x="34958" y="118765"/>
                      <a:pt x="42251" y="118765"/>
                    </a:cubicBezTo>
                    <a:cubicBezTo>
                      <a:pt x="49494" y="118765"/>
                      <a:pt x="55596" y="115296"/>
                      <a:pt x="60507" y="108260"/>
                    </a:cubicBezTo>
                    <a:cubicBezTo>
                      <a:pt x="65517" y="101273"/>
                      <a:pt x="68047" y="87200"/>
                      <a:pt x="68047" y="66041"/>
                    </a:cubicBezTo>
                    <a:cubicBezTo>
                      <a:pt x="68047" y="44782"/>
                      <a:pt x="65517" y="30660"/>
                      <a:pt x="60507" y="23623"/>
                    </a:cubicBezTo>
                    <a:cubicBezTo>
                      <a:pt x="55596" y="16636"/>
                      <a:pt x="49444" y="13118"/>
                      <a:pt x="42052" y="13118"/>
                    </a:cubicBezTo>
                    <a:cubicBezTo>
                      <a:pt x="34760" y="13118"/>
                      <a:pt x="28955" y="16240"/>
                      <a:pt x="24590" y="22434"/>
                    </a:cubicBezTo>
                    <a:cubicBezTo>
                      <a:pt x="19133" y="30263"/>
                      <a:pt x="16454" y="44782"/>
                      <a:pt x="16454" y="660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1" name="Freihandform: Form 740">
                <a:extLst>
                  <a:ext uri="{FF2B5EF4-FFF2-40B4-BE49-F238E27FC236}">
                    <a16:creationId xmlns:a16="http://schemas.microsoft.com/office/drawing/2014/main" id="{0376ADA4-60A3-4DAB-3B56-4786A2C1A8EB}"/>
                  </a:ext>
                </a:extLst>
              </p:cNvPr>
              <p:cNvSpPr/>
              <p:nvPr/>
            </p:nvSpPr>
            <p:spPr>
              <a:xfrm>
                <a:off x="8773077" y="5617207"/>
                <a:ext cx="18057" cy="18037"/>
              </a:xfrm>
              <a:custGeom>
                <a:avLst/>
                <a:gdLst>
                  <a:gd name="csX0" fmla="*/ 190 w 18057"/>
                  <a:gd name="csY0" fmla="*/ 18073 h 18037"/>
                  <a:gd name="csX1" fmla="*/ 190 w 18057"/>
                  <a:gd name="csY1" fmla="*/ 36 h 18037"/>
                  <a:gd name="csX2" fmla="*/ 18248 w 18057"/>
                  <a:gd name="csY2" fmla="*/ 36 h 18037"/>
                  <a:gd name="csX3" fmla="*/ 18248 w 18057"/>
                  <a:gd name="csY3" fmla="*/ 1807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90" y="18073"/>
                    </a:moveTo>
                    <a:lnTo>
                      <a:pt x="190" y="36"/>
                    </a:lnTo>
                    <a:lnTo>
                      <a:pt x="18248" y="36"/>
                    </a:lnTo>
                    <a:lnTo>
                      <a:pt x="18248" y="1807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ihandform: Form 741">
                <a:extLst>
                  <a:ext uri="{FF2B5EF4-FFF2-40B4-BE49-F238E27FC236}">
                    <a16:creationId xmlns:a16="http://schemas.microsoft.com/office/drawing/2014/main" id="{736A66C4-48E5-AE14-26C0-27BF3BD12D2F}"/>
                  </a:ext>
                </a:extLst>
              </p:cNvPr>
              <p:cNvSpPr/>
              <p:nvPr/>
            </p:nvSpPr>
            <p:spPr>
              <a:xfrm>
                <a:off x="8813551" y="5505614"/>
                <a:ext cx="85328" cy="131810"/>
              </a:xfrm>
              <a:custGeom>
                <a:avLst/>
                <a:gdLst>
                  <a:gd name="csX0" fmla="*/ 83339 w 85328"/>
                  <a:gd name="csY0" fmla="*/ 32146 h 131810"/>
                  <a:gd name="csX1" fmla="*/ 67464 w 85328"/>
                  <a:gd name="csY1" fmla="*/ 33336 h 131810"/>
                  <a:gd name="csX2" fmla="*/ 61511 w 85328"/>
                  <a:gd name="csY2" fmla="*/ 19857 h 131810"/>
                  <a:gd name="csX3" fmla="*/ 45636 w 85328"/>
                  <a:gd name="csY3" fmla="*/ 13118 h 131810"/>
                  <a:gd name="csX4" fmla="*/ 32341 w 85328"/>
                  <a:gd name="csY4" fmla="*/ 17280 h 131810"/>
                  <a:gd name="csX5" fmla="*/ 20434 w 85328"/>
                  <a:gd name="csY5" fmla="*/ 33336 h 131810"/>
                  <a:gd name="csX6" fmla="*/ 16069 w 85328"/>
                  <a:gd name="csY6" fmla="*/ 63067 h 131810"/>
                  <a:gd name="csX7" fmla="*/ 29959 w 85328"/>
                  <a:gd name="csY7" fmla="*/ 50184 h 131810"/>
                  <a:gd name="csX8" fmla="*/ 47422 w 85328"/>
                  <a:gd name="csY8" fmla="*/ 45823 h 131810"/>
                  <a:gd name="csX9" fmla="*/ 74409 w 85328"/>
                  <a:gd name="csY9" fmla="*/ 57518 h 131810"/>
                  <a:gd name="csX10" fmla="*/ 85522 w 85328"/>
                  <a:gd name="csY10" fmla="*/ 87646 h 131810"/>
                  <a:gd name="csX11" fmla="*/ 80164 w 85328"/>
                  <a:gd name="csY11" fmla="*/ 110440 h 131810"/>
                  <a:gd name="csX12" fmla="*/ 65877 w 85328"/>
                  <a:gd name="csY12" fmla="*/ 126297 h 131810"/>
                  <a:gd name="csX13" fmla="*/ 45041 w 85328"/>
                  <a:gd name="csY13" fmla="*/ 131847 h 131810"/>
                  <a:gd name="csX14" fmla="*/ 12695 w 85328"/>
                  <a:gd name="csY14" fmla="*/ 117378 h 131810"/>
                  <a:gd name="csX15" fmla="*/ 194 w 85328"/>
                  <a:gd name="csY15" fmla="*/ 69212 h 131810"/>
                  <a:gd name="csX16" fmla="*/ 14084 w 85328"/>
                  <a:gd name="csY16" fmla="*/ 14902 h 131810"/>
                  <a:gd name="csX17" fmla="*/ 46628 w 85328"/>
                  <a:gd name="csY17" fmla="*/ 36 h 131810"/>
                  <a:gd name="csX18" fmla="*/ 71631 w 85328"/>
                  <a:gd name="csY18" fmla="*/ 8559 h 131810"/>
                  <a:gd name="csX19" fmla="*/ 83339 w 85328"/>
                  <a:gd name="csY19" fmla="*/ 32146 h 131810"/>
                  <a:gd name="csX20" fmla="*/ 18450 w 85328"/>
                  <a:gd name="csY20" fmla="*/ 87844 h 131810"/>
                  <a:gd name="csX21" fmla="*/ 21823 w 85328"/>
                  <a:gd name="csY21" fmla="*/ 103503 h 131810"/>
                  <a:gd name="csX22" fmla="*/ 31547 w 85328"/>
                  <a:gd name="csY22" fmla="*/ 114999 h 131810"/>
                  <a:gd name="csX23" fmla="*/ 44842 w 85328"/>
                  <a:gd name="csY23" fmla="*/ 118765 h 131810"/>
                  <a:gd name="csX24" fmla="*/ 62106 w 85328"/>
                  <a:gd name="csY24" fmla="*/ 110837 h 131810"/>
                  <a:gd name="csX25" fmla="*/ 69448 w 85328"/>
                  <a:gd name="csY25" fmla="*/ 88637 h 131810"/>
                  <a:gd name="csX26" fmla="*/ 62305 w 85328"/>
                  <a:gd name="csY26" fmla="*/ 67626 h 131810"/>
                  <a:gd name="csX27" fmla="*/ 44247 w 85328"/>
                  <a:gd name="csY27" fmla="*/ 59896 h 131810"/>
                  <a:gd name="csX28" fmla="*/ 25991 w 85328"/>
                  <a:gd name="csY28" fmla="*/ 67626 h 131810"/>
                  <a:gd name="csX29" fmla="*/ 18450 w 85328"/>
                  <a:gd name="csY29" fmla="*/ 87844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339" y="32146"/>
                    </a:moveTo>
                    <a:lnTo>
                      <a:pt x="67464" y="33336"/>
                    </a:lnTo>
                    <a:cubicBezTo>
                      <a:pt x="66125" y="27142"/>
                      <a:pt x="64140" y="22632"/>
                      <a:pt x="61511" y="19857"/>
                    </a:cubicBezTo>
                    <a:cubicBezTo>
                      <a:pt x="57245" y="15397"/>
                      <a:pt x="51986" y="13118"/>
                      <a:pt x="45636" y="13118"/>
                    </a:cubicBezTo>
                    <a:cubicBezTo>
                      <a:pt x="40576" y="13118"/>
                      <a:pt x="36161" y="14506"/>
                      <a:pt x="32341" y="17280"/>
                    </a:cubicBezTo>
                    <a:cubicBezTo>
                      <a:pt x="27280" y="20997"/>
                      <a:pt x="23312" y="26349"/>
                      <a:pt x="20434" y="33336"/>
                    </a:cubicBezTo>
                    <a:cubicBezTo>
                      <a:pt x="17656" y="40224"/>
                      <a:pt x="16168" y="50134"/>
                      <a:pt x="16069" y="63067"/>
                    </a:cubicBezTo>
                    <a:cubicBezTo>
                      <a:pt x="19889" y="57270"/>
                      <a:pt x="24502" y="52959"/>
                      <a:pt x="29959" y="50184"/>
                    </a:cubicBezTo>
                    <a:cubicBezTo>
                      <a:pt x="35516" y="47310"/>
                      <a:pt x="41320" y="45823"/>
                      <a:pt x="47422" y="45823"/>
                    </a:cubicBezTo>
                    <a:cubicBezTo>
                      <a:pt x="57989" y="45823"/>
                      <a:pt x="66968" y="49738"/>
                      <a:pt x="74409" y="57518"/>
                    </a:cubicBezTo>
                    <a:cubicBezTo>
                      <a:pt x="81801" y="65347"/>
                      <a:pt x="85522" y="75357"/>
                      <a:pt x="85522" y="87646"/>
                    </a:cubicBezTo>
                    <a:cubicBezTo>
                      <a:pt x="85522" y="95872"/>
                      <a:pt x="83736" y="103453"/>
                      <a:pt x="80164" y="110440"/>
                    </a:cubicBezTo>
                    <a:cubicBezTo>
                      <a:pt x="76691" y="117328"/>
                      <a:pt x="71929" y="122630"/>
                      <a:pt x="65877" y="126297"/>
                    </a:cubicBezTo>
                    <a:cubicBezTo>
                      <a:pt x="59775" y="129964"/>
                      <a:pt x="52829" y="131847"/>
                      <a:pt x="45041" y="131847"/>
                    </a:cubicBezTo>
                    <a:cubicBezTo>
                      <a:pt x="31795" y="131847"/>
                      <a:pt x="21030" y="127040"/>
                      <a:pt x="12695" y="117378"/>
                    </a:cubicBezTo>
                    <a:cubicBezTo>
                      <a:pt x="4361" y="107616"/>
                      <a:pt x="194" y="91560"/>
                      <a:pt x="194" y="69212"/>
                    </a:cubicBezTo>
                    <a:cubicBezTo>
                      <a:pt x="194" y="44237"/>
                      <a:pt x="4807" y="26150"/>
                      <a:pt x="14084" y="14902"/>
                    </a:cubicBezTo>
                    <a:cubicBezTo>
                      <a:pt x="22121" y="4991"/>
                      <a:pt x="32986" y="36"/>
                      <a:pt x="46628" y="36"/>
                    </a:cubicBezTo>
                    <a:cubicBezTo>
                      <a:pt x="56798" y="36"/>
                      <a:pt x="65132" y="2910"/>
                      <a:pt x="71631" y="8559"/>
                    </a:cubicBezTo>
                    <a:cubicBezTo>
                      <a:pt x="78080" y="14258"/>
                      <a:pt x="82000" y="22137"/>
                      <a:pt x="83339" y="32146"/>
                    </a:cubicBezTo>
                    <a:close/>
                    <a:moveTo>
                      <a:pt x="18450" y="87844"/>
                    </a:moveTo>
                    <a:cubicBezTo>
                      <a:pt x="18450" y="93295"/>
                      <a:pt x="19541" y="98498"/>
                      <a:pt x="21823" y="103503"/>
                    </a:cubicBezTo>
                    <a:cubicBezTo>
                      <a:pt x="24205" y="108557"/>
                      <a:pt x="27429" y="112373"/>
                      <a:pt x="31547" y="114999"/>
                    </a:cubicBezTo>
                    <a:cubicBezTo>
                      <a:pt x="35764" y="117526"/>
                      <a:pt x="40179" y="118765"/>
                      <a:pt x="44842" y="118765"/>
                    </a:cubicBezTo>
                    <a:cubicBezTo>
                      <a:pt x="51589" y="118765"/>
                      <a:pt x="57344" y="116139"/>
                      <a:pt x="62106" y="110837"/>
                    </a:cubicBezTo>
                    <a:cubicBezTo>
                      <a:pt x="66968" y="105435"/>
                      <a:pt x="69448" y="98052"/>
                      <a:pt x="69448" y="88637"/>
                    </a:cubicBezTo>
                    <a:cubicBezTo>
                      <a:pt x="69448" y="79816"/>
                      <a:pt x="67067" y="72780"/>
                      <a:pt x="62305" y="67626"/>
                    </a:cubicBezTo>
                    <a:cubicBezTo>
                      <a:pt x="57542" y="62473"/>
                      <a:pt x="51490" y="59896"/>
                      <a:pt x="44247" y="59896"/>
                    </a:cubicBezTo>
                    <a:cubicBezTo>
                      <a:pt x="37103" y="59896"/>
                      <a:pt x="31001" y="62473"/>
                      <a:pt x="25991" y="67626"/>
                    </a:cubicBezTo>
                    <a:cubicBezTo>
                      <a:pt x="20930" y="72780"/>
                      <a:pt x="18450" y="79519"/>
                      <a:pt x="18450" y="87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Freihandform: Form 742">
                <a:extLst>
                  <a:ext uri="{FF2B5EF4-FFF2-40B4-BE49-F238E27FC236}">
                    <a16:creationId xmlns:a16="http://schemas.microsoft.com/office/drawing/2014/main" id="{DD6EC11C-852A-2F90-21EA-34D6D36BE5B0}"/>
                  </a:ext>
                </a:extLst>
              </p:cNvPr>
              <p:cNvSpPr/>
              <p:nvPr/>
            </p:nvSpPr>
            <p:spPr>
              <a:xfrm>
                <a:off x="8914629" y="5505614"/>
                <a:ext cx="85129" cy="131810"/>
              </a:xfrm>
              <a:custGeom>
                <a:avLst/>
                <a:gdLst>
                  <a:gd name="csX0" fmla="*/ 24808 w 85129"/>
                  <a:gd name="csY0" fmla="*/ 59698 h 131810"/>
                  <a:gd name="csX1" fmla="*/ 10124 w 85129"/>
                  <a:gd name="csY1" fmla="*/ 49391 h 131810"/>
                  <a:gd name="csX2" fmla="*/ 5361 w 85129"/>
                  <a:gd name="csY2" fmla="*/ 33336 h 131810"/>
                  <a:gd name="csX3" fmla="*/ 15481 w 85129"/>
                  <a:gd name="csY3" fmla="*/ 9748 h 131810"/>
                  <a:gd name="csX4" fmla="*/ 42469 w 85129"/>
                  <a:gd name="csY4" fmla="*/ 36 h 131810"/>
                  <a:gd name="csX5" fmla="*/ 69655 w 85129"/>
                  <a:gd name="csY5" fmla="*/ 9947 h 131810"/>
                  <a:gd name="csX6" fmla="*/ 79974 w 85129"/>
                  <a:gd name="csY6" fmla="*/ 33732 h 131810"/>
                  <a:gd name="csX7" fmla="*/ 75211 w 85129"/>
                  <a:gd name="csY7" fmla="*/ 49391 h 131810"/>
                  <a:gd name="csX8" fmla="*/ 60924 w 85129"/>
                  <a:gd name="csY8" fmla="*/ 59698 h 131810"/>
                  <a:gd name="csX9" fmla="*/ 78981 w 85129"/>
                  <a:gd name="csY9" fmla="*/ 72185 h 131810"/>
                  <a:gd name="csX10" fmla="*/ 85331 w 85129"/>
                  <a:gd name="csY10" fmla="*/ 92799 h 131810"/>
                  <a:gd name="csX11" fmla="*/ 73624 w 85129"/>
                  <a:gd name="csY11" fmla="*/ 120549 h 131810"/>
                  <a:gd name="csX12" fmla="*/ 42667 w 85129"/>
                  <a:gd name="csY12" fmla="*/ 131847 h 131810"/>
                  <a:gd name="csX13" fmla="*/ 11909 w 85129"/>
                  <a:gd name="csY13" fmla="*/ 120549 h 131810"/>
                  <a:gd name="csX14" fmla="*/ 202 w 85129"/>
                  <a:gd name="csY14" fmla="*/ 92403 h 131810"/>
                  <a:gd name="csX15" fmla="*/ 6552 w 85129"/>
                  <a:gd name="csY15" fmla="*/ 71194 h 131810"/>
                  <a:gd name="csX16" fmla="*/ 24808 w 85129"/>
                  <a:gd name="csY16" fmla="*/ 59698 h 131810"/>
                  <a:gd name="csX17" fmla="*/ 21633 w 85129"/>
                  <a:gd name="csY17" fmla="*/ 32741 h 131810"/>
                  <a:gd name="csX18" fmla="*/ 27388 w 85129"/>
                  <a:gd name="csY18" fmla="*/ 47805 h 131810"/>
                  <a:gd name="csX19" fmla="*/ 42866 w 85129"/>
                  <a:gd name="csY19" fmla="*/ 53553 h 131810"/>
                  <a:gd name="csX20" fmla="*/ 57749 w 85129"/>
                  <a:gd name="csY20" fmla="*/ 47805 h 131810"/>
                  <a:gd name="csX21" fmla="*/ 63702 w 85129"/>
                  <a:gd name="csY21" fmla="*/ 33732 h 131810"/>
                  <a:gd name="csX22" fmla="*/ 57550 w 85129"/>
                  <a:gd name="csY22" fmla="*/ 19064 h 131810"/>
                  <a:gd name="csX23" fmla="*/ 42667 w 85129"/>
                  <a:gd name="csY23" fmla="*/ 13118 h 131810"/>
                  <a:gd name="csX24" fmla="*/ 27586 w 85129"/>
                  <a:gd name="csY24" fmla="*/ 18866 h 131810"/>
                  <a:gd name="csX25" fmla="*/ 21633 w 85129"/>
                  <a:gd name="csY25" fmla="*/ 32741 h 131810"/>
                  <a:gd name="csX26" fmla="*/ 16474 w 85129"/>
                  <a:gd name="csY26" fmla="*/ 92403 h 131810"/>
                  <a:gd name="csX27" fmla="*/ 19649 w 85129"/>
                  <a:gd name="csY27" fmla="*/ 105485 h 131810"/>
                  <a:gd name="csX28" fmla="*/ 29372 w 85129"/>
                  <a:gd name="csY28" fmla="*/ 115395 h 131810"/>
                  <a:gd name="csX29" fmla="*/ 42866 w 85129"/>
                  <a:gd name="csY29" fmla="*/ 118765 h 131810"/>
                  <a:gd name="csX30" fmla="*/ 61717 w 85129"/>
                  <a:gd name="csY30" fmla="*/ 111629 h 131810"/>
                  <a:gd name="csX31" fmla="*/ 69059 w 85129"/>
                  <a:gd name="csY31" fmla="*/ 92997 h 131810"/>
                  <a:gd name="csX32" fmla="*/ 61320 w 85129"/>
                  <a:gd name="csY32" fmla="*/ 73969 h 131810"/>
                  <a:gd name="csX33" fmla="*/ 42469 w 85129"/>
                  <a:gd name="csY33" fmla="*/ 66437 h 131810"/>
                  <a:gd name="csX34" fmla="*/ 23816 w 85129"/>
                  <a:gd name="csY34" fmla="*/ 73969 h 131810"/>
                  <a:gd name="csX35" fmla="*/ 16474 w 85129"/>
                  <a:gd name="csY35" fmla="*/ 92403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85129" h="131810">
                    <a:moveTo>
                      <a:pt x="24808" y="59698"/>
                    </a:moveTo>
                    <a:cubicBezTo>
                      <a:pt x="18160" y="57319"/>
                      <a:pt x="13299" y="53900"/>
                      <a:pt x="10124" y="49391"/>
                    </a:cubicBezTo>
                    <a:cubicBezTo>
                      <a:pt x="6949" y="44931"/>
                      <a:pt x="5361" y="39579"/>
                      <a:pt x="5361" y="33336"/>
                    </a:cubicBezTo>
                    <a:cubicBezTo>
                      <a:pt x="5361" y="23970"/>
                      <a:pt x="8734" y="16091"/>
                      <a:pt x="15481" y="9748"/>
                    </a:cubicBezTo>
                    <a:cubicBezTo>
                      <a:pt x="22228" y="3307"/>
                      <a:pt x="31207" y="36"/>
                      <a:pt x="42469" y="36"/>
                    </a:cubicBezTo>
                    <a:cubicBezTo>
                      <a:pt x="53681" y="36"/>
                      <a:pt x="62759" y="3356"/>
                      <a:pt x="69655" y="9947"/>
                    </a:cubicBezTo>
                    <a:cubicBezTo>
                      <a:pt x="76501" y="16438"/>
                      <a:pt x="79974" y="24367"/>
                      <a:pt x="79974" y="33732"/>
                    </a:cubicBezTo>
                    <a:cubicBezTo>
                      <a:pt x="79974" y="39678"/>
                      <a:pt x="78386" y="44931"/>
                      <a:pt x="75211" y="49391"/>
                    </a:cubicBezTo>
                    <a:cubicBezTo>
                      <a:pt x="72135" y="53900"/>
                      <a:pt x="67373" y="57319"/>
                      <a:pt x="60924" y="59698"/>
                    </a:cubicBezTo>
                    <a:cubicBezTo>
                      <a:pt x="68861" y="62225"/>
                      <a:pt x="74864" y="66388"/>
                      <a:pt x="78981" y="72185"/>
                    </a:cubicBezTo>
                    <a:cubicBezTo>
                      <a:pt x="83198" y="77884"/>
                      <a:pt x="85331" y="84772"/>
                      <a:pt x="85331" y="92799"/>
                    </a:cubicBezTo>
                    <a:cubicBezTo>
                      <a:pt x="85331" y="103800"/>
                      <a:pt x="81412" y="113017"/>
                      <a:pt x="73624" y="120549"/>
                    </a:cubicBezTo>
                    <a:cubicBezTo>
                      <a:pt x="65785" y="128081"/>
                      <a:pt x="55466" y="131847"/>
                      <a:pt x="42667" y="131847"/>
                    </a:cubicBezTo>
                    <a:cubicBezTo>
                      <a:pt x="29967" y="131847"/>
                      <a:pt x="19698" y="128081"/>
                      <a:pt x="11909" y="120549"/>
                    </a:cubicBezTo>
                    <a:cubicBezTo>
                      <a:pt x="4071" y="113017"/>
                      <a:pt x="202" y="103651"/>
                      <a:pt x="202" y="92403"/>
                    </a:cubicBezTo>
                    <a:cubicBezTo>
                      <a:pt x="202" y="83979"/>
                      <a:pt x="2285" y="76893"/>
                      <a:pt x="6552" y="71194"/>
                    </a:cubicBezTo>
                    <a:cubicBezTo>
                      <a:pt x="10768" y="65545"/>
                      <a:pt x="16870" y="61680"/>
                      <a:pt x="24808" y="59698"/>
                    </a:cubicBezTo>
                    <a:close/>
                    <a:moveTo>
                      <a:pt x="21633" y="32741"/>
                    </a:moveTo>
                    <a:cubicBezTo>
                      <a:pt x="21633" y="38836"/>
                      <a:pt x="23518" y="43841"/>
                      <a:pt x="27388" y="47805"/>
                    </a:cubicBezTo>
                    <a:cubicBezTo>
                      <a:pt x="31356" y="51670"/>
                      <a:pt x="36516" y="53553"/>
                      <a:pt x="42866" y="53553"/>
                    </a:cubicBezTo>
                    <a:cubicBezTo>
                      <a:pt x="48918" y="53553"/>
                      <a:pt x="53879" y="51670"/>
                      <a:pt x="57749" y="47805"/>
                    </a:cubicBezTo>
                    <a:cubicBezTo>
                      <a:pt x="61717" y="43990"/>
                      <a:pt x="63702" y="39282"/>
                      <a:pt x="63702" y="33732"/>
                    </a:cubicBezTo>
                    <a:cubicBezTo>
                      <a:pt x="63702" y="27934"/>
                      <a:pt x="61618" y="23029"/>
                      <a:pt x="57550" y="19064"/>
                    </a:cubicBezTo>
                    <a:cubicBezTo>
                      <a:pt x="53581" y="15100"/>
                      <a:pt x="48620" y="13118"/>
                      <a:pt x="42667" y="13118"/>
                    </a:cubicBezTo>
                    <a:cubicBezTo>
                      <a:pt x="36565" y="13118"/>
                      <a:pt x="31555" y="15051"/>
                      <a:pt x="27586" y="18866"/>
                    </a:cubicBezTo>
                    <a:cubicBezTo>
                      <a:pt x="23617" y="22731"/>
                      <a:pt x="21633" y="27340"/>
                      <a:pt x="21633" y="32741"/>
                    </a:cubicBezTo>
                    <a:close/>
                    <a:moveTo>
                      <a:pt x="16474" y="92403"/>
                    </a:moveTo>
                    <a:cubicBezTo>
                      <a:pt x="16474" y="96912"/>
                      <a:pt x="17515" y="101273"/>
                      <a:pt x="19649" y="105485"/>
                    </a:cubicBezTo>
                    <a:cubicBezTo>
                      <a:pt x="21881" y="109746"/>
                      <a:pt x="25106" y="113017"/>
                      <a:pt x="29372" y="115395"/>
                    </a:cubicBezTo>
                    <a:cubicBezTo>
                      <a:pt x="33589" y="117675"/>
                      <a:pt x="38103" y="118765"/>
                      <a:pt x="42866" y="118765"/>
                    </a:cubicBezTo>
                    <a:cubicBezTo>
                      <a:pt x="50506" y="118765"/>
                      <a:pt x="56806" y="116386"/>
                      <a:pt x="61717" y="111629"/>
                    </a:cubicBezTo>
                    <a:cubicBezTo>
                      <a:pt x="66579" y="106773"/>
                      <a:pt x="69059" y="100530"/>
                      <a:pt x="69059" y="92997"/>
                    </a:cubicBezTo>
                    <a:cubicBezTo>
                      <a:pt x="69059" y="85366"/>
                      <a:pt x="66480" y="79024"/>
                      <a:pt x="61320" y="73969"/>
                    </a:cubicBezTo>
                    <a:cubicBezTo>
                      <a:pt x="56260" y="68964"/>
                      <a:pt x="50009" y="66437"/>
                      <a:pt x="42469" y="66437"/>
                    </a:cubicBezTo>
                    <a:cubicBezTo>
                      <a:pt x="34928" y="66437"/>
                      <a:pt x="28677" y="68964"/>
                      <a:pt x="23816" y="73969"/>
                    </a:cubicBezTo>
                    <a:cubicBezTo>
                      <a:pt x="18904" y="78875"/>
                      <a:pt x="16474" y="85019"/>
                      <a:pt x="16474" y="924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4" name="Grafik 637">
              <a:extLst>
                <a:ext uri="{FF2B5EF4-FFF2-40B4-BE49-F238E27FC236}">
                  <a16:creationId xmlns:a16="http://schemas.microsoft.com/office/drawing/2014/main" id="{CFFEB1B1-C5C4-90BE-9702-7CFDD8D5685D}"/>
                </a:ext>
              </a:extLst>
            </p:cNvPr>
            <p:cNvGrpSpPr/>
            <p:nvPr/>
          </p:nvGrpSpPr>
          <p:grpSpPr>
            <a:xfrm>
              <a:off x="6672449" y="6002878"/>
              <a:ext cx="335300" cy="132009"/>
              <a:chOff x="6672449" y="6002878"/>
              <a:chExt cx="335300" cy="132009"/>
            </a:xfrm>
            <a:solidFill>
              <a:srgbClr val="000000"/>
            </a:solidFill>
          </p:grpSpPr>
          <p:sp>
            <p:nvSpPr>
              <p:cNvPr id="745" name="Freihandform: Form 744">
                <a:extLst>
                  <a:ext uri="{FF2B5EF4-FFF2-40B4-BE49-F238E27FC236}">
                    <a16:creationId xmlns:a16="http://schemas.microsoft.com/office/drawing/2014/main" id="{5A64A925-2580-8A99-24B1-AD336B7A6512}"/>
                  </a:ext>
                </a:extLst>
              </p:cNvPr>
              <p:cNvSpPr/>
              <p:nvPr/>
            </p:nvSpPr>
            <p:spPr>
              <a:xfrm>
                <a:off x="6672449" y="6002878"/>
                <a:ext cx="84335" cy="131810"/>
              </a:xfrm>
              <a:custGeom>
                <a:avLst/>
                <a:gdLst>
                  <a:gd name="csX0" fmla="*/ 25 w 84335"/>
                  <a:gd name="csY0" fmla="*/ 66080 h 131810"/>
                  <a:gd name="csX1" fmla="*/ 4589 w 84335"/>
                  <a:gd name="csY1" fmla="*/ 29212 h 131810"/>
                  <a:gd name="csX2" fmla="*/ 18678 w 84335"/>
                  <a:gd name="csY2" fmla="*/ 7607 h 131810"/>
                  <a:gd name="csX3" fmla="*/ 42094 w 84335"/>
                  <a:gd name="csY3" fmla="*/ 75 h 131810"/>
                  <a:gd name="csX4" fmla="*/ 60350 w 84335"/>
                  <a:gd name="csY4" fmla="*/ 4238 h 131810"/>
                  <a:gd name="csX5" fmla="*/ 73249 w 84335"/>
                  <a:gd name="csY5" fmla="*/ 16329 h 131810"/>
                  <a:gd name="csX6" fmla="*/ 81384 w 84335"/>
                  <a:gd name="csY6" fmla="*/ 35555 h 131810"/>
                  <a:gd name="csX7" fmla="*/ 84361 w 84335"/>
                  <a:gd name="csY7" fmla="*/ 66080 h 131810"/>
                  <a:gd name="csX8" fmla="*/ 79599 w 84335"/>
                  <a:gd name="csY8" fmla="*/ 102749 h 131810"/>
                  <a:gd name="csX9" fmla="*/ 65509 w 84335"/>
                  <a:gd name="csY9" fmla="*/ 124354 h 131810"/>
                  <a:gd name="csX10" fmla="*/ 42094 w 84335"/>
                  <a:gd name="csY10" fmla="*/ 131886 h 131810"/>
                  <a:gd name="csX11" fmla="*/ 12725 w 84335"/>
                  <a:gd name="csY11" fmla="*/ 118606 h 131810"/>
                  <a:gd name="csX12" fmla="*/ 25 w 84335"/>
                  <a:gd name="csY12" fmla="*/ 66080 h 131810"/>
                  <a:gd name="csX13" fmla="*/ 16297 w 84335"/>
                  <a:gd name="csY13" fmla="*/ 66080 h 131810"/>
                  <a:gd name="csX14" fmla="*/ 23639 w 84335"/>
                  <a:gd name="csY14" fmla="*/ 108299 h 131810"/>
                  <a:gd name="csX15" fmla="*/ 42094 w 84335"/>
                  <a:gd name="csY15" fmla="*/ 118804 h 131810"/>
                  <a:gd name="csX16" fmla="*/ 60350 w 84335"/>
                  <a:gd name="csY16" fmla="*/ 108299 h 131810"/>
                  <a:gd name="csX17" fmla="*/ 67891 w 84335"/>
                  <a:gd name="csY17" fmla="*/ 66080 h 131810"/>
                  <a:gd name="csX18" fmla="*/ 60350 w 84335"/>
                  <a:gd name="csY18" fmla="*/ 23662 h 131810"/>
                  <a:gd name="csX19" fmla="*/ 41895 w 84335"/>
                  <a:gd name="csY19" fmla="*/ 13157 h 131810"/>
                  <a:gd name="csX20" fmla="*/ 24433 w 84335"/>
                  <a:gd name="csY20" fmla="*/ 22473 h 131810"/>
                  <a:gd name="csX21" fmla="*/ 16297 w 84335"/>
                  <a:gd name="csY21" fmla="*/ 66080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25" y="66080"/>
                    </a:moveTo>
                    <a:cubicBezTo>
                      <a:pt x="25" y="50768"/>
                      <a:pt x="1513" y="38479"/>
                      <a:pt x="4589" y="29212"/>
                    </a:cubicBezTo>
                    <a:cubicBezTo>
                      <a:pt x="7764" y="19847"/>
                      <a:pt x="12427" y="12662"/>
                      <a:pt x="18678" y="7607"/>
                    </a:cubicBezTo>
                    <a:cubicBezTo>
                      <a:pt x="24879" y="2602"/>
                      <a:pt x="32668" y="75"/>
                      <a:pt x="42094" y="75"/>
                    </a:cubicBezTo>
                    <a:cubicBezTo>
                      <a:pt x="49089" y="75"/>
                      <a:pt x="55191" y="1463"/>
                      <a:pt x="60350" y="4238"/>
                    </a:cubicBezTo>
                    <a:cubicBezTo>
                      <a:pt x="65609" y="7013"/>
                      <a:pt x="69925" y="11076"/>
                      <a:pt x="73249" y="16329"/>
                    </a:cubicBezTo>
                    <a:cubicBezTo>
                      <a:pt x="76672" y="21631"/>
                      <a:pt x="79400" y="28023"/>
                      <a:pt x="81384" y="35555"/>
                    </a:cubicBezTo>
                    <a:cubicBezTo>
                      <a:pt x="83369" y="43087"/>
                      <a:pt x="84361" y="53295"/>
                      <a:pt x="84361" y="66080"/>
                    </a:cubicBezTo>
                    <a:cubicBezTo>
                      <a:pt x="84361" y="81144"/>
                      <a:pt x="82774" y="93384"/>
                      <a:pt x="79599" y="102749"/>
                    </a:cubicBezTo>
                    <a:cubicBezTo>
                      <a:pt x="76424" y="112015"/>
                      <a:pt x="71711" y="119201"/>
                      <a:pt x="65509" y="124354"/>
                    </a:cubicBezTo>
                    <a:cubicBezTo>
                      <a:pt x="59407" y="129409"/>
                      <a:pt x="51619" y="131886"/>
                      <a:pt x="42094" y="131886"/>
                    </a:cubicBezTo>
                    <a:cubicBezTo>
                      <a:pt x="29642" y="131886"/>
                      <a:pt x="19869" y="127476"/>
                      <a:pt x="12725" y="118606"/>
                    </a:cubicBezTo>
                    <a:cubicBezTo>
                      <a:pt x="4242" y="107803"/>
                      <a:pt x="25" y="90262"/>
                      <a:pt x="25" y="66080"/>
                    </a:cubicBezTo>
                    <a:close/>
                    <a:moveTo>
                      <a:pt x="16297" y="66080"/>
                    </a:moveTo>
                    <a:cubicBezTo>
                      <a:pt x="16297" y="87239"/>
                      <a:pt x="18728" y="101312"/>
                      <a:pt x="23639" y="108299"/>
                    </a:cubicBezTo>
                    <a:cubicBezTo>
                      <a:pt x="28650" y="115336"/>
                      <a:pt x="34801" y="118804"/>
                      <a:pt x="42094" y="118804"/>
                    </a:cubicBezTo>
                    <a:cubicBezTo>
                      <a:pt x="49337" y="118804"/>
                      <a:pt x="55439" y="115336"/>
                      <a:pt x="60350" y="108299"/>
                    </a:cubicBezTo>
                    <a:cubicBezTo>
                      <a:pt x="65361" y="101312"/>
                      <a:pt x="67891" y="87239"/>
                      <a:pt x="67891" y="66080"/>
                    </a:cubicBezTo>
                    <a:cubicBezTo>
                      <a:pt x="67891" y="44822"/>
                      <a:pt x="65361" y="30699"/>
                      <a:pt x="60350" y="23662"/>
                    </a:cubicBezTo>
                    <a:cubicBezTo>
                      <a:pt x="55439" y="16675"/>
                      <a:pt x="49287" y="13157"/>
                      <a:pt x="41895" y="13157"/>
                    </a:cubicBezTo>
                    <a:cubicBezTo>
                      <a:pt x="34603" y="13157"/>
                      <a:pt x="28799" y="16279"/>
                      <a:pt x="24433" y="22473"/>
                    </a:cubicBezTo>
                    <a:cubicBezTo>
                      <a:pt x="18976" y="30303"/>
                      <a:pt x="16297" y="44822"/>
                      <a:pt x="16297" y="660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Freihandform: Form 745">
                <a:extLst>
                  <a:ext uri="{FF2B5EF4-FFF2-40B4-BE49-F238E27FC236}">
                    <a16:creationId xmlns:a16="http://schemas.microsoft.com/office/drawing/2014/main" id="{FD3E014F-01D7-E1E7-C8C2-37824C4BF0AE}"/>
                  </a:ext>
                </a:extLst>
              </p:cNvPr>
              <p:cNvSpPr/>
              <p:nvPr/>
            </p:nvSpPr>
            <p:spPr>
              <a:xfrm>
                <a:off x="6781862" y="6114471"/>
                <a:ext cx="18057" cy="18037"/>
              </a:xfrm>
              <a:custGeom>
                <a:avLst/>
                <a:gdLst>
                  <a:gd name="csX0" fmla="*/ 33 w 18057"/>
                  <a:gd name="csY0" fmla="*/ 18113 h 18037"/>
                  <a:gd name="csX1" fmla="*/ 33 w 18057"/>
                  <a:gd name="csY1" fmla="*/ 75 h 18037"/>
                  <a:gd name="csX2" fmla="*/ 18091 w 18057"/>
                  <a:gd name="csY2" fmla="*/ 75 h 18037"/>
                  <a:gd name="csX3" fmla="*/ 18091 w 18057"/>
                  <a:gd name="csY3" fmla="*/ 1811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33" y="18113"/>
                    </a:moveTo>
                    <a:lnTo>
                      <a:pt x="33" y="75"/>
                    </a:lnTo>
                    <a:lnTo>
                      <a:pt x="18091" y="75"/>
                    </a:lnTo>
                    <a:lnTo>
                      <a:pt x="18091" y="1811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Freihandform: Form 746">
                <a:extLst>
                  <a:ext uri="{FF2B5EF4-FFF2-40B4-BE49-F238E27FC236}">
                    <a16:creationId xmlns:a16="http://schemas.microsoft.com/office/drawing/2014/main" id="{31364BB3-007C-ED2E-AC4A-6B00D2EDE030}"/>
                  </a:ext>
                </a:extLst>
              </p:cNvPr>
              <p:cNvSpPr/>
              <p:nvPr/>
            </p:nvSpPr>
            <p:spPr>
              <a:xfrm>
                <a:off x="6823130" y="6002878"/>
                <a:ext cx="84732" cy="132009"/>
              </a:xfrm>
              <a:custGeom>
                <a:avLst/>
                <a:gdLst>
                  <a:gd name="csX0" fmla="*/ 37 w 84732"/>
                  <a:gd name="csY0" fmla="*/ 95613 h 132009"/>
                  <a:gd name="csX1" fmla="*/ 15912 w 84732"/>
                  <a:gd name="csY1" fmla="*/ 93433 h 132009"/>
                  <a:gd name="csX2" fmla="*/ 25238 w 84732"/>
                  <a:gd name="csY2" fmla="*/ 112858 h 132009"/>
                  <a:gd name="csX3" fmla="*/ 41312 w 84732"/>
                  <a:gd name="csY3" fmla="*/ 118804 h 132009"/>
                  <a:gd name="csX4" fmla="*/ 60163 w 84732"/>
                  <a:gd name="csY4" fmla="*/ 111074 h 132009"/>
                  <a:gd name="csX5" fmla="*/ 67903 w 84732"/>
                  <a:gd name="csY5" fmla="*/ 91847 h 132009"/>
                  <a:gd name="csX6" fmla="*/ 60759 w 84732"/>
                  <a:gd name="csY6" fmla="*/ 74008 h 132009"/>
                  <a:gd name="csX7" fmla="*/ 42503 w 84732"/>
                  <a:gd name="csY7" fmla="*/ 66873 h 132009"/>
                  <a:gd name="csX8" fmla="*/ 31390 w 84732"/>
                  <a:gd name="csY8" fmla="*/ 68657 h 132009"/>
                  <a:gd name="csX9" fmla="*/ 33176 w 84732"/>
                  <a:gd name="csY9" fmla="*/ 54584 h 132009"/>
                  <a:gd name="csX10" fmla="*/ 35756 w 84732"/>
                  <a:gd name="csY10" fmla="*/ 54782 h 132009"/>
                  <a:gd name="csX11" fmla="*/ 54012 w 84732"/>
                  <a:gd name="csY11" fmla="*/ 49628 h 132009"/>
                  <a:gd name="csX12" fmla="*/ 62148 w 84732"/>
                  <a:gd name="csY12" fmla="*/ 33177 h 132009"/>
                  <a:gd name="csX13" fmla="*/ 56195 w 84732"/>
                  <a:gd name="csY13" fmla="*/ 18905 h 132009"/>
                  <a:gd name="csX14" fmla="*/ 40915 w 84732"/>
                  <a:gd name="csY14" fmla="*/ 13157 h 132009"/>
                  <a:gd name="csX15" fmla="*/ 25437 w 84732"/>
                  <a:gd name="csY15" fmla="*/ 18905 h 132009"/>
                  <a:gd name="csX16" fmla="*/ 17499 w 84732"/>
                  <a:gd name="csY16" fmla="*/ 36348 h 132009"/>
                  <a:gd name="csX17" fmla="*/ 1624 w 84732"/>
                  <a:gd name="csY17" fmla="*/ 33573 h 132009"/>
                  <a:gd name="csX18" fmla="*/ 14920 w 84732"/>
                  <a:gd name="csY18" fmla="*/ 8797 h 132009"/>
                  <a:gd name="csX19" fmla="*/ 40518 w 84732"/>
                  <a:gd name="csY19" fmla="*/ 75 h 132009"/>
                  <a:gd name="csX20" fmla="*/ 59965 w 84732"/>
                  <a:gd name="csY20" fmla="*/ 4634 h 132009"/>
                  <a:gd name="csX21" fmla="*/ 73657 w 84732"/>
                  <a:gd name="csY21" fmla="*/ 17121 h 132009"/>
                  <a:gd name="csX22" fmla="*/ 78420 w 84732"/>
                  <a:gd name="csY22" fmla="*/ 33573 h 132009"/>
                  <a:gd name="csX23" fmla="*/ 73856 w 84732"/>
                  <a:gd name="csY23" fmla="*/ 48835 h 132009"/>
                  <a:gd name="csX24" fmla="*/ 60560 w 84732"/>
                  <a:gd name="csY24" fmla="*/ 59737 h 132009"/>
                  <a:gd name="csX25" fmla="*/ 78420 w 84732"/>
                  <a:gd name="csY25" fmla="*/ 70837 h 132009"/>
                  <a:gd name="csX26" fmla="*/ 84770 w 84732"/>
                  <a:gd name="csY26" fmla="*/ 91649 h 132009"/>
                  <a:gd name="csX27" fmla="*/ 72268 w 84732"/>
                  <a:gd name="csY27" fmla="*/ 120390 h 132009"/>
                  <a:gd name="csX28" fmla="*/ 41113 w 84732"/>
                  <a:gd name="csY28" fmla="*/ 132084 h 132009"/>
                  <a:gd name="csX29" fmla="*/ 12935 w 84732"/>
                  <a:gd name="csY29" fmla="*/ 121976 h 132009"/>
                  <a:gd name="csX30" fmla="*/ 37 w 84732"/>
                  <a:gd name="csY30" fmla="*/ 95613 h 132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84732" h="132009">
                    <a:moveTo>
                      <a:pt x="37" y="95613"/>
                    </a:moveTo>
                    <a:lnTo>
                      <a:pt x="15912" y="93433"/>
                    </a:lnTo>
                    <a:cubicBezTo>
                      <a:pt x="17747" y="102452"/>
                      <a:pt x="20873" y="108894"/>
                      <a:pt x="25238" y="112858"/>
                    </a:cubicBezTo>
                    <a:cubicBezTo>
                      <a:pt x="29604" y="116822"/>
                      <a:pt x="34962" y="118804"/>
                      <a:pt x="41312" y="118804"/>
                    </a:cubicBezTo>
                    <a:cubicBezTo>
                      <a:pt x="48704" y="118804"/>
                      <a:pt x="55004" y="116227"/>
                      <a:pt x="60163" y="111074"/>
                    </a:cubicBezTo>
                    <a:cubicBezTo>
                      <a:pt x="65323" y="105920"/>
                      <a:pt x="67903" y="99528"/>
                      <a:pt x="67903" y="91847"/>
                    </a:cubicBezTo>
                    <a:cubicBezTo>
                      <a:pt x="67903" y="84613"/>
                      <a:pt x="65521" y="78666"/>
                      <a:pt x="60759" y="74008"/>
                    </a:cubicBezTo>
                    <a:cubicBezTo>
                      <a:pt x="55996" y="69251"/>
                      <a:pt x="49894" y="66873"/>
                      <a:pt x="42503" y="66873"/>
                    </a:cubicBezTo>
                    <a:cubicBezTo>
                      <a:pt x="39576" y="66873"/>
                      <a:pt x="35855" y="67467"/>
                      <a:pt x="31390" y="68657"/>
                    </a:cubicBezTo>
                    <a:lnTo>
                      <a:pt x="33176" y="54584"/>
                    </a:lnTo>
                    <a:cubicBezTo>
                      <a:pt x="34218" y="54732"/>
                      <a:pt x="35061" y="54782"/>
                      <a:pt x="35756" y="54782"/>
                    </a:cubicBezTo>
                    <a:cubicBezTo>
                      <a:pt x="42503" y="54782"/>
                      <a:pt x="48555" y="53097"/>
                      <a:pt x="54012" y="49628"/>
                    </a:cubicBezTo>
                    <a:cubicBezTo>
                      <a:pt x="59419" y="46060"/>
                      <a:pt x="62148" y="40610"/>
                      <a:pt x="62148" y="33177"/>
                    </a:cubicBezTo>
                    <a:cubicBezTo>
                      <a:pt x="62148" y="27379"/>
                      <a:pt x="60163" y="22622"/>
                      <a:pt x="56195" y="18905"/>
                    </a:cubicBezTo>
                    <a:cubicBezTo>
                      <a:pt x="52226" y="15090"/>
                      <a:pt x="47116" y="13157"/>
                      <a:pt x="40915" y="13157"/>
                    </a:cubicBezTo>
                    <a:cubicBezTo>
                      <a:pt x="34664" y="13157"/>
                      <a:pt x="29505" y="15090"/>
                      <a:pt x="25437" y="18905"/>
                    </a:cubicBezTo>
                    <a:cubicBezTo>
                      <a:pt x="21319" y="22771"/>
                      <a:pt x="18690" y="28568"/>
                      <a:pt x="17499" y="36348"/>
                    </a:cubicBezTo>
                    <a:lnTo>
                      <a:pt x="1624" y="33573"/>
                    </a:lnTo>
                    <a:cubicBezTo>
                      <a:pt x="3609" y="22870"/>
                      <a:pt x="8024" y="14644"/>
                      <a:pt x="14920" y="8797"/>
                    </a:cubicBezTo>
                    <a:cubicBezTo>
                      <a:pt x="21766" y="2999"/>
                      <a:pt x="30299" y="75"/>
                      <a:pt x="40518" y="75"/>
                    </a:cubicBezTo>
                    <a:cubicBezTo>
                      <a:pt x="47513" y="75"/>
                      <a:pt x="54012" y="1611"/>
                      <a:pt x="59965" y="4634"/>
                    </a:cubicBezTo>
                    <a:cubicBezTo>
                      <a:pt x="65918" y="7706"/>
                      <a:pt x="70482" y="11869"/>
                      <a:pt x="73657" y="17121"/>
                    </a:cubicBezTo>
                    <a:cubicBezTo>
                      <a:pt x="76832" y="22275"/>
                      <a:pt x="78420" y="27775"/>
                      <a:pt x="78420" y="33573"/>
                    </a:cubicBezTo>
                    <a:cubicBezTo>
                      <a:pt x="78420" y="39123"/>
                      <a:pt x="76882" y="44227"/>
                      <a:pt x="73856" y="48835"/>
                    </a:cubicBezTo>
                    <a:cubicBezTo>
                      <a:pt x="70780" y="53493"/>
                      <a:pt x="66365" y="57111"/>
                      <a:pt x="60560" y="59737"/>
                    </a:cubicBezTo>
                    <a:cubicBezTo>
                      <a:pt x="68200" y="61620"/>
                      <a:pt x="74153" y="65287"/>
                      <a:pt x="78420" y="70837"/>
                    </a:cubicBezTo>
                    <a:cubicBezTo>
                      <a:pt x="82637" y="76387"/>
                      <a:pt x="84770" y="83324"/>
                      <a:pt x="84770" y="91649"/>
                    </a:cubicBezTo>
                    <a:cubicBezTo>
                      <a:pt x="84770" y="102898"/>
                      <a:pt x="80603" y="112461"/>
                      <a:pt x="72268" y="120390"/>
                    </a:cubicBezTo>
                    <a:cubicBezTo>
                      <a:pt x="64033" y="128219"/>
                      <a:pt x="53665" y="132084"/>
                      <a:pt x="41113" y="132084"/>
                    </a:cubicBezTo>
                    <a:cubicBezTo>
                      <a:pt x="29852" y="132084"/>
                      <a:pt x="20476" y="128715"/>
                      <a:pt x="12935" y="121976"/>
                    </a:cubicBezTo>
                    <a:cubicBezTo>
                      <a:pt x="5395" y="115137"/>
                      <a:pt x="1079" y="106317"/>
                      <a:pt x="37" y="956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ihandform: Form 747">
                <a:extLst>
                  <a:ext uri="{FF2B5EF4-FFF2-40B4-BE49-F238E27FC236}">
                    <a16:creationId xmlns:a16="http://schemas.microsoft.com/office/drawing/2014/main" id="{861884AB-B7AB-E680-9AA0-5B998B40FD1B}"/>
                  </a:ext>
                </a:extLst>
              </p:cNvPr>
              <p:cNvSpPr/>
              <p:nvPr/>
            </p:nvSpPr>
            <p:spPr>
              <a:xfrm>
                <a:off x="6918453" y="6003473"/>
                <a:ext cx="89296" cy="129036"/>
              </a:xfrm>
              <a:custGeom>
                <a:avLst/>
                <a:gdLst>
                  <a:gd name="csX0" fmla="*/ 56004 w 89296"/>
                  <a:gd name="csY0" fmla="*/ 129111 h 129036"/>
                  <a:gd name="csX1" fmla="*/ 56004 w 89296"/>
                  <a:gd name="csY1" fmla="*/ 98190 h 129036"/>
                  <a:gd name="csX2" fmla="*/ 45 w 89296"/>
                  <a:gd name="csY2" fmla="*/ 98190 h 129036"/>
                  <a:gd name="csX3" fmla="*/ 45 w 89296"/>
                  <a:gd name="csY3" fmla="*/ 83721 h 129036"/>
                  <a:gd name="csX4" fmla="*/ 58981 w 89296"/>
                  <a:gd name="csY4" fmla="*/ 75 h 129036"/>
                  <a:gd name="csX5" fmla="*/ 71879 w 89296"/>
                  <a:gd name="csY5" fmla="*/ 75 h 129036"/>
                  <a:gd name="csX6" fmla="*/ 71879 w 89296"/>
                  <a:gd name="csY6" fmla="*/ 83721 h 129036"/>
                  <a:gd name="csX7" fmla="*/ 89342 w 89296"/>
                  <a:gd name="csY7" fmla="*/ 83721 h 129036"/>
                  <a:gd name="csX8" fmla="*/ 89342 w 89296"/>
                  <a:gd name="csY8" fmla="*/ 98190 h 129036"/>
                  <a:gd name="csX9" fmla="*/ 71879 w 89296"/>
                  <a:gd name="csY9" fmla="*/ 98190 h 129036"/>
                  <a:gd name="csX10" fmla="*/ 71879 w 89296"/>
                  <a:gd name="csY10" fmla="*/ 129111 h 129036"/>
                  <a:gd name="csX11" fmla="*/ 56004 w 89296"/>
                  <a:gd name="csY11" fmla="*/ 83721 h 129036"/>
                  <a:gd name="csX12" fmla="*/ 56004 w 89296"/>
                  <a:gd name="csY12" fmla="*/ 25446 h 129036"/>
                  <a:gd name="csX13" fmla="*/ 15523 w 89296"/>
                  <a:gd name="csY13" fmla="*/ 83721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6004" y="129111"/>
                    </a:moveTo>
                    <a:lnTo>
                      <a:pt x="56004" y="98190"/>
                    </a:lnTo>
                    <a:lnTo>
                      <a:pt x="45" y="98190"/>
                    </a:lnTo>
                    <a:lnTo>
                      <a:pt x="45" y="83721"/>
                    </a:lnTo>
                    <a:lnTo>
                      <a:pt x="58981" y="75"/>
                    </a:lnTo>
                    <a:lnTo>
                      <a:pt x="71879" y="75"/>
                    </a:lnTo>
                    <a:lnTo>
                      <a:pt x="71879" y="83721"/>
                    </a:lnTo>
                    <a:lnTo>
                      <a:pt x="89342" y="83721"/>
                    </a:lnTo>
                    <a:lnTo>
                      <a:pt x="89342" y="98190"/>
                    </a:lnTo>
                    <a:lnTo>
                      <a:pt x="71879" y="98190"/>
                    </a:lnTo>
                    <a:lnTo>
                      <a:pt x="71879" y="129111"/>
                    </a:lnTo>
                    <a:close/>
                    <a:moveTo>
                      <a:pt x="56004" y="83721"/>
                    </a:moveTo>
                    <a:lnTo>
                      <a:pt x="56004" y="25446"/>
                    </a:lnTo>
                    <a:lnTo>
                      <a:pt x="15523" y="8372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49" name="Freihandform: Form 748">
              <a:extLst>
                <a:ext uri="{FF2B5EF4-FFF2-40B4-BE49-F238E27FC236}">
                  <a16:creationId xmlns:a16="http://schemas.microsoft.com/office/drawing/2014/main" id="{24C4187B-D879-D74B-912B-FC0BAD9BB40F}"/>
                </a:ext>
              </a:extLst>
            </p:cNvPr>
            <p:cNvSpPr/>
            <p:nvPr/>
          </p:nvSpPr>
          <p:spPr>
            <a:xfrm>
              <a:off x="7295830" y="6002878"/>
              <a:ext cx="84335" cy="131810"/>
            </a:xfrm>
            <a:custGeom>
              <a:avLst/>
              <a:gdLst>
                <a:gd name="csX0" fmla="*/ 74 w 84335"/>
                <a:gd name="csY0" fmla="*/ 66080 h 131810"/>
                <a:gd name="csX1" fmla="*/ 4638 w 84335"/>
                <a:gd name="csY1" fmla="*/ 29212 h 131810"/>
                <a:gd name="csX2" fmla="*/ 18727 w 84335"/>
                <a:gd name="csY2" fmla="*/ 7607 h 131810"/>
                <a:gd name="csX3" fmla="*/ 42143 w 84335"/>
                <a:gd name="csY3" fmla="*/ 75 h 131810"/>
                <a:gd name="csX4" fmla="*/ 60399 w 84335"/>
                <a:gd name="csY4" fmla="*/ 4238 h 131810"/>
                <a:gd name="csX5" fmla="*/ 73298 w 84335"/>
                <a:gd name="csY5" fmla="*/ 16329 h 131810"/>
                <a:gd name="csX6" fmla="*/ 81434 w 84335"/>
                <a:gd name="csY6" fmla="*/ 35555 h 131810"/>
                <a:gd name="csX7" fmla="*/ 84410 w 84335"/>
                <a:gd name="csY7" fmla="*/ 66080 h 131810"/>
                <a:gd name="csX8" fmla="*/ 79648 w 84335"/>
                <a:gd name="csY8" fmla="*/ 102749 h 131810"/>
                <a:gd name="csX9" fmla="*/ 65559 w 84335"/>
                <a:gd name="csY9" fmla="*/ 124354 h 131810"/>
                <a:gd name="csX10" fmla="*/ 42143 w 84335"/>
                <a:gd name="csY10" fmla="*/ 131886 h 131810"/>
                <a:gd name="csX11" fmla="*/ 12774 w 84335"/>
                <a:gd name="csY11" fmla="*/ 118606 h 131810"/>
                <a:gd name="csX12" fmla="*/ 74 w 84335"/>
                <a:gd name="csY12" fmla="*/ 66080 h 131810"/>
                <a:gd name="csX13" fmla="*/ 16346 w 84335"/>
                <a:gd name="csY13" fmla="*/ 66080 h 131810"/>
                <a:gd name="csX14" fmla="*/ 23688 w 84335"/>
                <a:gd name="csY14" fmla="*/ 108299 h 131810"/>
                <a:gd name="csX15" fmla="*/ 42143 w 84335"/>
                <a:gd name="csY15" fmla="*/ 118804 h 131810"/>
                <a:gd name="csX16" fmla="*/ 60399 w 84335"/>
                <a:gd name="csY16" fmla="*/ 108299 h 131810"/>
                <a:gd name="csX17" fmla="*/ 67940 w 84335"/>
                <a:gd name="csY17" fmla="*/ 66080 h 131810"/>
                <a:gd name="csX18" fmla="*/ 60399 w 84335"/>
                <a:gd name="csY18" fmla="*/ 23662 h 131810"/>
                <a:gd name="csX19" fmla="*/ 41944 w 84335"/>
                <a:gd name="csY19" fmla="*/ 13157 h 131810"/>
                <a:gd name="csX20" fmla="*/ 24482 w 84335"/>
                <a:gd name="csY20" fmla="*/ 22473 h 131810"/>
                <a:gd name="csX21" fmla="*/ 16346 w 84335"/>
                <a:gd name="csY21" fmla="*/ 66080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74" y="66080"/>
                  </a:moveTo>
                  <a:cubicBezTo>
                    <a:pt x="74" y="50768"/>
                    <a:pt x="1562" y="38479"/>
                    <a:pt x="4638" y="29212"/>
                  </a:cubicBezTo>
                  <a:cubicBezTo>
                    <a:pt x="7813" y="19847"/>
                    <a:pt x="12476" y="12662"/>
                    <a:pt x="18727" y="7607"/>
                  </a:cubicBezTo>
                  <a:cubicBezTo>
                    <a:pt x="24928" y="2602"/>
                    <a:pt x="32717" y="75"/>
                    <a:pt x="42143" y="75"/>
                  </a:cubicBezTo>
                  <a:cubicBezTo>
                    <a:pt x="49138" y="75"/>
                    <a:pt x="55240" y="1463"/>
                    <a:pt x="60399" y="4238"/>
                  </a:cubicBezTo>
                  <a:cubicBezTo>
                    <a:pt x="65658" y="7013"/>
                    <a:pt x="69974" y="11076"/>
                    <a:pt x="73298" y="16329"/>
                  </a:cubicBezTo>
                  <a:cubicBezTo>
                    <a:pt x="76721" y="21631"/>
                    <a:pt x="79449" y="28023"/>
                    <a:pt x="81434" y="35555"/>
                  </a:cubicBezTo>
                  <a:cubicBezTo>
                    <a:pt x="83418" y="43087"/>
                    <a:pt x="84410" y="53295"/>
                    <a:pt x="84410" y="66080"/>
                  </a:cubicBezTo>
                  <a:cubicBezTo>
                    <a:pt x="84410" y="81144"/>
                    <a:pt x="82823" y="93384"/>
                    <a:pt x="79648" y="102749"/>
                  </a:cubicBezTo>
                  <a:cubicBezTo>
                    <a:pt x="76473" y="112015"/>
                    <a:pt x="71760" y="119201"/>
                    <a:pt x="65559" y="124354"/>
                  </a:cubicBezTo>
                  <a:cubicBezTo>
                    <a:pt x="59457" y="129409"/>
                    <a:pt x="51668" y="131886"/>
                    <a:pt x="42143" y="131886"/>
                  </a:cubicBezTo>
                  <a:cubicBezTo>
                    <a:pt x="29691" y="131886"/>
                    <a:pt x="19918" y="127476"/>
                    <a:pt x="12774" y="118606"/>
                  </a:cubicBezTo>
                  <a:cubicBezTo>
                    <a:pt x="4291" y="107803"/>
                    <a:pt x="74" y="90262"/>
                    <a:pt x="74" y="66080"/>
                  </a:cubicBezTo>
                  <a:close/>
                  <a:moveTo>
                    <a:pt x="16346" y="66080"/>
                  </a:moveTo>
                  <a:cubicBezTo>
                    <a:pt x="16346" y="87239"/>
                    <a:pt x="18777" y="101312"/>
                    <a:pt x="23688" y="108299"/>
                  </a:cubicBezTo>
                  <a:cubicBezTo>
                    <a:pt x="28699" y="115336"/>
                    <a:pt x="34850" y="118804"/>
                    <a:pt x="42143" y="118804"/>
                  </a:cubicBezTo>
                  <a:cubicBezTo>
                    <a:pt x="49386" y="118804"/>
                    <a:pt x="55488" y="115336"/>
                    <a:pt x="60399" y="108299"/>
                  </a:cubicBezTo>
                  <a:cubicBezTo>
                    <a:pt x="65410" y="101312"/>
                    <a:pt x="67940" y="87239"/>
                    <a:pt x="67940" y="66080"/>
                  </a:cubicBezTo>
                  <a:cubicBezTo>
                    <a:pt x="67940" y="44822"/>
                    <a:pt x="65410" y="30699"/>
                    <a:pt x="60399" y="23662"/>
                  </a:cubicBezTo>
                  <a:cubicBezTo>
                    <a:pt x="55488" y="16675"/>
                    <a:pt x="49336" y="13157"/>
                    <a:pt x="41944" y="13157"/>
                  </a:cubicBezTo>
                  <a:cubicBezTo>
                    <a:pt x="34652" y="13157"/>
                    <a:pt x="28848" y="16279"/>
                    <a:pt x="24482" y="22473"/>
                  </a:cubicBezTo>
                  <a:cubicBezTo>
                    <a:pt x="19025" y="30303"/>
                    <a:pt x="16346" y="44822"/>
                    <a:pt x="16346" y="6608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50" name="Grafik 637">
              <a:extLst>
                <a:ext uri="{FF2B5EF4-FFF2-40B4-BE49-F238E27FC236}">
                  <a16:creationId xmlns:a16="http://schemas.microsoft.com/office/drawing/2014/main" id="{7CF78249-D622-8A07-59C0-D429D620632F}"/>
                </a:ext>
              </a:extLst>
            </p:cNvPr>
            <p:cNvGrpSpPr/>
            <p:nvPr/>
          </p:nvGrpSpPr>
          <p:grpSpPr>
            <a:xfrm>
              <a:off x="7668048" y="6002878"/>
              <a:ext cx="310892" cy="131810"/>
              <a:chOff x="7668048" y="6002878"/>
              <a:chExt cx="310892" cy="131810"/>
            </a:xfrm>
            <a:solidFill>
              <a:srgbClr val="000000"/>
            </a:solidFill>
          </p:grpSpPr>
          <p:sp>
            <p:nvSpPr>
              <p:cNvPr id="751" name="Freihandform: Form 750">
                <a:extLst>
                  <a:ext uri="{FF2B5EF4-FFF2-40B4-BE49-F238E27FC236}">
                    <a16:creationId xmlns:a16="http://schemas.microsoft.com/office/drawing/2014/main" id="{5117E7C6-7E9C-BC83-D6DB-5A046C42610E}"/>
                  </a:ext>
                </a:extLst>
              </p:cNvPr>
              <p:cNvSpPr/>
              <p:nvPr/>
            </p:nvSpPr>
            <p:spPr>
              <a:xfrm>
                <a:off x="7668048" y="6002878"/>
                <a:ext cx="84335" cy="131810"/>
              </a:xfrm>
              <a:custGeom>
                <a:avLst/>
                <a:gdLst>
                  <a:gd name="csX0" fmla="*/ 103 w 84335"/>
                  <a:gd name="csY0" fmla="*/ 66080 h 131810"/>
                  <a:gd name="csX1" fmla="*/ 4668 w 84335"/>
                  <a:gd name="csY1" fmla="*/ 29212 h 131810"/>
                  <a:gd name="csX2" fmla="*/ 18757 w 84335"/>
                  <a:gd name="csY2" fmla="*/ 7607 h 131810"/>
                  <a:gd name="csX3" fmla="*/ 42172 w 84335"/>
                  <a:gd name="csY3" fmla="*/ 75 h 131810"/>
                  <a:gd name="csX4" fmla="*/ 60428 w 84335"/>
                  <a:gd name="csY4" fmla="*/ 4238 h 131810"/>
                  <a:gd name="csX5" fmla="*/ 73327 w 84335"/>
                  <a:gd name="csY5" fmla="*/ 16329 h 131810"/>
                  <a:gd name="csX6" fmla="*/ 81463 w 84335"/>
                  <a:gd name="csY6" fmla="*/ 35555 h 131810"/>
                  <a:gd name="csX7" fmla="*/ 84439 w 84335"/>
                  <a:gd name="csY7" fmla="*/ 66080 h 131810"/>
                  <a:gd name="csX8" fmla="*/ 79677 w 84335"/>
                  <a:gd name="csY8" fmla="*/ 102749 h 131810"/>
                  <a:gd name="csX9" fmla="*/ 65588 w 84335"/>
                  <a:gd name="csY9" fmla="*/ 124354 h 131810"/>
                  <a:gd name="csX10" fmla="*/ 42172 w 84335"/>
                  <a:gd name="csY10" fmla="*/ 131886 h 131810"/>
                  <a:gd name="csX11" fmla="*/ 12803 w 84335"/>
                  <a:gd name="csY11" fmla="*/ 118606 h 131810"/>
                  <a:gd name="csX12" fmla="*/ 103 w 84335"/>
                  <a:gd name="csY12" fmla="*/ 66080 h 131810"/>
                  <a:gd name="csX13" fmla="*/ 16375 w 84335"/>
                  <a:gd name="csY13" fmla="*/ 66080 h 131810"/>
                  <a:gd name="csX14" fmla="*/ 23718 w 84335"/>
                  <a:gd name="csY14" fmla="*/ 108299 h 131810"/>
                  <a:gd name="csX15" fmla="*/ 42172 w 84335"/>
                  <a:gd name="csY15" fmla="*/ 118804 h 131810"/>
                  <a:gd name="csX16" fmla="*/ 60428 w 84335"/>
                  <a:gd name="csY16" fmla="*/ 108299 h 131810"/>
                  <a:gd name="csX17" fmla="*/ 67969 w 84335"/>
                  <a:gd name="csY17" fmla="*/ 66080 h 131810"/>
                  <a:gd name="csX18" fmla="*/ 60428 w 84335"/>
                  <a:gd name="csY18" fmla="*/ 23662 h 131810"/>
                  <a:gd name="csX19" fmla="*/ 41974 w 84335"/>
                  <a:gd name="csY19" fmla="*/ 13157 h 131810"/>
                  <a:gd name="csX20" fmla="*/ 24511 w 84335"/>
                  <a:gd name="csY20" fmla="*/ 22473 h 131810"/>
                  <a:gd name="csX21" fmla="*/ 16375 w 84335"/>
                  <a:gd name="csY21" fmla="*/ 66080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03" y="66080"/>
                    </a:moveTo>
                    <a:cubicBezTo>
                      <a:pt x="103" y="50768"/>
                      <a:pt x="1592" y="38479"/>
                      <a:pt x="4668" y="29212"/>
                    </a:cubicBezTo>
                    <a:cubicBezTo>
                      <a:pt x="7843" y="19847"/>
                      <a:pt x="12506" y="12662"/>
                      <a:pt x="18757" y="7607"/>
                    </a:cubicBezTo>
                    <a:cubicBezTo>
                      <a:pt x="24958" y="2602"/>
                      <a:pt x="32746" y="75"/>
                      <a:pt x="42172" y="75"/>
                    </a:cubicBezTo>
                    <a:cubicBezTo>
                      <a:pt x="49167" y="75"/>
                      <a:pt x="55269" y="1463"/>
                      <a:pt x="60428" y="4238"/>
                    </a:cubicBezTo>
                    <a:cubicBezTo>
                      <a:pt x="65687" y="7013"/>
                      <a:pt x="70003" y="11076"/>
                      <a:pt x="73327" y="16329"/>
                    </a:cubicBezTo>
                    <a:cubicBezTo>
                      <a:pt x="76750" y="21631"/>
                      <a:pt x="79478" y="28023"/>
                      <a:pt x="81463" y="35555"/>
                    </a:cubicBezTo>
                    <a:cubicBezTo>
                      <a:pt x="83447" y="43087"/>
                      <a:pt x="84439" y="53295"/>
                      <a:pt x="84439" y="66080"/>
                    </a:cubicBezTo>
                    <a:cubicBezTo>
                      <a:pt x="84439" y="81144"/>
                      <a:pt x="82852" y="93384"/>
                      <a:pt x="79677" y="102749"/>
                    </a:cubicBezTo>
                    <a:cubicBezTo>
                      <a:pt x="76502" y="112015"/>
                      <a:pt x="71789" y="119201"/>
                      <a:pt x="65588" y="124354"/>
                    </a:cubicBezTo>
                    <a:cubicBezTo>
                      <a:pt x="59486" y="129409"/>
                      <a:pt x="51697" y="131886"/>
                      <a:pt x="42172" y="131886"/>
                    </a:cubicBezTo>
                    <a:cubicBezTo>
                      <a:pt x="29720" y="131886"/>
                      <a:pt x="19947" y="127476"/>
                      <a:pt x="12803" y="118606"/>
                    </a:cubicBezTo>
                    <a:cubicBezTo>
                      <a:pt x="4320" y="107803"/>
                      <a:pt x="103" y="90262"/>
                      <a:pt x="103" y="66080"/>
                    </a:cubicBezTo>
                    <a:close/>
                    <a:moveTo>
                      <a:pt x="16375" y="66080"/>
                    </a:moveTo>
                    <a:cubicBezTo>
                      <a:pt x="16375" y="87239"/>
                      <a:pt x="18806" y="101312"/>
                      <a:pt x="23718" y="108299"/>
                    </a:cubicBezTo>
                    <a:cubicBezTo>
                      <a:pt x="28728" y="115336"/>
                      <a:pt x="34880" y="118804"/>
                      <a:pt x="42172" y="118804"/>
                    </a:cubicBezTo>
                    <a:cubicBezTo>
                      <a:pt x="49415" y="118804"/>
                      <a:pt x="55517" y="115336"/>
                      <a:pt x="60428" y="108299"/>
                    </a:cubicBezTo>
                    <a:cubicBezTo>
                      <a:pt x="65439" y="101312"/>
                      <a:pt x="67969" y="87239"/>
                      <a:pt x="67969" y="66080"/>
                    </a:cubicBezTo>
                    <a:cubicBezTo>
                      <a:pt x="67969" y="44822"/>
                      <a:pt x="65439" y="30699"/>
                      <a:pt x="60428" y="23662"/>
                    </a:cubicBezTo>
                    <a:cubicBezTo>
                      <a:pt x="55517" y="16675"/>
                      <a:pt x="49366" y="13157"/>
                      <a:pt x="41974" y="13157"/>
                    </a:cubicBezTo>
                    <a:cubicBezTo>
                      <a:pt x="34681" y="13157"/>
                      <a:pt x="28877" y="16279"/>
                      <a:pt x="24511" y="22473"/>
                    </a:cubicBezTo>
                    <a:cubicBezTo>
                      <a:pt x="19054" y="30303"/>
                      <a:pt x="16375" y="44822"/>
                      <a:pt x="16375" y="660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Freihandform: Form 751">
                <a:extLst>
                  <a:ext uri="{FF2B5EF4-FFF2-40B4-BE49-F238E27FC236}">
                    <a16:creationId xmlns:a16="http://schemas.microsoft.com/office/drawing/2014/main" id="{019DB928-2EA1-7DB9-13FB-9639D114F8A8}"/>
                  </a:ext>
                </a:extLst>
              </p:cNvPr>
              <p:cNvSpPr/>
              <p:nvPr/>
            </p:nvSpPr>
            <p:spPr>
              <a:xfrm>
                <a:off x="7777461" y="6114471"/>
                <a:ext cx="18057" cy="18037"/>
              </a:xfrm>
              <a:custGeom>
                <a:avLst/>
                <a:gdLst>
                  <a:gd name="csX0" fmla="*/ 111 w 18057"/>
                  <a:gd name="csY0" fmla="*/ 18113 h 18037"/>
                  <a:gd name="csX1" fmla="*/ 111 w 18057"/>
                  <a:gd name="csY1" fmla="*/ 75 h 18037"/>
                  <a:gd name="csX2" fmla="*/ 18169 w 18057"/>
                  <a:gd name="csY2" fmla="*/ 75 h 18037"/>
                  <a:gd name="csX3" fmla="*/ 18169 w 18057"/>
                  <a:gd name="csY3" fmla="*/ 1811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11" y="18113"/>
                    </a:moveTo>
                    <a:lnTo>
                      <a:pt x="111" y="75"/>
                    </a:lnTo>
                    <a:lnTo>
                      <a:pt x="18169" y="75"/>
                    </a:lnTo>
                    <a:lnTo>
                      <a:pt x="18169" y="1811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Freihandform: Form 752">
                <a:extLst>
                  <a:ext uri="{FF2B5EF4-FFF2-40B4-BE49-F238E27FC236}">
                    <a16:creationId xmlns:a16="http://schemas.microsoft.com/office/drawing/2014/main" id="{0C04E937-B883-17B3-8E69-6D6E449A4397}"/>
                  </a:ext>
                </a:extLst>
              </p:cNvPr>
              <p:cNvSpPr/>
              <p:nvPr/>
            </p:nvSpPr>
            <p:spPr>
              <a:xfrm>
                <a:off x="7813569" y="6003473"/>
                <a:ext cx="89296" cy="129036"/>
              </a:xfrm>
              <a:custGeom>
                <a:avLst/>
                <a:gdLst>
                  <a:gd name="csX0" fmla="*/ 56075 w 89296"/>
                  <a:gd name="csY0" fmla="*/ 129111 h 129036"/>
                  <a:gd name="csX1" fmla="*/ 56075 w 89296"/>
                  <a:gd name="csY1" fmla="*/ 98190 h 129036"/>
                  <a:gd name="csX2" fmla="*/ 115 w 89296"/>
                  <a:gd name="csY2" fmla="*/ 98190 h 129036"/>
                  <a:gd name="csX3" fmla="*/ 115 w 89296"/>
                  <a:gd name="csY3" fmla="*/ 83721 h 129036"/>
                  <a:gd name="csX4" fmla="*/ 59051 w 89296"/>
                  <a:gd name="csY4" fmla="*/ 75 h 129036"/>
                  <a:gd name="csX5" fmla="*/ 71950 w 89296"/>
                  <a:gd name="csY5" fmla="*/ 75 h 129036"/>
                  <a:gd name="csX6" fmla="*/ 71950 w 89296"/>
                  <a:gd name="csY6" fmla="*/ 83721 h 129036"/>
                  <a:gd name="csX7" fmla="*/ 89412 w 89296"/>
                  <a:gd name="csY7" fmla="*/ 83721 h 129036"/>
                  <a:gd name="csX8" fmla="*/ 89412 w 89296"/>
                  <a:gd name="csY8" fmla="*/ 98190 h 129036"/>
                  <a:gd name="csX9" fmla="*/ 71950 w 89296"/>
                  <a:gd name="csY9" fmla="*/ 98190 h 129036"/>
                  <a:gd name="csX10" fmla="*/ 71950 w 89296"/>
                  <a:gd name="csY10" fmla="*/ 129111 h 129036"/>
                  <a:gd name="csX11" fmla="*/ 56075 w 89296"/>
                  <a:gd name="csY11" fmla="*/ 83721 h 129036"/>
                  <a:gd name="csX12" fmla="*/ 56075 w 89296"/>
                  <a:gd name="csY12" fmla="*/ 25446 h 129036"/>
                  <a:gd name="csX13" fmla="*/ 15593 w 89296"/>
                  <a:gd name="csY13" fmla="*/ 83721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6075" y="129111"/>
                    </a:moveTo>
                    <a:lnTo>
                      <a:pt x="56075" y="98190"/>
                    </a:lnTo>
                    <a:lnTo>
                      <a:pt x="115" y="98190"/>
                    </a:lnTo>
                    <a:lnTo>
                      <a:pt x="115" y="83721"/>
                    </a:lnTo>
                    <a:lnTo>
                      <a:pt x="59051" y="75"/>
                    </a:lnTo>
                    <a:lnTo>
                      <a:pt x="71950" y="75"/>
                    </a:lnTo>
                    <a:lnTo>
                      <a:pt x="71950" y="83721"/>
                    </a:lnTo>
                    <a:lnTo>
                      <a:pt x="89412" y="83721"/>
                    </a:lnTo>
                    <a:lnTo>
                      <a:pt x="89412" y="98190"/>
                    </a:lnTo>
                    <a:lnTo>
                      <a:pt x="71950" y="98190"/>
                    </a:lnTo>
                    <a:lnTo>
                      <a:pt x="71950" y="129111"/>
                    </a:lnTo>
                    <a:close/>
                    <a:moveTo>
                      <a:pt x="56075" y="83721"/>
                    </a:moveTo>
                    <a:lnTo>
                      <a:pt x="56075" y="25446"/>
                    </a:lnTo>
                    <a:lnTo>
                      <a:pt x="15593" y="8372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ihandform: Form 753">
                <a:extLst>
                  <a:ext uri="{FF2B5EF4-FFF2-40B4-BE49-F238E27FC236}">
                    <a16:creationId xmlns:a16="http://schemas.microsoft.com/office/drawing/2014/main" id="{5A2D371A-C37E-CDBD-C230-D4FDAE597F8F}"/>
                  </a:ext>
                </a:extLst>
              </p:cNvPr>
              <p:cNvSpPr/>
              <p:nvPr/>
            </p:nvSpPr>
            <p:spPr>
              <a:xfrm>
                <a:off x="7931316" y="6002878"/>
                <a:ext cx="47625" cy="129630"/>
              </a:xfrm>
              <a:custGeom>
                <a:avLst/>
                <a:gdLst>
                  <a:gd name="csX0" fmla="*/ 47748 w 47625"/>
                  <a:gd name="csY0" fmla="*/ 129706 h 129630"/>
                  <a:gd name="csX1" fmla="*/ 31873 w 47625"/>
                  <a:gd name="csY1" fmla="*/ 129706 h 129630"/>
                  <a:gd name="csX2" fmla="*/ 31873 w 47625"/>
                  <a:gd name="csY2" fmla="*/ 28618 h 129630"/>
                  <a:gd name="csX3" fmla="*/ 16792 w 47625"/>
                  <a:gd name="csY3" fmla="*/ 39718 h 129630"/>
                  <a:gd name="csX4" fmla="*/ 123 w 47625"/>
                  <a:gd name="csY4" fmla="*/ 47844 h 129630"/>
                  <a:gd name="csX5" fmla="*/ 123 w 47625"/>
                  <a:gd name="csY5" fmla="*/ 32384 h 129630"/>
                  <a:gd name="csX6" fmla="*/ 23340 w 47625"/>
                  <a:gd name="csY6" fmla="*/ 17320 h 129630"/>
                  <a:gd name="csX7" fmla="*/ 37429 w 47625"/>
                  <a:gd name="csY7" fmla="*/ 75 h 129630"/>
                  <a:gd name="csX8" fmla="*/ 47748 w 47625"/>
                  <a:gd name="csY8" fmla="*/ 75 h 1296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7625" h="129630">
                    <a:moveTo>
                      <a:pt x="47748" y="129706"/>
                    </a:moveTo>
                    <a:lnTo>
                      <a:pt x="31873" y="129706"/>
                    </a:lnTo>
                    <a:lnTo>
                      <a:pt x="31873" y="28618"/>
                    </a:lnTo>
                    <a:cubicBezTo>
                      <a:pt x="28004" y="32334"/>
                      <a:pt x="22993" y="36051"/>
                      <a:pt x="16792" y="39718"/>
                    </a:cubicBezTo>
                    <a:cubicBezTo>
                      <a:pt x="10541" y="43285"/>
                      <a:pt x="4985" y="46011"/>
                      <a:pt x="123" y="47844"/>
                    </a:cubicBezTo>
                    <a:lnTo>
                      <a:pt x="123" y="32384"/>
                    </a:lnTo>
                    <a:cubicBezTo>
                      <a:pt x="8954" y="28320"/>
                      <a:pt x="16693" y="23266"/>
                      <a:pt x="23340" y="17320"/>
                    </a:cubicBezTo>
                    <a:cubicBezTo>
                      <a:pt x="30087" y="11373"/>
                      <a:pt x="34751" y="5625"/>
                      <a:pt x="37429" y="75"/>
                    </a:cubicBezTo>
                    <a:lnTo>
                      <a:pt x="47748" y="75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55" name="Grafik 637">
              <a:extLst>
                <a:ext uri="{FF2B5EF4-FFF2-40B4-BE49-F238E27FC236}">
                  <a16:creationId xmlns:a16="http://schemas.microsoft.com/office/drawing/2014/main" id="{53A7F77F-BD07-E680-08E5-80429E30CD4E}"/>
                </a:ext>
              </a:extLst>
            </p:cNvPr>
            <p:cNvGrpSpPr/>
            <p:nvPr/>
          </p:nvGrpSpPr>
          <p:grpSpPr>
            <a:xfrm>
              <a:off x="8165860" y="6002878"/>
              <a:ext cx="335697" cy="131810"/>
              <a:chOff x="8165860" y="6002878"/>
              <a:chExt cx="335697" cy="131810"/>
            </a:xfrm>
            <a:solidFill>
              <a:srgbClr val="000000"/>
            </a:solidFill>
          </p:grpSpPr>
          <p:sp>
            <p:nvSpPr>
              <p:cNvPr id="756" name="Freihandform: Form 755">
                <a:extLst>
                  <a:ext uri="{FF2B5EF4-FFF2-40B4-BE49-F238E27FC236}">
                    <a16:creationId xmlns:a16="http://schemas.microsoft.com/office/drawing/2014/main" id="{E73F2CDC-D9B3-9459-F704-BCE530B45ABF}"/>
                  </a:ext>
                </a:extLst>
              </p:cNvPr>
              <p:cNvSpPr/>
              <p:nvPr/>
            </p:nvSpPr>
            <p:spPr>
              <a:xfrm>
                <a:off x="8165860" y="6002878"/>
                <a:ext cx="84335" cy="131810"/>
              </a:xfrm>
              <a:custGeom>
                <a:avLst/>
                <a:gdLst>
                  <a:gd name="csX0" fmla="*/ 143 w 84335"/>
                  <a:gd name="csY0" fmla="*/ 66080 h 131810"/>
                  <a:gd name="csX1" fmla="*/ 4707 w 84335"/>
                  <a:gd name="csY1" fmla="*/ 29212 h 131810"/>
                  <a:gd name="csX2" fmla="*/ 18796 w 84335"/>
                  <a:gd name="csY2" fmla="*/ 7607 h 131810"/>
                  <a:gd name="csX3" fmla="*/ 42211 w 84335"/>
                  <a:gd name="csY3" fmla="*/ 75 h 131810"/>
                  <a:gd name="csX4" fmla="*/ 60468 w 84335"/>
                  <a:gd name="csY4" fmla="*/ 4238 h 131810"/>
                  <a:gd name="csX5" fmla="*/ 73366 w 84335"/>
                  <a:gd name="csY5" fmla="*/ 16329 h 131810"/>
                  <a:gd name="csX6" fmla="*/ 81502 w 84335"/>
                  <a:gd name="csY6" fmla="*/ 35555 h 131810"/>
                  <a:gd name="csX7" fmla="*/ 84479 w 84335"/>
                  <a:gd name="csY7" fmla="*/ 66080 h 131810"/>
                  <a:gd name="csX8" fmla="*/ 79716 w 84335"/>
                  <a:gd name="csY8" fmla="*/ 102749 h 131810"/>
                  <a:gd name="csX9" fmla="*/ 65627 w 84335"/>
                  <a:gd name="csY9" fmla="*/ 124354 h 131810"/>
                  <a:gd name="csX10" fmla="*/ 42211 w 84335"/>
                  <a:gd name="csY10" fmla="*/ 131886 h 131810"/>
                  <a:gd name="csX11" fmla="*/ 12843 w 84335"/>
                  <a:gd name="csY11" fmla="*/ 118606 h 131810"/>
                  <a:gd name="csX12" fmla="*/ 143 w 84335"/>
                  <a:gd name="csY12" fmla="*/ 66080 h 131810"/>
                  <a:gd name="csX13" fmla="*/ 16415 w 84335"/>
                  <a:gd name="csY13" fmla="*/ 66080 h 131810"/>
                  <a:gd name="csX14" fmla="*/ 23757 w 84335"/>
                  <a:gd name="csY14" fmla="*/ 108299 h 131810"/>
                  <a:gd name="csX15" fmla="*/ 42211 w 84335"/>
                  <a:gd name="csY15" fmla="*/ 118804 h 131810"/>
                  <a:gd name="csX16" fmla="*/ 60468 w 84335"/>
                  <a:gd name="csY16" fmla="*/ 108299 h 131810"/>
                  <a:gd name="csX17" fmla="*/ 68008 w 84335"/>
                  <a:gd name="csY17" fmla="*/ 66080 h 131810"/>
                  <a:gd name="csX18" fmla="*/ 60468 w 84335"/>
                  <a:gd name="csY18" fmla="*/ 23662 h 131810"/>
                  <a:gd name="csX19" fmla="*/ 42013 w 84335"/>
                  <a:gd name="csY19" fmla="*/ 13157 h 131810"/>
                  <a:gd name="csX20" fmla="*/ 24550 w 84335"/>
                  <a:gd name="csY20" fmla="*/ 22473 h 131810"/>
                  <a:gd name="csX21" fmla="*/ 16415 w 84335"/>
                  <a:gd name="csY21" fmla="*/ 66080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43" y="66080"/>
                    </a:moveTo>
                    <a:cubicBezTo>
                      <a:pt x="143" y="50768"/>
                      <a:pt x="1631" y="38479"/>
                      <a:pt x="4707" y="29212"/>
                    </a:cubicBezTo>
                    <a:cubicBezTo>
                      <a:pt x="7882" y="19847"/>
                      <a:pt x="12545" y="12662"/>
                      <a:pt x="18796" y="7607"/>
                    </a:cubicBezTo>
                    <a:cubicBezTo>
                      <a:pt x="24997" y="2602"/>
                      <a:pt x="32786" y="75"/>
                      <a:pt x="42211" y="75"/>
                    </a:cubicBezTo>
                    <a:cubicBezTo>
                      <a:pt x="49206" y="75"/>
                      <a:pt x="55308" y="1463"/>
                      <a:pt x="60468" y="4238"/>
                    </a:cubicBezTo>
                    <a:cubicBezTo>
                      <a:pt x="65726" y="7013"/>
                      <a:pt x="70042" y="11076"/>
                      <a:pt x="73366" y="16329"/>
                    </a:cubicBezTo>
                    <a:cubicBezTo>
                      <a:pt x="76789" y="21631"/>
                      <a:pt x="79518" y="28023"/>
                      <a:pt x="81502" y="35555"/>
                    </a:cubicBezTo>
                    <a:cubicBezTo>
                      <a:pt x="83486" y="43087"/>
                      <a:pt x="84479" y="53295"/>
                      <a:pt x="84479" y="66080"/>
                    </a:cubicBezTo>
                    <a:cubicBezTo>
                      <a:pt x="84479" y="81144"/>
                      <a:pt x="82891" y="93384"/>
                      <a:pt x="79716" y="102749"/>
                    </a:cubicBezTo>
                    <a:cubicBezTo>
                      <a:pt x="76541" y="112015"/>
                      <a:pt x="71828" y="119201"/>
                      <a:pt x="65627" y="124354"/>
                    </a:cubicBezTo>
                    <a:cubicBezTo>
                      <a:pt x="59525" y="129409"/>
                      <a:pt x="51736" y="131886"/>
                      <a:pt x="42211" y="131886"/>
                    </a:cubicBezTo>
                    <a:cubicBezTo>
                      <a:pt x="29759" y="131886"/>
                      <a:pt x="19986" y="127476"/>
                      <a:pt x="12843" y="118606"/>
                    </a:cubicBezTo>
                    <a:cubicBezTo>
                      <a:pt x="4359" y="107803"/>
                      <a:pt x="143" y="90262"/>
                      <a:pt x="143" y="66080"/>
                    </a:cubicBezTo>
                    <a:close/>
                    <a:moveTo>
                      <a:pt x="16415" y="66080"/>
                    </a:moveTo>
                    <a:cubicBezTo>
                      <a:pt x="16415" y="87239"/>
                      <a:pt x="18845" y="101312"/>
                      <a:pt x="23757" y="108299"/>
                    </a:cubicBezTo>
                    <a:cubicBezTo>
                      <a:pt x="28767" y="115336"/>
                      <a:pt x="34919" y="118804"/>
                      <a:pt x="42211" y="118804"/>
                    </a:cubicBezTo>
                    <a:cubicBezTo>
                      <a:pt x="49454" y="118804"/>
                      <a:pt x="55556" y="115336"/>
                      <a:pt x="60468" y="108299"/>
                    </a:cubicBezTo>
                    <a:cubicBezTo>
                      <a:pt x="65478" y="101312"/>
                      <a:pt x="68008" y="87239"/>
                      <a:pt x="68008" y="66080"/>
                    </a:cubicBezTo>
                    <a:cubicBezTo>
                      <a:pt x="68008" y="44822"/>
                      <a:pt x="65478" y="30699"/>
                      <a:pt x="60468" y="23662"/>
                    </a:cubicBezTo>
                    <a:cubicBezTo>
                      <a:pt x="55556" y="16675"/>
                      <a:pt x="49405" y="13157"/>
                      <a:pt x="42013" y="13157"/>
                    </a:cubicBezTo>
                    <a:cubicBezTo>
                      <a:pt x="34720" y="13157"/>
                      <a:pt x="28916" y="16279"/>
                      <a:pt x="24550" y="22473"/>
                    </a:cubicBezTo>
                    <a:cubicBezTo>
                      <a:pt x="19093" y="30303"/>
                      <a:pt x="16415" y="44822"/>
                      <a:pt x="16415" y="660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ihandform: Form 756">
                <a:extLst>
                  <a:ext uri="{FF2B5EF4-FFF2-40B4-BE49-F238E27FC236}">
                    <a16:creationId xmlns:a16="http://schemas.microsoft.com/office/drawing/2014/main" id="{F6B61A05-EB77-8547-945E-DD21525643D7}"/>
                  </a:ext>
                </a:extLst>
              </p:cNvPr>
              <p:cNvSpPr/>
              <p:nvPr/>
            </p:nvSpPr>
            <p:spPr>
              <a:xfrm>
                <a:off x="8275273" y="6114471"/>
                <a:ext cx="18057" cy="18037"/>
              </a:xfrm>
              <a:custGeom>
                <a:avLst/>
                <a:gdLst>
                  <a:gd name="csX0" fmla="*/ 151 w 18057"/>
                  <a:gd name="csY0" fmla="*/ 18113 h 18037"/>
                  <a:gd name="csX1" fmla="*/ 151 w 18057"/>
                  <a:gd name="csY1" fmla="*/ 75 h 18037"/>
                  <a:gd name="csX2" fmla="*/ 18208 w 18057"/>
                  <a:gd name="csY2" fmla="*/ 75 h 18037"/>
                  <a:gd name="csX3" fmla="*/ 18208 w 18057"/>
                  <a:gd name="csY3" fmla="*/ 1811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51" y="18113"/>
                    </a:moveTo>
                    <a:lnTo>
                      <a:pt x="151" y="75"/>
                    </a:lnTo>
                    <a:lnTo>
                      <a:pt x="18208" y="75"/>
                    </a:lnTo>
                    <a:lnTo>
                      <a:pt x="18208" y="1811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Freihandform: Form 757">
                <a:extLst>
                  <a:ext uri="{FF2B5EF4-FFF2-40B4-BE49-F238E27FC236}">
                    <a16:creationId xmlns:a16="http://schemas.microsoft.com/office/drawing/2014/main" id="{88DA608A-DA21-B5EC-91AF-A48DD1BABC38}"/>
                  </a:ext>
                </a:extLst>
              </p:cNvPr>
              <p:cNvSpPr/>
              <p:nvPr/>
            </p:nvSpPr>
            <p:spPr>
              <a:xfrm>
                <a:off x="8316342" y="6002878"/>
                <a:ext cx="85129" cy="131810"/>
              </a:xfrm>
              <a:custGeom>
                <a:avLst/>
                <a:gdLst>
                  <a:gd name="csX0" fmla="*/ 24761 w 85129"/>
                  <a:gd name="csY0" fmla="*/ 59737 h 131810"/>
                  <a:gd name="csX1" fmla="*/ 10076 w 85129"/>
                  <a:gd name="csY1" fmla="*/ 49430 h 131810"/>
                  <a:gd name="csX2" fmla="*/ 5314 w 85129"/>
                  <a:gd name="csY2" fmla="*/ 33375 h 131810"/>
                  <a:gd name="csX3" fmla="*/ 15434 w 85129"/>
                  <a:gd name="csY3" fmla="*/ 9788 h 131810"/>
                  <a:gd name="csX4" fmla="*/ 42422 w 85129"/>
                  <a:gd name="csY4" fmla="*/ 75 h 131810"/>
                  <a:gd name="csX5" fmla="*/ 69608 w 85129"/>
                  <a:gd name="csY5" fmla="*/ 9986 h 131810"/>
                  <a:gd name="csX6" fmla="*/ 79926 w 85129"/>
                  <a:gd name="csY6" fmla="*/ 33771 h 131810"/>
                  <a:gd name="csX7" fmla="*/ 75164 w 85129"/>
                  <a:gd name="csY7" fmla="*/ 49430 h 131810"/>
                  <a:gd name="csX8" fmla="*/ 60876 w 85129"/>
                  <a:gd name="csY8" fmla="*/ 59737 h 131810"/>
                  <a:gd name="csX9" fmla="*/ 78934 w 85129"/>
                  <a:gd name="csY9" fmla="*/ 72224 h 131810"/>
                  <a:gd name="csX10" fmla="*/ 85284 w 85129"/>
                  <a:gd name="csY10" fmla="*/ 92838 h 131810"/>
                  <a:gd name="csX11" fmla="*/ 73576 w 85129"/>
                  <a:gd name="csY11" fmla="*/ 120588 h 131810"/>
                  <a:gd name="csX12" fmla="*/ 42620 w 85129"/>
                  <a:gd name="csY12" fmla="*/ 131886 h 131810"/>
                  <a:gd name="csX13" fmla="*/ 11862 w 85129"/>
                  <a:gd name="csY13" fmla="*/ 120588 h 131810"/>
                  <a:gd name="csX14" fmla="*/ 155 w 85129"/>
                  <a:gd name="csY14" fmla="*/ 92442 h 131810"/>
                  <a:gd name="csX15" fmla="*/ 6505 w 85129"/>
                  <a:gd name="csY15" fmla="*/ 71233 h 131810"/>
                  <a:gd name="csX16" fmla="*/ 24761 w 85129"/>
                  <a:gd name="csY16" fmla="*/ 59737 h 131810"/>
                  <a:gd name="csX17" fmla="*/ 21586 w 85129"/>
                  <a:gd name="csY17" fmla="*/ 32780 h 131810"/>
                  <a:gd name="csX18" fmla="*/ 27340 w 85129"/>
                  <a:gd name="csY18" fmla="*/ 47844 h 131810"/>
                  <a:gd name="csX19" fmla="*/ 42819 w 85129"/>
                  <a:gd name="csY19" fmla="*/ 53592 h 131810"/>
                  <a:gd name="csX20" fmla="*/ 57701 w 85129"/>
                  <a:gd name="csY20" fmla="*/ 47844 h 131810"/>
                  <a:gd name="csX21" fmla="*/ 63655 w 85129"/>
                  <a:gd name="csY21" fmla="*/ 33771 h 131810"/>
                  <a:gd name="csX22" fmla="*/ 57503 w 85129"/>
                  <a:gd name="csY22" fmla="*/ 19104 h 131810"/>
                  <a:gd name="csX23" fmla="*/ 42620 w 85129"/>
                  <a:gd name="csY23" fmla="*/ 13157 h 131810"/>
                  <a:gd name="csX24" fmla="*/ 27539 w 85129"/>
                  <a:gd name="csY24" fmla="*/ 18905 h 131810"/>
                  <a:gd name="csX25" fmla="*/ 21586 w 85129"/>
                  <a:gd name="csY25" fmla="*/ 32780 h 131810"/>
                  <a:gd name="csX26" fmla="*/ 16426 w 85129"/>
                  <a:gd name="csY26" fmla="*/ 92442 h 131810"/>
                  <a:gd name="csX27" fmla="*/ 19601 w 85129"/>
                  <a:gd name="csY27" fmla="*/ 105524 h 131810"/>
                  <a:gd name="csX28" fmla="*/ 29325 w 85129"/>
                  <a:gd name="csY28" fmla="*/ 115435 h 131810"/>
                  <a:gd name="csX29" fmla="*/ 42819 w 85129"/>
                  <a:gd name="csY29" fmla="*/ 118804 h 131810"/>
                  <a:gd name="csX30" fmla="*/ 61670 w 85129"/>
                  <a:gd name="csY30" fmla="*/ 111669 h 131810"/>
                  <a:gd name="csX31" fmla="*/ 69012 w 85129"/>
                  <a:gd name="csY31" fmla="*/ 93037 h 131810"/>
                  <a:gd name="csX32" fmla="*/ 61273 w 85129"/>
                  <a:gd name="csY32" fmla="*/ 74008 h 131810"/>
                  <a:gd name="csX33" fmla="*/ 42422 w 85129"/>
                  <a:gd name="csY33" fmla="*/ 66476 h 131810"/>
                  <a:gd name="csX34" fmla="*/ 23769 w 85129"/>
                  <a:gd name="csY34" fmla="*/ 74008 h 131810"/>
                  <a:gd name="csX35" fmla="*/ 16426 w 85129"/>
                  <a:gd name="csY35" fmla="*/ 92442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85129" h="131810">
                    <a:moveTo>
                      <a:pt x="24761" y="59737"/>
                    </a:moveTo>
                    <a:cubicBezTo>
                      <a:pt x="18113" y="57359"/>
                      <a:pt x="13251" y="53939"/>
                      <a:pt x="10076" y="49430"/>
                    </a:cubicBezTo>
                    <a:cubicBezTo>
                      <a:pt x="6901" y="44970"/>
                      <a:pt x="5314" y="39619"/>
                      <a:pt x="5314" y="33375"/>
                    </a:cubicBezTo>
                    <a:cubicBezTo>
                      <a:pt x="5314" y="24009"/>
                      <a:pt x="8687" y="16130"/>
                      <a:pt x="15434" y="9788"/>
                    </a:cubicBezTo>
                    <a:cubicBezTo>
                      <a:pt x="22181" y="3346"/>
                      <a:pt x="31160" y="75"/>
                      <a:pt x="42422" y="75"/>
                    </a:cubicBezTo>
                    <a:cubicBezTo>
                      <a:pt x="53633" y="75"/>
                      <a:pt x="62712" y="3395"/>
                      <a:pt x="69608" y="9986"/>
                    </a:cubicBezTo>
                    <a:cubicBezTo>
                      <a:pt x="76454" y="16477"/>
                      <a:pt x="79926" y="24406"/>
                      <a:pt x="79926" y="33771"/>
                    </a:cubicBezTo>
                    <a:cubicBezTo>
                      <a:pt x="79926" y="39718"/>
                      <a:pt x="78339" y="44970"/>
                      <a:pt x="75164" y="49430"/>
                    </a:cubicBezTo>
                    <a:cubicBezTo>
                      <a:pt x="72088" y="53939"/>
                      <a:pt x="67326" y="57359"/>
                      <a:pt x="60876" y="59737"/>
                    </a:cubicBezTo>
                    <a:cubicBezTo>
                      <a:pt x="68814" y="62264"/>
                      <a:pt x="74817" y="66427"/>
                      <a:pt x="78934" y="72224"/>
                    </a:cubicBezTo>
                    <a:cubicBezTo>
                      <a:pt x="83151" y="77923"/>
                      <a:pt x="85284" y="84811"/>
                      <a:pt x="85284" y="92838"/>
                    </a:cubicBezTo>
                    <a:cubicBezTo>
                      <a:pt x="85284" y="103839"/>
                      <a:pt x="81365" y="113056"/>
                      <a:pt x="73576" y="120588"/>
                    </a:cubicBezTo>
                    <a:cubicBezTo>
                      <a:pt x="65738" y="128120"/>
                      <a:pt x="55419" y="131886"/>
                      <a:pt x="42620" y="131886"/>
                    </a:cubicBezTo>
                    <a:cubicBezTo>
                      <a:pt x="29920" y="131886"/>
                      <a:pt x="19651" y="128120"/>
                      <a:pt x="11862" y="120588"/>
                    </a:cubicBezTo>
                    <a:cubicBezTo>
                      <a:pt x="4024" y="113056"/>
                      <a:pt x="155" y="103691"/>
                      <a:pt x="155" y="92442"/>
                    </a:cubicBezTo>
                    <a:cubicBezTo>
                      <a:pt x="155" y="84018"/>
                      <a:pt x="2238" y="76932"/>
                      <a:pt x="6505" y="71233"/>
                    </a:cubicBezTo>
                    <a:cubicBezTo>
                      <a:pt x="10721" y="65584"/>
                      <a:pt x="16823" y="61719"/>
                      <a:pt x="24761" y="59737"/>
                    </a:cubicBezTo>
                    <a:close/>
                    <a:moveTo>
                      <a:pt x="21586" y="32780"/>
                    </a:moveTo>
                    <a:cubicBezTo>
                      <a:pt x="21586" y="38875"/>
                      <a:pt x="23471" y="43880"/>
                      <a:pt x="27340" y="47844"/>
                    </a:cubicBezTo>
                    <a:cubicBezTo>
                      <a:pt x="31309" y="51709"/>
                      <a:pt x="36469" y="53592"/>
                      <a:pt x="42819" y="53592"/>
                    </a:cubicBezTo>
                    <a:cubicBezTo>
                      <a:pt x="48871" y="53592"/>
                      <a:pt x="53832" y="51709"/>
                      <a:pt x="57701" y="47844"/>
                    </a:cubicBezTo>
                    <a:cubicBezTo>
                      <a:pt x="61670" y="44029"/>
                      <a:pt x="63655" y="39321"/>
                      <a:pt x="63655" y="33771"/>
                    </a:cubicBezTo>
                    <a:cubicBezTo>
                      <a:pt x="63655" y="27974"/>
                      <a:pt x="61571" y="23068"/>
                      <a:pt x="57503" y="19104"/>
                    </a:cubicBezTo>
                    <a:cubicBezTo>
                      <a:pt x="53534" y="15139"/>
                      <a:pt x="48573" y="13157"/>
                      <a:pt x="42620" y="13157"/>
                    </a:cubicBezTo>
                    <a:cubicBezTo>
                      <a:pt x="36518" y="13157"/>
                      <a:pt x="31508" y="15090"/>
                      <a:pt x="27539" y="18905"/>
                    </a:cubicBezTo>
                    <a:cubicBezTo>
                      <a:pt x="23570" y="22771"/>
                      <a:pt x="21586" y="27379"/>
                      <a:pt x="21586" y="32780"/>
                    </a:cubicBezTo>
                    <a:close/>
                    <a:moveTo>
                      <a:pt x="16426" y="92442"/>
                    </a:moveTo>
                    <a:cubicBezTo>
                      <a:pt x="16426" y="96951"/>
                      <a:pt x="17468" y="101312"/>
                      <a:pt x="19601" y="105524"/>
                    </a:cubicBezTo>
                    <a:cubicBezTo>
                      <a:pt x="21834" y="109786"/>
                      <a:pt x="25058" y="113056"/>
                      <a:pt x="29325" y="115435"/>
                    </a:cubicBezTo>
                    <a:cubicBezTo>
                      <a:pt x="33542" y="117714"/>
                      <a:pt x="38056" y="118804"/>
                      <a:pt x="42819" y="118804"/>
                    </a:cubicBezTo>
                    <a:cubicBezTo>
                      <a:pt x="50458" y="118804"/>
                      <a:pt x="56759" y="116426"/>
                      <a:pt x="61670" y="111669"/>
                    </a:cubicBezTo>
                    <a:cubicBezTo>
                      <a:pt x="66532" y="106812"/>
                      <a:pt x="69012" y="100569"/>
                      <a:pt x="69012" y="93037"/>
                    </a:cubicBezTo>
                    <a:cubicBezTo>
                      <a:pt x="69012" y="85406"/>
                      <a:pt x="66433" y="79063"/>
                      <a:pt x="61273" y="74008"/>
                    </a:cubicBezTo>
                    <a:cubicBezTo>
                      <a:pt x="56213" y="69003"/>
                      <a:pt x="49962" y="66476"/>
                      <a:pt x="42422" y="66476"/>
                    </a:cubicBezTo>
                    <a:cubicBezTo>
                      <a:pt x="34881" y="66476"/>
                      <a:pt x="28630" y="69003"/>
                      <a:pt x="23769" y="74008"/>
                    </a:cubicBezTo>
                    <a:cubicBezTo>
                      <a:pt x="18857" y="78914"/>
                      <a:pt x="16426" y="85059"/>
                      <a:pt x="16426" y="9244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Freihandform: Form 758">
                <a:extLst>
                  <a:ext uri="{FF2B5EF4-FFF2-40B4-BE49-F238E27FC236}">
                    <a16:creationId xmlns:a16="http://schemas.microsoft.com/office/drawing/2014/main" id="{40F6C9A5-4137-B526-0FBC-E43B3605D883}"/>
                  </a:ext>
                </a:extLst>
              </p:cNvPr>
              <p:cNvSpPr/>
              <p:nvPr/>
            </p:nvSpPr>
            <p:spPr>
              <a:xfrm>
                <a:off x="8416229" y="6002878"/>
                <a:ext cx="85328" cy="131810"/>
              </a:xfrm>
              <a:custGeom>
                <a:avLst/>
                <a:gdLst>
                  <a:gd name="csX0" fmla="*/ 83308 w 85328"/>
                  <a:gd name="csY0" fmla="*/ 32186 h 131810"/>
                  <a:gd name="csX1" fmla="*/ 67433 w 85328"/>
                  <a:gd name="csY1" fmla="*/ 33375 h 131810"/>
                  <a:gd name="csX2" fmla="*/ 61480 w 85328"/>
                  <a:gd name="csY2" fmla="*/ 19896 h 131810"/>
                  <a:gd name="csX3" fmla="*/ 45605 w 85328"/>
                  <a:gd name="csY3" fmla="*/ 13157 h 131810"/>
                  <a:gd name="csX4" fmla="*/ 32309 w 85328"/>
                  <a:gd name="csY4" fmla="*/ 17320 h 131810"/>
                  <a:gd name="csX5" fmla="*/ 20403 w 85328"/>
                  <a:gd name="csY5" fmla="*/ 33375 h 131810"/>
                  <a:gd name="csX6" fmla="*/ 16037 w 85328"/>
                  <a:gd name="csY6" fmla="*/ 63107 h 131810"/>
                  <a:gd name="csX7" fmla="*/ 29928 w 85328"/>
                  <a:gd name="csY7" fmla="*/ 50223 h 131810"/>
                  <a:gd name="csX8" fmla="*/ 47391 w 85328"/>
                  <a:gd name="csY8" fmla="*/ 45862 h 131810"/>
                  <a:gd name="csX9" fmla="*/ 74378 w 85328"/>
                  <a:gd name="csY9" fmla="*/ 57557 h 131810"/>
                  <a:gd name="csX10" fmla="*/ 85491 w 85328"/>
                  <a:gd name="csY10" fmla="*/ 87685 h 131810"/>
                  <a:gd name="csX11" fmla="*/ 80133 w 85328"/>
                  <a:gd name="csY11" fmla="*/ 110479 h 131810"/>
                  <a:gd name="csX12" fmla="*/ 65845 w 85328"/>
                  <a:gd name="csY12" fmla="*/ 126336 h 131810"/>
                  <a:gd name="csX13" fmla="*/ 45009 w 85328"/>
                  <a:gd name="csY13" fmla="*/ 131886 h 131810"/>
                  <a:gd name="csX14" fmla="*/ 12664 w 85328"/>
                  <a:gd name="csY14" fmla="*/ 117417 h 131810"/>
                  <a:gd name="csX15" fmla="*/ 162 w 85328"/>
                  <a:gd name="csY15" fmla="*/ 69251 h 131810"/>
                  <a:gd name="csX16" fmla="*/ 14053 w 85328"/>
                  <a:gd name="csY16" fmla="*/ 14941 h 131810"/>
                  <a:gd name="csX17" fmla="*/ 46597 w 85328"/>
                  <a:gd name="csY17" fmla="*/ 75 h 131810"/>
                  <a:gd name="csX18" fmla="*/ 71600 w 85328"/>
                  <a:gd name="csY18" fmla="*/ 8598 h 131810"/>
                  <a:gd name="csX19" fmla="*/ 83308 w 85328"/>
                  <a:gd name="csY19" fmla="*/ 32186 h 131810"/>
                  <a:gd name="csX20" fmla="*/ 18419 w 85328"/>
                  <a:gd name="csY20" fmla="*/ 87883 h 131810"/>
                  <a:gd name="csX21" fmla="*/ 21792 w 85328"/>
                  <a:gd name="csY21" fmla="*/ 103542 h 131810"/>
                  <a:gd name="csX22" fmla="*/ 31516 w 85328"/>
                  <a:gd name="csY22" fmla="*/ 115038 h 131810"/>
                  <a:gd name="csX23" fmla="*/ 44811 w 85328"/>
                  <a:gd name="csY23" fmla="*/ 118804 h 131810"/>
                  <a:gd name="csX24" fmla="*/ 62075 w 85328"/>
                  <a:gd name="csY24" fmla="*/ 110876 h 131810"/>
                  <a:gd name="csX25" fmla="*/ 69417 w 85328"/>
                  <a:gd name="csY25" fmla="*/ 88676 h 131810"/>
                  <a:gd name="csX26" fmla="*/ 62273 w 85328"/>
                  <a:gd name="csY26" fmla="*/ 67666 h 131810"/>
                  <a:gd name="csX27" fmla="*/ 44216 w 85328"/>
                  <a:gd name="csY27" fmla="*/ 59935 h 131810"/>
                  <a:gd name="csX28" fmla="*/ 25959 w 85328"/>
                  <a:gd name="csY28" fmla="*/ 67666 h 131810"/>
                  <a:gd name="csX29" fmla="*/ 18419 w 85328"/>
                  <a:gd name="csY29" fmla="*/ 87883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308" y="32186"/>
                    </a:moveTo>
                    <a:lnTo>
                      <a:pt x="67433" y="33375"/>
                    </a:lnTo>
                    <a:cubicBezTo>
                      <a:pt x="66093" y="27181"/>
                      <a:pt x="64109" y="22671"/>
                      <a:pt x="61480" y="19896"/>
                    </a:cubicBezTo>
                    <a:cubicBezTo>
                      <a:pt x="57213" y="15437"/>
                      <a:pt x="51955" y="13157"/>
                      <a:pt x="45605" y="13157"/>
                    </a:cubicBezTo>
                    <a:cubicBezTo>
                      <a:pt x="40544" y="13157"/>
                      <a:pt x="36129" y="14545"/>
                      <a:pt x="32309" y="17320"/>
                    </a:cubicBezTo>
                    <a:cubicBezTo>
                      <a:pt x="27249" y="21036"/>
                      <a:pt x="23280" y="26388"/>
                      <a:pt x="20403" y="33375"/>
                    </a:cubicBezTo>
                    <a:cubicBezTo>
                      <a:pt x="17625" y="40263"/>
                      <a:pt x="16137" y="50173"/>
                      <a:pt x="16037" y="63107"/>
                    </a:cubicBezTo>
                    <a:cubicBezTo>
                      <a:pt x="19857" y="57309"/>
                      <a:pt x="24471" y="52998"/>
                      <a:pt x="29928" y="50223"/>
                    </a:cubicBezTo>
                    <a:cubicBezTo>
                      <a:pt x="35484" y="47349"/>
                      <a:pt x="41289" y="45862"/>
                      <a:pt x="47391" y="45862"/>
                    </a:cubicBezTo>
                    <a:cubicBezTo>
                      <a:pt x="57957" y="45862"/>
                      <a:pt x="66937" y="49777"/>
                      <a:pt x="74378" y="57557"/>
                    </a:cubicBezTo>
                    <a:cubicBezTo>
                      <a:pt x="81770" y="65386"/>
                      <a:pt x="85491" y="75396"/>
                      <a:pt x="85491" y="87685"/>
                    </a:cubicBezTo>
                    <a:cubicBezTo>
                      <a:pt x="85491" y="95911"/>
                      <a:pt x="83705" y="103492"/>
                      <a:pt x="80133" y="110479"/>
                    </a:cubicBezTo>
                    <a:cubicBezTo>
                      <a:pt x="76660" y="117367"/>
                      <a:pt x="71898" y="122669"/>
                      <a:pt x="65845" y="126336"/>
                    </a:cubicBezTo>
                    <a:cubicBezTo>
                      <a:pt x="59743" y="130003"/>
                      <a:pt x="52798" y="131886"/>
                      <a:pt x="45009" y="131886"/>
                    </a:cubicBezTo>
                    <a:cubicBezTo>
                      <a:pt x="31764" y="131886"/>
                      <a:pt x="20998" y="127080"/>
                      <a:pt x="12664" y="117417"/>
                    </a:cubicBezTo>
                    <a:cubicBezTo>
                      <a:pt x="4330" y="107655"/>
                      <a:pt x="162" y="91600"/>
                      <a:pt x="162" y="69251"/>
                    </a:cubicBezTo>
                    <a:cubicBezTo>
                      <a:pt x="162" y="44277"/>
                      <a:pt x="4776" y="26190"/>
                      <a:pt x="14053" y="14941"/>
                    </a:cubicBezTo>
                    <a:cubicBezTo>
                      <a:pt x="22090" y="5031"/>
                      <a:pt x="32954" y="75"/>
                      <a:pt x="46597" y="75"/>
                    </a:cubicBezTo>
                    <a:cubicBezTo>
                      <a:pt x="56767" y="75"/>
                      <a:pt x="65101" y="2949"/>
                      <a:pt x="71600" y="8598"/>
                    </a:cubicBezTo>
                    <a:cubicBezTo>
                      <a:pt x="78049" y="14297"/>
                      <a:pt x="81968" y="22176"/>
                      <a:pt x="83308" y="32186"/>
                    </a:cubicBezTo>
                    <a:close/>
                    <a:moveTo>
                      <a:pt x="18419" y="87883"/>
                    </a:moveTo>
                    <a:cubicBezTo>
                      <a:pt x="18419" y="93334"/>
                      <a:pt x="19510" y="98537"/>
                      <a:pt x="21792" y="103542"/>
                    </a:cubicBezTo>
                    <a:cubicBezTo>
                      <a:pt x="24173" y="108596"/>
                      <a:pt x="27398" y="112412"/>
                      <a:pt x="31516" y="115038"/>
                    </a:cubicBezTo>
                    <a:cubicBezTo>
                      <a:pt x="35732" y="117565"/>
                      <a:pt x="40148" y="118804"/>
                      <a:pt x="44811" y="118804"/>
                    </a:cubicBezTo>
                    <a:cubicBezTo>
                      <a:pt x="51558" y="118804"/>
                      <a:pt x="57312" y="116178"/>
                      <a:pt x="62075" y="110876"/>
                    </a:cubicBezTo>
                    <a:cubicBezTo>
                      <a:pt x="66937" y="105474"/>
                      <a:pt x="69417" y="98091"/>
                      <a:pt x="69417" y="88676"/>
                    </a:cubicBezTo>
                    <a:cubicBezTo>
                      <a:pt x="69417" y="79856"/>
                      <a:pt x="67036" y="72819"/>
                      <a:pt x="62273" y="67666"/>
                    </a:cubicBezTo>
                    <a:cubicBezTo>
                      <a:pt x="57511" y="62512"/>
                      <a:pt x="51459" y="59935"/>
                      <a:pt x="44216" y="59935"/>
                    </a:cubicBezTo>
                    <a:cubicBezTo>
                      <a:pt x="37072" y="59935"/>
                      <a:pt x="30970" y="62512"/>
                      <a:pt x="25959" y="67666"/>
                    </a:cubicBezTo>
                    <a:cubicBezTo>
                      <a:pt x="20899" y="72819"/>
                      <a:pt x="18419" y="79558"/>
                      <a:pt x="18419" y="878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0" name="Grafik 637">
              <a:extLst>
                <a:ext uri="{FF2B5EF4-FFF2-40B4-BE49-F238E27FC236}">
                  <a16:creationId xmlns:a16="http://schemas.microsoft.com/office/drawing/2014/main" id="{85D5E722-1338-D735-92D1-CC92027634F8}"/>
                </a:ext>
              </a:extLst>
            </p:cNvPr>
            <p:cNvGrpSpPr/>
            <p:nvPr/>
          </p:nvGrpSpPr>
          <p:grpSpPr>
            <a:xfrm>
              <a:off x="8663672" y="6002878"/>
              <a:ext cx="335895" cy="131810"/>
              <a:chOff x="8663672" y="6002878"/>
              <a:chExt cx="335895" cy="131810"/>
            </a:xfrm>
            <a:solidFill>
              <a:srgbClr val="000000"/>
            </a:solidFill>
          </p:grpSpPr>
          <p:sp>
            <p:nvSpPr>
              <p:cNvPr id="761" name="Freihandform: Form 760">
                <a:extLst>
                  <a:ext uri="{FF2B5EF4-FFF2-40B4-BE49-F238E27FC236}">
                    <a16:creationId xmlns:a16="http://schemas.microsoft.com/office/drawing/2014/main" id="{76E20DD7-79BD-39B2-3815-261310496460}"/>
                  </a:ext>
                </a:extLst>
              </p:cNvPr>
              <p:cNvSpPr/>
              <p:nvPr/>
            </p:nvSpPr>
            <p:spPr>
              <a:xfrm>
                <a:off x="8663672" y="6002878"/>
                <a:ext cx="84335" cy="131810"/>
              </a:xfrm>
              <a:custGeom>
                <a:avLst/>
                <a:gdLst>
                  <a:gd name="csX0" fmla="*/ 182 w 84335"/>
                  <a:gd name="csY0" fmla="*/ 66080 h 131810"/>
                  <a:gd name="csX1" fmla="*/ 4746 w 84335"/>
                  <a:gd name="csY1" fmla="*/ 29212 h 131810"/>
                  <a:gd name="csX2" fmla="*/ 18835 w 84335"/>
                  <a:gd name="csY2" fmla="*/ 7607 h 131810"/>
                  <a:gd name="csX3" fmla="*/ 42251 w 84335"/>
                  <a:gd name="csY3" fmla="*/ 75 h 131810"/>
                  <a:gd name="csX4" fmla="*/ 60507 w 84335"/>
                  <a:gd name="csY4" fmla="*/ 4238 h 131810"/>
                  <a:gd name="csX5" fmla="*/ 73405 w 84335"/>
                  <a:gd name="csY5" fmla="*/ 16329 h 131810"/>
                  <a:gd name="csX6" fmla="*/ 81541 w 84335"/>
                  <a:gd name="csY6" fmla="*/ 35555 h 131810"/>
                  <a:gd name="csX7" fmla="*/ 84518 w 84335"/>
                  <a:gd name="csY7" fmla="*/ 66080 h 131810"/>
                  <a:gd name="csX8" fmla="*/ 79755 w 84335"/>
                  <a:gd name="csY8" fmla="*/ 102749 h 131810"/>
                  <a:gd name="csX9" fmla="*/ 65666 w 84335"/>
                  <a:gd name="csY9" fmla="*/ 124354 h 131810"/>
                  <a:gd name="csX10" fmla="*/ 42251 w 84335"/>
                  <a:gd name="csY10" fmla="*/ 131886 h 131810"/>
                  <a:gd name="csX11" fmla="*/ 12882 w 84335"/>
                  <a:gd name="csY11" fmla="*/ 118606 h 131810"/>
                  <a:gd name="csX12" fmla="*/ 182 w 84335"/>
                  <a:gd name="csY12" fmla="*/ 66080 h 131810"/>
                  <a:gd name="csX13" fmla="*/ 16454 w 84335"/>
                  <a:gd name="csY13" fmla="*/ 66080 h 131810"/>
                  <a:gd name="csX14" fmla="*/ 23796 w 84335"/>
                  <a:gd name="csY14" fmla="*/ 108299 h 131810"/>
                  <a:gd name="csX15" fmla="*/ 42251 w 84335"/>
                  <a:gd name="csY15" fmla="*/ 118804 h 131810"/>
                  <a:gd name="csX16" fmla="*/ 60507 w 84335"/>
                  <a:gd name="csY16" fmla="*/ 108299 h 131810"/>
                  <a:gd name="csX17" fmla="*/ 68047 w 84335"/>
                  <a:gd name="csY17" fmla="*/ 66080 h 131810"/>
                  <a:gd name="csX18" fmla="*/ 60507 w 84335"/>
                  <a:gd name="csY18" fmla="*/ 23662 h 131810"/>
                  <a:gd name="csX19" fmla="*/ 42052 w 84335"/>
                  <a:gd name="csY19" fmla="*/ 13157 h 131810"/>
                  <a:gd name="csX20" fmla="*/ 24590 w 84335"/>
                  <a:gd name="csY20" fmla="*/ 22473 h 131810"/>
                  <a:gd name="csX21" fmla="*/ 16454 w 84335"/>
                  <a:gd name="csY21" fmla="*/ 66080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82" y="66080"/>
                    </a:moveTo>
                    <a:cubicBezTo>
                      <a:pt x="182" y="50768"/>
                      <a:pt x="1670" y="38479"/>
                      <a:pt x="4746" y="29212"/>
                    </a:cubicBezTo>
                    <a:cubicBezTo>
                      <a:pt x="7921" y="19847"/>
                      <a:pt x="12584" y="12662"/>
                      <a:pt x="18835" y="7607"/>
                    </a:cubicBezTo>
                    <a:cubicBezTo>
                      <a:pt x="25036" y="2602"/>
                      <a:pt x="32825" y="75"/>
                      <a:pt x="42251" y="75"/>
                    </a:cubicBezTo>
                    <a:cubicBezTo>
                      <a:pt x="49246" y="75"/>
                      <a:pt x="55347" y="1463"/>
                      <a:pt x="60507" y="4238"/>
                    </a:cubicBezTo>
                    <a:cubicBezTo>
                      <a:pt x="65765" y="7013"/>
                      <a:pt x="70081" y="11076"/>
                      <a:pt x="73405" y="16329"/>
                    </a:cubicBezTo>
                    <a:cubicBezTo>
                      <a:pt x="76828" y="21631"/>
                      <a:pt x="79557" y="28023"/>
                      <a:pt x="81541" y="35555"/>
                    </a:cubicBezTo>
                    <a:cubicBezTo>
                      <a:pt x="83526" y="43087"/>
                      <a:pt x="84518" y="53295"/>
                      <a:pt x="84518" y="66080"/>
                    </a:cubicBezTo>
                    <a:cubicBezTo>
                      <a:pt x="84518" y="81144"/>
                      <a:pt x="82930" y="93384"/>
                      <a:pt x="79755" y="102749"/>
                    </a:cubicBezTo>
                    <a:cubicBezTo>
                      <a:pt x="76580" y="112015"/>
                      <a:pt x="71867" y="119201"/>
                      <a:pt x="65666" y="124354"/>
                    </a:cubicBezTo>
                    <a:cubicBezTo>
                      <a:pt x="59564" y="129409"/>
                      <a:pt x="51776" y="131886"/>
                      <a:pt x="42251" y="131886"/>
                    </a:cubicBezTo>
                    <a:cubicBezTo>
                      <a:pt x="29799" y="131886"/>
                      <a:pt x="20026" y="127476"/>
                      <a:pt x="12882" y="118606"/>
                    </a:cubicBezTo>
                    <a:cubicBezTo>
                      <a:pt x="4399" y="107803"/>
                      <a:pt x="182" y="90262"/>
                      <a:pt x="182" y="66080"/>
                    </a:cubicBezTo>
                    <a:close/>
                    <a:moveTo>
                      <a:pt x="16454" y="66080"/>
                    </a:moveTo>
                    <a:cubicBezTo>
                      <a:pt x="16454" y="87239"/>
                      <a:pt x="18885" y="101312"/>
                      <a:pt x="23796" y="108299"/>
                    </a:cubicBezTo>
                    <a:cubicBezTo>
                      <a:pt x="28806" y="115336"/>
                      <a:pt x="34958" y="118804"/>
                      <a:pt x="42251" y="118804"/>
                    </a:cubicBezTo>
                    <a:cubicBezTo>
                      <a:pt x="49494" y="118804"/>
                      <a:pt x="55596" y="115336"/>
                      <a:pt x="60507" y="108299"/>
                    </a:cubicBezTo>
                    <a:cubicBezTo>
                      <a:pt x="65517" y="101312"/>
                      <a:pt x="68047" y="87239"/>
                      <a:pt x="68047" y="66080"/>
                    </a:cubicBezTo>
                    <a:cubicBezTo>
                      <a:pt x="68047" y="44822"/>
                      <a:pt x="65517" y="30699"/>
                      <a:pt x="60507" y="23662"/>
                    </a:cubicBezTo>
                    <a:cubicBezTo>
                      <a:pt x="55596" y="16675"/>
                      <a:pt x="49444" y="13157"/>
                      <a:pt x="42052" y="13157"/>
                    </a:cubicBezTo>
                    <a:cubicBezTo>
                      <a:pt x="34760" y="13157"/>
                      <a:pt x="28955" y="16279"/>
                      <a:pt x="24590" y="22473"/>
                    </a:cubicBezTo>
                    <a:cubicBezTo>
                      <a:pt x="19133" y="30303"/>
                      <a:pt x="16454" y="44822"/>
                      <a:pt x="16454" y="660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ihandform: Form 761">
                <a:extLst>
                  <a:ext uri="{FF2B5EF4-FFF2-40B4-BE49-F238E27FC236}">
                    <a16:creationId xmlns:a16="http://schemas.microsoft.com/office/drawing/2014/main" id="{6D6C5955-2045-67DE-8BA3-50802150ED62}"/>
                  </a:ext>
                </a:extLst>
              </p:cNvPr>
              <p:cNvSpPr/>
              <p:nvPr/>
            </p:nvSpPr>
            <p:spPr>
              <a:xfrm>
                <a:off x="8773085" y="6114471"/>
                <a:ext cx="18057" cy="18037"/>
              </a:xfrm>
              <a:custGeom>
                <a:avLst/>
                <a:gdLst>
                  <a:gd name="csX0" fmla="*/ 190 w 18057"/>
                  <a:gd name="csY0" fmla="*/ 18113 h 18037"/>
                  <a:gd name="csX1" fmla="*/ 190 w 18057"/>
                  <a:gd name="csY1" fmla="*/ 75 h 18037"/>
                  <a:gd name="csX2" fmla="*/ 18248 w 18057"/>
                  <a:gd name="csY2" fmla="*/ 75 h 18037"/>
                  <a:gd name="csX3" fmla="*/ 18248 w 18057"/>
                  <a:gd name="csY3" fmla="*/ 18113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90" y="18113"/>
                    </a:moveTo>
                    <a:lnTo>
                      <a:pt x="190" y="75"/>
                    </a:lnTo>
                    <a:lnTo>
                      <a:pt x="18248" y="75"/>
                    </a:lnTo>
                    <a:lnTo>
                      <a:pt x="18248" y="1811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ihandform: Form 762">
                <a:extLst>
                  <a:ext uri="{FF2B5EF4-FFF2-40B4-BE49-F238E27FC236}">
                    <a16:creationId xmlns:a16="http://schemas.microsoft.com/office/drawing/2014/main" id="{EAAF71D9-BD41-FB00-EF61-3E30B8F3F858}"/>
                  </a:ext>
                </a:extLst>
              </p:cNvPr>
              <p:cNvSpPr/>
              <p:nvPr/>
            </p:nvSpPr>
            <p:spPr>
              <a:xfrm>
                <a:off x="8815345" y="6005058"/>
                <a:ext cx="83740" cy="127450"/>
              </a:xfrm>
              <a:custGeom>
                <a:avLst/>
                <a:gdLst>
                  <a:gd name="csX0" fmla="*/ 194 w 83740"/>
                  <a:gd name="csY0" fmla="*/ 15338 h 127450"/>
                  <a:gd name="csX1" fmla="*/ 194 w 83740"/>
                  <a:gd name="csY1" fmla="*/ 75 h 127450"/>
                  <a:gd name="csX2" fmla="*/ 83934 w 83740"/>
                  <a:gd name="csY2" fmla="*/ 75 h 127450"/>
                  <a:gd name="csX3" fmla="*/ 83934 w 83740"/>
                  <a:gd name="csY3" fmla="*/ 12364 h 127450"/>
                  <a:gd name="csX4" fmla="*/ 59328 w 83740"/>
                  <a:gd name="csY4" fmla="*/ 47250 h 127450"/>
                  <a:gd name="csX5" fmla="*/ 40675 w 83740"/>
                  <a:gd name="csY5" fmla="*/ 92046 h 127450"/>
                  <a:gd name="csX6" fmla="*/ 34523 w 83740"/>
                  <a:gd name="csY6" fmla="*/ 127526 h 127450"/>
                  <a:gd name="csX7" fmla="*/ 18252 w 83740"/>
                  <a:gd name="csY7" fmla="*/ 127526 h 127450"/>
                  <a:gd name="csX8" fmla="*/ 24205 w 83740"/>
                  <a:gd name="csY8" fmla="*/ 90658 h 127450"/>
                  <a:gd name="csX9" fmla="*/ 40675 w 83740"/>
                  <a:gd name="csY9" fmla="*/ 49034 h 127450"/>
                  <a:gd name="csX10" fmla="*/ 63495 w 83740"/>
                  <a:gd name="csY10" fmla="*/ 15338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194" y="15338"/>
                    </a:moveTo>
                    <a:lnTo>
                      <a:pt x="194" y="75"/>
                    </a:lnTo>
                    <a:lnTo>
                      <a:pt x="83934" y="75"/>
                    </a:lnTo>
                    <a:lnTo>
                      <a:pt x="83934" y="12364"/>
                    </a:lnTo>
                    <a:cubicBezTo>
                      <a:pt x="75699" y="21086"/>
                      <a:pt x="67514" y="32731"/>
                      <a:pt x="59328" y="47250"/>
                    </a:cubicBezTo>
                    <a:cubicBezTo>
                      <a:pt x="51242" y="61818"/>
                      <a:pt x="45041" y="76734"/>
                      <a:pt x="40675" y="92046"/>
                    </a:cubicBezTo>
                    <a:cubicBezTo>
                      <a:pt x="37500" y="102898"/>
                      <a:pt x="35416" y="114741"/>
                      <a:pt x="34523" y="127526"/>
                    </a:cubicBezTo>
                    <a:lnTo>
                      <a:pt x="18252" y="127526"/>
                    </a:lnTo>
                    <a:cubicBezTo>
                      <a:pt x="18500" y="117367"/>
                      <a:pt x="20484" y="105078"/>
                      <a:pt x="24205" y="90658"/>
                    </a:cubicBezTo>
                    <a:cubicBezTo>
                      <a:pt x="28025" y="76288"/>
                      <a:pt x="33531" y="62413"/>
                      <a:pt x="40675" y="49034"/>
                    </a:cubicBezTo>
                    <a:cubicBezTo>
                      <a:pt x="47819" y="35704"/>
                      <a:pt x="55409" y="24455"/>
                      <a:pt x="63495" y="153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Freihandform: Form 763">
                <a:extLst>
                  <a:ext uri="{FF2B5EF4-FFF2-40B4-BE49-F238E27FC236}">
                    <a16:creationId xmlns:a16="http://schemas.microsoft.com/office/drawing/2014/main" id="{B951D847-A314-92CC-6DB3-AA48D197899A}"/>
                  </a:ext>
                </a:extLst>
              </p:cNvPr>
              <p:cNvSpPr/>
              <p:nvPr/>
            </p:nvSpPr>
            <p:spPr>
              <a:xfrm>
                <a:off x="8915827" y="6005058"/>
                <a:ext cx="83740" cy="127450"/>
              </a:xfrm>
              <a:custGeom>
                <a:avLst/>
                <a:gdLst>
                  <a:gd name="csX0" fmla="*/ 202 w 83740"/>
                  <a:gd name="csY0" fmla="*/ 15338 h 127450"/>
                  <a:gd name="csX1" fmla="*/ 202 w 83740"/>
                  <a:gd name="csY1" fmla="*/ 75 h 127450"/>
                  <a:gd name="csX2" fmla="*/ 83942 w 83740"/>
                  <a:gd name="csY2" fmla="*/ 75 h 127450"/>
                  <a:gd name="csX3" fmla="*/ 83942 w 83740"/>
                  <a:gd name="csY3" fmla="*/ 12364 h 127450"/>
                  <a:gd name="csX4" fmla="*/ 59336 w 83740"/>
                  <a:gd name="csY4" fmla="*/ 47250 h 127450"/>
                  <a:gd name="csX5" fmla="*/ 40683 w 83740"/>
                  <a:gd name="csY5" fmla="*/ 92046 h 127450"/>
                  <a:gd name="csX6" fmla="*/ 34531 w 83740"/>
                  <a:gd name="csY6" fmla="*/ 127526 h 127450"/>
                  <a:gd name="csX7" fmla="*/ 18259 w 83740"/>
                  <a:gd name="csY7" fmla="*/ 127526 h 127450"/>
                  <a:gd name="csX8" fmla="*/ 24213 w 83740"/>
                  <a:gd name="csY8" fmla="*/ 90658 h 127450"/>
                  <a:gd name="csX9" fmla="*/ 40683 w 83740"/>
                  <a:gd name="csY9" fmla="*/ 49034 h 127450"/>
                  <a:gd name="csX10" fmla="*/ 63503 w 83740"/>
                  <a:gd name="csY10" fmla="*/ 15338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202" y="15338"/>
                    </a:moveTo>
                    <a:lnTo>
                      <a:pt x="202" y="75"/>
                    </a:lnTo>
                    <a:lnTo>
                      <a:pt x="83942" y="75"/>
                    </a:lnTo>
                    <a:lnTo>
                      <a:pt x="83942" y="12364"/>
                    </a:lnTo>
                    <a:cubicBezTo>
                      <a:pt x="75707" y="21086"/>
                      <a:pt x="67522" y="32731"/>
                      <a:pt x="59336" y="47250"/>
                    </a:cubicBezTo>
                    <a:cubicBezTo>
                      <a:pt x="51250" y="61818"/>
                      <a:pt x="45049" y="76734"/>
                      <a:pt x="40683" y="92046"/>
                    </a:cubicBezTo>
                    <a:cubicBezTo>
                      <a:pt x="37508" y="102898"/>
                      <a:pt x="35424" y="114741"/>
                      <a:pt x="34531" y="127526"/>
                    </a:cubicBezTo>
                    <a:lnTo>
                      <a:pt x="18259" y="127526"/>
                    </a:lnTo>
                    <a:cubicBezTo>
                      <a:pt x="18507" y="117367"/>
                      <a:pt x="20492" y="105078"/>
                      <a:pt x="24213" y="90658"/>
                    </a:cubicBezTo>
                    <a:cubicBezTo>
                      <a:pt x="28032" y="76288"/>
                      <a:pt x="33539" y="62413"/>
                      <a:pt x="40683" y="49034"/>
                    </a:cubicBezTo>
                    <a:cubicBezTo>
                      <a:pt x="47827" y="35704"/>
                      <a:pt x="55417" y="24455"/>
                      <a:pt x="63503" y="153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5" name="Grafik 637">
              <a:extLst>
                <a:ext uri="{FF2B5EF4-FFF2-40B4-BE49-F238E27FC236}">
                  <a16:creationId xmlns:a16="http://schemas.microsoft.com/office/drawing/2014/main" id="{2362FB05-E5FB-DD5A-6970-1BEAFDBA9279}"/>
                </a:ext>
              </a:extLst>
            </p:cNvPr>
            <p:cNvGrpSpPr/>
            <p:nvPr/>
          </p:nvGrpSpPr>
          <p:grpSpPr>
            <a:xfrm>
              <a:off x="6672449" y="6500093"/>
              <a:ext cx="335895" cy="131810"/>
              <a:chOff x="6672449" y="6500093"/>
              <a:chExt cx="335895" cy="131810"/>
            </a:xfrm>
            <a:solidFill>
              <a:srgbClr val="000000"/>
            </a:solidFill>
          </p:grpSpPr>
          <p:sp>
            <p:nvSpPr>
              <p:cNvPr id="766" name="Freihandform: Form 765">
                <a:extLst>
                  <a:ext uri="{FF2B5EF4-FFF2-40B4-BE49-F238E27FC236}">
                    <a16:creationId xmlns:a16="http://schemas.microsoft.com/office/drawing/2014/main" id="{557CC58F-8CCE-0DB3-9C5F-DEE4B20A539A}"/>
                  </a:ext>
                </a:extLst>
              </p:cNvPr>
              <p:cNvSpPr/>
              <p:nvPr/>
            </p:nvSpPr>
            <p:spPr>
              <a:xfrm>
                <a:off x="6672449" y="6500093"/>
                <a:ext cx="84335" cy="131810"/>
              </a:xfrm>
              <a:custGeom>
                <a:avLst/>
                <a:gdLst>
                  <a:gd name="csX0" fmla="*/ 25 w 84335"/>
                  <a:gd name="csY0" fmla="*/ 66119 h 131810"/>
                  <a:gd name="csX1" fmla="*/ 4589 w 84335"/>
                  <a:gd name="csY1" fmla="*/ 29252 h 131810"/>
                  <a:gd name="csX2" fmla="*/ 18678 w 84335"/>
                  <a:gd name="csY2" fmla="*/ 7646 h 131810"/>
                  <a:gd name="csX3" fmla="*/ 42094 w 84335"/>
                  <a:gd name="csY3" fmla="*/ 114 h 131810"/>
                  <a:gd name="csX4" fmla="*/ 60350 w 84335"/>
                  <a:gd name="csY4" fmla="*/ 4277 h 131810"/>
                  <a:gd name="csX5" fmla="*/ 73249 w 84335"/>
                  <a:gd name="csY5" fmla="*/ 16368 h 131810"/>
                  <a:gd name="csX6" fmla="*/ 81384 w 84335"/>
                  <a:gd name="csY6" fmla="*/ 35594 h 131810"/>
                  <a:gd name="csX7" fmla="*/ 84361 w 84335"/>
                  <a:gd name="csY7" fmla="*/ 66119 h 131810"/>
                  <a:gd name="csX8" fmla="*/ 79599 w 84335"/>
                  <a:gd name="csY8" fmla="*/ 102788 h 131810"/>
                  <a:gd name="csX9" fmla="*/ 65509 w 84335"/>
                  <a:gd name="csY9" fmla="*/ 124393 h 131810"/>
                  <a:gd name="csX10" fmla="*/ 42094 w 84335"/>
                  <a:gd name="csY10" fmla="*/ 131925 h 131810"/>
                  <a:gd name="csX11" fmla="*/ 12725 w 84335"/>
                  <a:gd name="csY11" fmla="*/ 118645 h 131810"/>
                  <a:gd name="csX12" fmla="*/ 25 w 84335"/>
                  <a:gd name="csY12" fmla="*/ 66119 h 131810"/>
                  <a:gd name="csX13" fmla="*/ 16297 w 84335"/>
                  <a:gd name="csY13" fmla="*/ 66119 h 131810"/>
                  <a:gd name="csX14" fmla="*/ 23639 w 84335"/>
                  <a:gd name="csY14" fmla="*/ 108338 h 131810"/>
                  <a:gd name="csX15" fmla="*/ 42094 w 84335"/>
                  <a:gd name="csY15" fmla="*/ 118843 h 131810"/>
                  <a:gd name="csX16" fmla="*/ 60350 w 84335"/>
                  <a:gd name="csY16" fmla="*/ 108338 h 131810"/>
                  <a:gd name="csX17" fmla="*/ 67891 w 84335"/>
                  <a:gd name="csY17" fmla="*/ 66119 h 131810"/>
                  <a:gd name="csX18" fmla="*/ 60350 w 84335"/>
                  <a:gd name="csY18" fmla="*/ 23702 h 131810"/>
                  <a:gd name="csX19" fmla="*/ 41895 w 84335"/>
                  <a:gd name="csY19" fmla="*/ 13196 h 131810"/>
                  <a:gd name="csX20" fmla="*/ 24433 w 84335"/>
                  <a:gd name="csY20" fmla="*/ 22512 h 131810"/>
                  <a:gd name="csX21" fmla="*/ 16297 w 84335"/>
                  <a:gd name="csY21" fmla="*/ 66119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25" y="66119"/>
                    </a:moveTo>
                    <a:cubicBezTo>
                      <a:pt x="25" y="50807"/>
                      <a:pt x="1513" y="38518"/>
                      <a:pt x="4589" y="29252"/>
                    </a:cubicBezTo>
                    <a:cubicBezTo>
                      <a:pt x="7764" y="19886"/>
                      <a:pt x="12427" y="12701"/>
                      <a:pt x="18678" y="7646"/>
                    </a:cubicBezTo>
                    <a:cubicBezTo>
                      <a:pt x="24879" y="2642"/>
                      <a:pt x="32668" y="114"/>
                      <a:pt x="42094" y="114"/>
                    </a:cubicBezTo>
                    <a:cubicBezTo>
                      <a:pt x="49089" y="114"/>
                      <a:pt x="55191" y="1502"/>
                      <a:pt x="60350" y="4277"/>
                    </a:cubicBezTo>
                    <a:cubicBezTo>
                      <a:pt x="65609" y="7052"/>
                      <a:pt x="69925" y="11115"/>
                      <a:pt x="73249" y="16368"/>
                    </a:cubicBezTo>
                    <a:cubicBezTo>
                      <a:pt x="76672" y="21670"/>
                      <a:pt x="79400" y="28062"/>
                      <a:pt x="81384" y="35594"/>
                    </a:cubicBezTo>
                    <a:cubicBezTo>
                      <a:pt x="83369" y="43126"/>
                      <a:pt x="84361" y="53334"/>
                      <a:pt x="84361" y="66119"/>
                    </a:cubicBezTo>
                    <a:cubicBezTo>
                      <a:pt x="84361" y="81183"/>
                      <a:pt x="82774" y="93423"/>
                      <a:pt x="79599" y="102788"/>
                    </a:cubicBezTo>
                    <a:cubicBezTo>
                      <a:pt x="76424" y="112055"/>
                      <a:pt x="71711" y="119240"/>
                      <a:pt x="65509" y="124393"/>
                    </a:cubicBezTo>
                    <a:cubicBezTo>
                      <a:pt x="59407" y="129448"/>
                      <a:pt x="51619" y="131925"/>
                      <a:pt x="42094" y="131925"/>
                    </a:cubicBezTo>
                    <a:cubicBezTo>
                      <a:pt x="29642" y="131925"/>
                      <a:pt x="19869" y="127515"/>
                      <a:pt x="12725" y="118645"/>
                    </a:cubicBezTo>
                    <a:cubicBezTo>
                      <a:pt x="4242" y="107843"/>
                      <a:pt x="25" y="90301"/>
                      <a:pt x="25" y="66119"/>
                    </a:cubicBezTo>
                    <a:close/>
                    <a:moveTo>
                      <a:pt x="16297" y="66119"/>
                    </a:moveTo>
                    <a:cubicBezTo>
                      <a:pt x="16297" y="87278"/>
                      <a:pt x="18728" y="101351"/>
                      <a:pt x="23639" y="108338"/>
                    </a:cubicBezTo>
                    <a:cubicBezTo>
                      <a:pt x="28650" y="115375"/>
                      <a:pt x="34801" y="118843"/>
                      <a:pt x="42094" y="118843"/>
                    </a:cubicBezTo>
                    <a:cubicBezTo>
                      <a:pt x="49337" y="118843"/>
                      <a:pt x="55439" y="115375"/>
                      <a:pt x="60350" y="108338"/>
                    </a:cubicBezTo>
                    <a:cubicBezTo>
                      <a:pt x="65361" y="101351"/>
                      <a:pt x="67891" y="87278"/>
                      <a:pt x="67891" y="66119"/>
                    </a:cubicBezTo>
                    <a:cubicBezTo>
                      <a:pt x="67891" y="44861"/>
                      <a:pt x="65361" y="30738"/>
                      <a:pt x="60350" y="23702"/>
                    </a:cubicBezTo>
                    <a:cubicBezTo>
                      <a:pt x="55439" y="16715"/>
                      <a:pt x="49287" y="13196"/>
                      <a:pt x="41895" y="13196"/>
                    </a:cubicBezTo>
                    <a:cubicBezTo>
                      <a:pt x="34603" y="13196"/>
                      <a:pt x="28799" y="16318"/>
                      <a:pt x="24433" y="22512"/>
                    </a:cubicBezTo>
                    <a:cubicBezTo>
                      <a:pt x="18976" y="30342"/>
                      <a:pt x="16297" y="44861"/>
                      <a:pt x="16297" y="661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Freihandform: Form 766">
                <a:extLst>
                  <a:ext uri="{FF2B5EF4-FFF2-40B4-BE49-F238E27FC236}">
                    <a16:creationId xmlns:a16="http://schemas.microsoft.com/office/drawing/2014/main" id="{F01B1D36-4B97-829F-2D9C-AE19BF29E2C1}"/>
                  </a:ext>
                </a:extLst>
              </p:cNvPr>
              <p:cNvSpPr/>
              <p:nvPr/>
            </p:nvSpPr>
            <p:spPr>
              <a:xfrm>
                <a:off x="6781862" y="6611686"/>
                <a:ext cx="18057" cy="18037"/>
              </a:xfrm>
              <a:custGeom>
                <a:avLst/>
                <a:gdLst>
                  <a:gd name="csX0" fmla="*/ 33 w 18057"/>
                  <a:gd name="csY0" fmla="*/ 18152 h 18037"/>
                  <a:gd name="csX1" fmla="*/ 33 w 18057"/>
                  <a:gd name="csY1" fmla="*/ 114 h 18037"/>
                  <a:gd name="csX2" fmla="*/ 18091 w 18057"/>
                  <a:gd name="csY2" fmla="*/ 114 h 18037"/>
                  <a:gd name="csX3" fmla="*/ 18091 w 18057"/>
                  <a:gd name="csY3" fmla="*/ 18152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33" y="18152"/>
                    </a:moveTo>
                    <a:lnTo>
                      <a:pt x="33" y="114"/>
                    </a:lnTo>
                    <a:lnTo>
                      <a:pt x="18091" y="114"/>
                    </a:lnTo>
                    <a:lnTo>
                      <a:pt x="18091" y="18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ihandform: Form 767">
                <a:extLst>
                  <a:ext uri="{FF2B5EF4-FFF2-40B4-BE49-F238E27FC236}">
                    <a16:creationId xmlns:a16="http://schemas.microsoft.com/office/drawing/2014/main" id="{5BA0A8F2-07A3-12E1-F6D5-0E91BE1FC775}"/>
                  </a:ext>
                </a:extLst>
              </p:cNvPr>
              <p:cNvSpPr/>
              <p:nvPr/>
            </p:nvSpPr>
            <p:spPr>
              <a:xfrm>
                <a:off x="6817970" y="6500687"/>
                <a:ext cx="89296" cy="129036"/>
              </a:xfrm>
              <a:custGeom>
                <a:avLst/>
                <a:gdLst>
                  <a:gd name="csX0" fmla="*/ 55996 w 89296"/>
                  <a:gd name="csY0" fmla="*/ 129150 h 129036"/>
                  <a:gd name="csX1" fmla="*/ 55996 w 89296"/>
                  <a:gd name="csY1" fmla="*/ 98229 h 129036"/>
                  <a:gd name="csX2" fmla="*/ 37 w 89296"/>
                  <a:gd name="csY2" fmla="*/ 98229 h 129036"/>
                  <a:gd name="csX3" fmla="*/ 37 w 89296"/>
                  <a:gd name="csY3" fmla="*/ 83760 h 129036"/>
                  <a:gd name="csX4" fmla="*/ 58973 w 89296"/>
                  <a:gd name="csY4" fmla="*/ 114 h 129036"/>
                  <a:gd name="csX5" fmla="*/ 71871 w 89296"/>
                  <a:gd name="csY5" fmla="*/ 114 h 129036"/>
                  <a:gd name="csX6" fmla="*/ 71871 w 89296"/>
                  <a:gd name="csY6" fmla="*/ 83760 h 129036"/>
                  <a:gd name="csX7" fmla="*/ 89334 w 89296"/>
                  <a:gd name="csY7" fmla="*/ 83760 h 129036"/>
                  <a:gd name="csX8" fmla="*/ 89334 w 89296"/>
                  <a:gd name="csY8" fmla="*/ 98229 h 129036"/>
                  <a:gd name="csX9" fmla="*/ 71871 w 89296"/>
                  <a:gd name="csY9" fmla="*/ 98229 h 129036"/>
                  <a:gd name="csX10" fmla="*/ 71871 w 89296"/>
                  <a:gd name="csY10" fmla="*/ 129150 h 129036"/>
                  <a:gd name="csX11" fmla="*/ 55996 w 89296"/>
                  <a:gd name="csY11" fmla="*/ 83760 h 129036"/>
                  <a:gd name="csX12" fmla="*/ 55996 w 89296"/>
                  <a:gd name="csY12" fmla="*/ 25486 h 129036"/>
                  <a:gd name="csX13" fmla="*/ 15515 w 89296"/>
                  <a:gd name="csY13" fmla="*/ 83760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5996" y="129150"/>
                    </a:moveTo>
                    <a:lnTo>
                      <a:pt x="55996" y="98229"/>
                    </a:lnTo>
                    <a:lnTo>
                      <a:pt x="37" y="98229"/>
                    </a:lnTo>
                    <a:lnTo>
                      <a:pt x="37" y="83760"/>
                    </a:lnTo>
                    <a:lnTo>
                      <a:pt x="58973" y="114"/>
                    </a:lnTo>
                    <a:lnTo>
                      <a:pt x="71871" y="114"/>
                    </a:lnTo>
                    <a:lnTo>
                      <a:pt x="71871" y="83760"/>
                    </a:lnTo>
                    <a:lnTo>
                      <a:pt x="89334" y="83760"/>
                    </a:lnTo>
                    <a:lnTo>
                      <a:pt x="89334" y="98229"/>
                    </a:lnTo>
                    <a:lnTo>
                      <a:pt x="71871" y="98229"/>
                    </a:lnTo>
                    <a:lnTo>
                      <a:pt x="71871" y="129150"/>
                    </a:lnTo>
                    <a:close/>
                    <a:moveTo>
                      <a:pt x="55996" y="83760"/>
                    </a:moveTo>
                    <a:lnTo>
                      <a:pt x="55996" y="25486"/>
                    </a:lnTo>
                    <a:lnTo>
                      <a:pt x="15515" y="8376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ihandform: Form 768">
                <a:extLst>
                  <a:ext uri="{FF2B5EF4-FFF2-40B4-BE49-F238E27FC236}">
                    <a16:creationId xmlns:a16="http://schemas.microsoft.com/office/drawing/2014/main" id="{EBAF0190-296E-02D3-D4FB-F8E37ADFBF2C}"/>
                  </a:ext>
                </a:extLst>
              </p:cNvPr>
              <p:cNvSpPr/>
              <p:nvPr/>
            </p:nvSpPr>
            <p:spPr>
              <a:xfrm>
                <a:off x="6924605" y="6502273"/>
                <a:ext cx="83740" cy="127450"/>
              </a:xfrm>
              <a:custGeom>
                <a:avLst/>
                <a:gdLst>
                  <a:gd name="csX0" fmla="*/ 45 w 83740"/>
                  <a:gd name="csY0" fmla="*/ 15377 h 127450"/>
                  <a:gd name="csX1" fmla="*/ 45 w 83740"/>
                  <a:gd name="csY1" fmla="*/ 114 h 127450"/>
                  <a:gd name="csX2" fmla="*/ 83785 w 83740"/>
                  <a:gd name="csY2" fmla="*/ 114 h 127450"/>
                  <a:gd name="csX3" fmla="*/ 83785 w 83740"/>
                  <a:gd name="csY3" fmla="*/ 12404 h 127450"/>
                  <a:gd name="csX4" fmla="*/ 59179 w 83740"/>
                  <a:gd name="csY4" fmla="*/ 47289 h 127450"/>
                  <a:gd name="csX5" fmla="*/ 40526 w 83740"/>
                  <a:gd name="csY5" fmla="*/ 92085 h 127450"/>
                  <a:gd name="csX6" fmla="*/ 34375 w 83740"/>
                  <a:gd name="csY6" fmla="*/ 127565 h 127450"/>
                  <a:gd name="csX7" fmla="*/ 18103 w 83740"/>
                  <a:gd name="csY7" fmla="*/ 127565 h 127450"/>
                  <a:gd name="csX8" fmla="*/ 24056 w 83740"/>
                  <a:gd name="csY8" fmla="*/ 90697 h 127450"/>
                  <a:gd name="csX9" fmla="*/ 40526 w 83740"/>
                  <a:gd name="csY9" fmla="*/ 49073 h 127450"/>
                  <a:gd name="csX10" fmla="*/ 63346 w 83740"/>
                  <a:gd name="csY10" fmla="*/ 15377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45" y="15377"/>
                    </a:moveTo>
                    <a:lnTo>
                      <a:pt x="45" y="114"/>
                    </a:lnTo>
                    <a:lnTo>
                      <a:pt x="83785" y="114"/>
                    </a:lnTo>
                    <a:lnTo>
                      <a:pt x="83785" y="12404"/>
                    </a:lnTo>
                    <a:cubicBezTo>
                      <a:pt x="75550" y="21125"/>
                      <a:pt x="67365" y="32770"/>
                      <a:pt x="59179" y="47289"/>
                    </a:cubicBezTo>
                    <a:cubicBezTo>
                      <a:pt x="51093" y="61857"/>
                      <a:pt x="44892" y="76773"/>
                      <a:pt x="40526" y="92085"/>
                    </a:cubicBezTo>
                    <a:cubicBezTo>
                      <a:pt x="37351" y="102937"/>
                      <a:pt x="35267" y="114780"/>
                      <a:pt x="34375" y="127565"/>
                    </a:cubicBezTo>
                    <a:lnTo>
                      <a:pt x="18103" y="127565"/>
                    </a:lnTo>
                    <a:cubicBezTo>
                      <a:pt x="18351" y="117406"/>
                      <a:pt x="20335" y="105117"/>
                      <a:pt x="24056" y="90697"/>
                    </a:cubicBezTo>
                    <a:cubicBezTo>
                      <a:pt x="27876" y="76327"/>
                      <a:pt x="33382" y="62452"/>
                      <a:pt x="40526" y="49073"/>
                    </a:cubicBezTo>
                    <a:cubicBezTo>
                      <a:pt x="47670" y="35743"/>
                      <a:pt x="55260" y="24495"/>
                      <a:pt x="63346" y="1537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70" name="Grafik 637">
              <a:extLst>
                <a:ext uri="{FF2B5EF4-FFF2-40B4-BE49-F238E27FC236}">
                  <a16:creationId xmlns:a16="http://schemas.microsoft.com/office/drawing/2014/main" id="{4F483757-5BDD-1288-6240-93E4FE5340D3}"/>
                </a:ext>
              </a:extLst>
            </p:cNvPr>
            <p:cNvGrpSpPr/>
            <p:nvPr/>
          </p:nvGrpSpPr>
          <p:grpSpPr>
            <a:xfrm>
              <a:off x="7170261" y="6500093"/>
              <a:ext cx="310892" cy="131810"/>
              <a:chOff x="7170261" y="6500093"/>
              <a:chExt cx="310892" cy="131810"/>
            </a:xfrm>
            <a:solidFill>
              <a:srgbClr val="000000"/>
            </a:solidFill>
          </p:grpSpPr>
          <p:sp>
            <p:nvSpPr>
              <p:cNvPr id="771" name="Freihandform: Form 770">
                <a:extLst>
                  <a:ext uri="{FF2B5EF4-FFF2-40B4-BE49-F238E27FC236}">
                    <a16:creationId xmlns:a16="http://schemas.microsoft.com/office/drawing/2014/main" id="{72B56BC4-1E60-F7D7-C6BF-84E9754B0937}"/>
                  </a:ext>
                </a:extLst>
              </p:cNvPr>
              <p:cNvSpPr/>
              <p:nvPr/>
            </p:nvSpPr>
            <p:spPr>
              <a:xfrm>
                <a:off x="7170261" y="6500093"/>
                <a:ext cx="84335" cy="131810"/>
              </a:xfrm>
              <a:custGeom>
                <a:avLst/>
                <a:gdLst>
                  <a:gd name="csX0" fmla="*/ 64 w 84335"/>
                  <a:gd name="csY0" fmla="*/ 66119 h 131810"/>
                  <a:gd name="csX1" fmla="*/ 4628 w 84335"/>
                  <a:gd name="csY1" fmla="*/ 29252 h 131810"/>
                  <a:gd name="csX2" fmla="*/ 18717 w 84335"/>
                  <a:gd name="csY2" fmla="*/ 7646 h 131810"/>
                  <a:gd name="csX3" fmla="*/ 42133 w 84335"/>
                  <a:gd name="csY3" fmla="*/ 114 h 131810"/>
                  <a:gd name="csX4" fmla="*/ 60389 w 84335"/>
                  <a:gd name="csY4" fmla="*/ 4277 h 131810"/>
                  <a:gd name="csX5" fmla="*/ 73288 w 84335"/>
                  <a:gd name="csY5" fmla="*/ 16368 h 131810"/>
                  <a:gd name="csX6" fmla="*/ 81424 w 84335"/>
                  <a:gd name="csY6" fmla="*/ 35594 h 131810"/>
                  <a:gd name="csX7" fmla="*/ 84400 w 84335"/>
                  <a:gd name="csY7" fmla="*/ 66119 h 131810"/>
                  <a:gd name="csX8" fmla="*/ 79638 w 84335"/>
                  <a:gd name="csY8" fmla="*/ 102788 h 131810"/>
                  <a:gd name="csX9" fmla="*/ 65549 w 84335"/>
                  <a:gd name="csY9" fmla="*/ 124393 h 131810"/>
                  <a:gd name="csX10" fmla="*/ 42133 w 84335"/>
                  <a:gd name="csY10" fmla="*/ 131925 h 131810"/>
                  <a:gd name="csX11" fmla="*/ 12764 w 84335"/>
                  <a:gd name="csY11" fmla="*/ 118645 h 131810"/>
                  <a:gd name="csX12" fmla="*/ 64 w 84335"/>
                  <a:gd name="csY12" fmla="*/ 66119 h 131810"/>
                  <a:gd name="csX13" fmla="*/ 16336 w 84335"/>
                  <a:gd name="csY13" fmla="*/ 66119 h 131810"/>
                  <a:gd name="csX14" fmla="*/ 23678 w 84335"/>
                  <a:gd name="csY14" fmla="*/ 108338 h 131810"/>
                  <a:gd name="csX15" fmla="*/ 42133 w 84335"/>
                  <a:gd name="csY15" fmla="*/ 118843 h 131810"/>
                  <a:gd name="csX16" fmla="*/ 60389 w 84335"/>
                  <a:gd name="csY16" fmla="*/ 108338 h 131810"/>
                  <a:gd name="csX17" fmla="*/ 67930 w 84335"/>
                  <a:gd name="csY17" fmla="*/ 66119 h 131810"/>
                  <a:gd name="csX18" fmla="*/ 60389 w 84335"/>
                  <a:gd name="csY18" fmla="*/ 23702 h 131810"/>
                  <a:gd name="csX19" fmla="*/ 41935 w 84335"/>
                  <a:gd name="csY19" fmla="*/ 13196 h 131810"/>
                  <a:gd name="csX20" fmla="*/ 24472 w 84335"/>
                  <a:gd name="csY20" fmla="*/ 22512 h 131810"/>
                  <a:gd name="csX21" fmla="*/ 16336 w 84335"/>
                  <a:gd name="csY21" fmla="*/ 66119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64" y="66119"/>
                    </a:moveTo>
                    <a:cubicBezTo>
                      <a:pt x="64" y="50807"/>
                      <a:pt x="1553" y="38518"/>
                      <a:pt x="4628" y="29252"/>
                    </a:cubicBezTo>
                    <a:cubicBezTo>
                      <a:pt x="7803" y="19886"/>
                      <a:pt x="12467" y="12701"/>
                      <a:pt x="18717" y="7646"/>
                    </a:cubicBezTo>
                    <a:cubicBezTo>
                      <a:pt x="24919" y="2642"/>
                      <a:pt x="32707" y="114"/>
                      <a:pt x="42133" y="114"/>
                    </a:cubicBezTo>
                    <a:cubicBezTo>
                      <a:pt x="49128" y="114"/>
                      <a:pt x="55230" y="1502"/>
                      <a:pt x="60389" y="4277"/>
                    </a:cubicBezTo>
                    <a:cubicBezTo>
                      <a:pt x="65648" y="7052"/>
                      <a:pt x="69964" y="11115"/>
                      <a:pt x="73288" y="16368"/>
                    </a:cubicBezTo>
                    <a:cubicBezTo>
                      <a:pt x="76711" y="21670"/>
                      <a:pt x="79439" y="28062"/>
                      <a:pt x="81424" y="35594"/>
                    </a:cubicBezTo>
                    <a:cubicBezTo>
                      <a:pt x="83408" y="43126"/>
                      <a:pt x="84400" y="53334"/>
                      <a:pt x="84400" y="66119"/>
                    </a:cubicBezTo>
                    <a:cubicBezTo>
                      <a:pt x="84400" y="81183"/>
                      <a:pt x="82813" y="93423"/>
                      <a:pt x="79638" y="102788"/>
                    </a:cubicBezTo>
                    <a:cubicBezTo>
                      <a:pt x="76463" y="112055"/>
                      <a:pt x="71750" y="119240"/>
                      <a:pt x="65549" y="124393"/>
                    </a:cubicBezTo>
                    <a:cubicBezTo>
                      <a:pt x="59447" y="129448"/>
                      <a:pt x="51658" y="131925"/>
                      <a:pt x="42133" y="131925"/>
                    </a:cubicBezTo>
                    <a:cubicBezTo>
                      <a:pt x="29681" y="131925"/>
                      <a:pt x="19908" y="127515"/>
                      <a:pt x="12764" y="118645"/>
                    </a:cubicBezTo>
                    <a:cubicBezTo>
                      <a:pt x="4281" y="107843"/>
                      <a:pt x="64" y="90301"/>
                      <a:pt x="64" y="66119"/>
                    </a:cubicBezTo>
                    <a:close/>
                    <a:moveTo>
                      <a:pt x="16336" y="66119"/>
                    </a:moveTo>
                    <a:cubicBezTo>
                      <a:pt x="16336" y="87278"/>
                      <a:pt x="18767" y="101351"/>
                      <a:pt x="23678" y="108338"/>
                    </a:cubicBezTo>
                    <a:cubicBezTo>
                      <a:pt x="28689" y="115375"/>
                      <a:pt x="34840" y="118843"/>
                      <a:pt x="42133" y="118843"/>
                    </a:cubicBezTo>
                    <a:cubicBezTo>
                      <a:pt x="49376" y="118843"/>
                      <a:pt x="55478" y="115375"/>
                      <a:pt x="60389" y="108338"/>
                    </a:cubicBezTo>
                    <a:cubicBezTo>
                      <a:pt x="65400" y="101351"/>
                      <a:pt x="67930" y="87278"/>
                      <a:pt x="67930" y="66119"/>
                    </a:cubicBezTo>
                    <a:cubicBezTo>
                      <a:pt x="67930" y="44861"/>
                      <a:pt x="65400" y="30738"/>
                      <a:pt x="60389" y="23702"/>
                    </a:cubicBezTo>
                    <a:cubicBezTo>
                      <a:pt x="55478" y="16715"/>
                      <a:pt x="49326" y="13196"/>
                      <a:pt x="41935" y="13196"/>
                    </a:cubicBezTo>
                    <a:cubicBezTo>
                      <a:pt x="34642" y="13196"/>
                      <a:pt x="28838" y="16318"/>
                      <a:pt x="24472" y="22512"/>
                    </a:cubicBezTo>
                    <a:cubicBezTo>
                      <a:pt x="19015" y="30342"/>
                      <a:pt x="16336" y="44861"/>
                      <a:pt x="16336" y="661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ihandform: Form 771">
                <a:extLst>
                  <a:ext uri="{FF2B5EF4-FFF2-40B4-BE49-F238E27FC236}">
                    <a16:creationId xmlns:a16="http://schemas.microsoft.com/office/drawing/2014/main" id="{8078BB3C-294B-53F1-4CE8-5775A420A2F6}"/>
                  </a:ext>
                </a:extLst>
              </p:cNvPr>
              <p:cNvSpPr/>
              <p:nvPr/>
            </p:nvSpPr>
            <p:spPr>
              <a:xfrm>
                <a:off x="7279674" y="6611686"/>
                <a:ext cx="18057" cy="18037"/>
              </a:xfrm>
              <a:custGeom>
                <a:avLst/>
                <a:gdLst>
                  <a:gd name="csX0" fmla="*/ 72 w 18057"/>
                  <a:gd name="csY0" fmla="*/ 18152 h 18037"/>
                  <a:gd name="csX1" fmla="*/ 72 w 18057"/>
                  <a:gd name="csY1" fmla="*/ 114 h 18037"/>
                  <a:gd name="csX2" fmla="*/ 18130 w 18057"/>
                  <a:gd name="csY2" fmla="*/ 114 h 18037"/>
                  <a:gd name="csX3" fmla="*/ 18130 w 18057"/>
                  <a:gd name="csY3" fmla="*/ 18152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72" y="18152"/>
                    </a:moveTo>
                    <a:lnTo>
                      <a:pt x="72" y="114"/>
                    </a:lnTo>
                    <a:lnTo>
                      <a:pt x="18130" y="114"/>
                    </a:lnTo>
                    <a:lnTo>
                      <a:pt x="18130" y="18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Freihandform: Form 772">
                <a:extLst>
                  <a:ext uri="{FF2B5EF4-FFF2-40B4-BE49-F238E27FC236}">
                    <a16:creationId xmlns:a16="http://schemas.microsoft.com/office/drawing/2014/main" id="{8ED50184-03CC-75B6-BE6C-F5F7CD82D781}"/>
                  </a:ext>
                </a:extLst>
              </p:cNvPr>
              <p:cNvSpPr/>
              <p:nvPr/>
            </p:nvSpPr>
            <p:spPr>
              <a:xfrm>
                <a:off x="7315782" y="6500687"/>
                <a:ext cx="89296" cy="129036"/>
              </a:xfrm>
              <a:custGeom>
                <a:avLst/>
                <a:gdLst>
                  <a:gd name="csX0" fmla="*/ 56036 w 89296"/>
                  <a:gd name="csY0" fmla="*/ 129150 h 129036"/>
                  <a:gd name="csX1" fmla="*/ 56036 w 89296"/>
                  <a:gd name="csY1" fmla="*/ 98229 h 129036"/>
                  <a:gd name="csX2" fmla="*/ 76 w 89296"/>
                  <a:gd name="csY2" fmla="*/ 98229 h 129036"/>
                  <a:gd name="csX3" fmla="*/ 76 w 89296"/>
                  <a:gd name="csY3" fmla="*/ 83760 h 129036"/>
                  <a:gd name="csX4" fmla="*/ 59012 w 89296"/>
                  <a:gd name="csY4" fmla="*/ 114 h 129036"/>
                  <a:gd name="csX5" fmla="*/ 71911 w 89296"/>
                  <a:gd name="csY5" fmla="*/ 114 h 129036"/>
                  <a:gd name="csX6" fmla="*/ 71911 w 89296"/>
                  <a:gd name="csY6" fmla="*/ 83760 h 129036"/>
                  <a:gd name="csX7" fmla="*/ 89373 w 89296"/>
                  <a:gd name="csY7" fmla="*/ 83760 h 129036"/>
                  <a:gd name="csX8" fmla="*/ 89373 w 89296"/>
                  <a:gd name="csY8" fmla="*/ 98229 h 129036"/>
                  <a:gd name="csX9" fmla="*/ 71911 w 89296"/>
                  <a:gd name="csY9" fmla="*/ 98229 h 129036"/>
                  <a:gd name="csX10" fmla="*/ 71911 w 89296"/>
                  <a:gd name="csY10" fmla="*/ 129150 h 129036"/>
                  <a:gd name="csX11" fmla="*/ 56036 w 89296"/>
                  <a:gd name="csY11" fmla="*/ 83760 h 129036"/>
                  <a:gd name="csX12" fmla="*/ 56036 w 89296"/>
                  <a:gd name="csY12" fmla="*/ 25486 h 129036"/>
                  <a:gd name="csX13" fmla="*/ 15554 w 89296"/>
                  <a:gd name="csY13" fmla="*/ 83760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6036" y="129150"/>
                    </a:moveTo>
                    <a:lnTo>
                      <a:pt x="56036" y="98229"/>
                    </a:lnTo>
                    <a:lnTo>
                      <a:pt x="76" y="98229"/>
                    </a:lnTo>
                    <a:lnTo>
                      <a:pt x="76" y="83760"/>
                    </a:lnTo>
                    <a:lnTo>
                      <a:pt x="59012" y="114"/>
                    </a:lnTo>
                    <a:lnTo>
                      <a:pt x="71911" y="114"/>
                    </a:lnTo>
                    <a:lnTo>
                      <a:pt x="71911" y="83760"/>
                    </a:lnTo>
                    <a:lnTo>
                      <a:pt x="89373" y="83760"/>
                    </a:lnTo>
                    <a:lnTo>
                      <a:pt x="89373" y="98229"/>
                    </a:lnTo>
                    <a:lnTo>
                      <a:pt x="71911" y="98229"/>
                    </a:lnTo>
                    <a:lnTo>
                      <a:pt x="71911" y="129150"/>
                    </a:lnTo>
                    <a:close/>
                    <a:moveTo>
                      <a:pt x="56036" y="83760"/>
                    </a:moveTo>
                    <a:lnTo>
                      <a:pt x="56036" y="25486"/>
                    </a:lnTo>
                    <a:lnTo>
                      <a:pt x="15554" y="8376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ihandform: Form 773">
                <a:extLst>
                  <a:ext uri="{FF2B5EF4-FFF2-40B4-BE49-F238E27FC236}">
                    <a16:creationId xmlns:a16="http://schemas.microsoft.com/office/drawing/2014/main" id="{D5FB5702-C7B0-8E65-F118-3C46E106CAB2}"/>
                  </a:ext>
                </a:extLst>
              </p:cNvPr>
              <p:cNvSpPr/>
              <p:nvPr/>
            </p:nvSpPr>
            <p:spPr>
              <a:xfrm>
                <a:off x="7433529" y="6500093"/>
                <a:ext cx="47625" cy="129630"/>
              </a:xfrm>
              <a:custGeom>
                <a:avLst/>
                <a:gdLst>
                  <a:gd name="csX0" fmla="*/ 47709 w 47625"/>
                  <a:gd name="csY0" fmla="*/ 129745 h 129630"/>
                  <a:gd name="csX1" fmla="*/ 31834 w 47625"/>
                  <a:gd name="csY1" fmla="*/ 129745 h 129630"/>
                  <a:gd name="csX2" fmla="*/ 31834 w 47625"/>
                  <a:gd name="csY2" fmla="*/ 28657 h 129630"/>
                  <a:gd name="csX3" fmla="*/ 16753 w 47625"/>
                  <a:gd name="csY3" fmla="*/ 39757 h 129630"/>
                  <a:gd name="csX4" fmla="*/ 84 w 47625"/>
                  <a:gd name="csY4" fmla="*/ 47884 h 129630"/>
                  <a:gd name="csX5" fmla="*/ 84 w 47625"/>
                  <a:gd name="csY5" fmla="*/ 32423 h 129630"/>
                  <a:gd name="csX6" fmla="*/ 23301 w 47625"/>
                  <a:gd name="csY6" fmla="*/ 17359 h 129630"/>
                  <a:gd name="csX7" fmla="*/ 37390 w 47625"/>
                  <a:gd name="csY7" fmla="*/ 114 h 129630"/>
                  <a:gd name="csX8" fmla="*/ 47709 w 47625"/>
                  <a:gd name="csY8" fmla="*/ 114 h 1296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7625" h="129630">
                    <a:moveTo>
                      <a:pt x="47709" y="129745"/>
                    </a:moveTo>
                    <a:lnTo>
                      <a:pt x="31834" y="129745"/>
                    </a:lnTo>
                    <a:lnTo>
                      <a:pt x="31834" y="28657"/>
                    </a:lnTo>
                    <a:cubicBezTo>
                      <a:pt x="27965" y="32373"/>
                      <a:pt x="22954" y="36090"/>
                      <a:pt x="16753" y="39757"/>
                    </a:cubicBezTo>
                    <a:cubicBezTo>
                      <a:pt x="10502" y="43325"/>
                      <a:pt x="4946" y="46050"/>
                      <a:pt x="84" y="47884"/>
                    </a:cubicBezTo>
                    <a:lnTo>
                      <a:pt x="84" y="32423"/>
                    </a:lnTo>
                    <a:cubicBezTo>
                      <a:pt x="8915" y="28360"/>
                      <a:pt x="16654" y="23305"/>
                      <a:pt x="23301" y="17359"/>
                    </a:cubicBezTo>
                    <a:cubicBezTo>
                      <a:pt x="30048" y="11413"/>
                      <a:pt x="34711" y="5664"/>
                      <a:pt x="37390" y="114"/>
                    </a:cubicBezTo>
                    <a:lnTo>
                      <a:pt x="47709" y="114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75" name="Freihandform: Form 774">
              <a:extLst>
                <a:ext uri="{FF2B5EF4-FFF2-40B4-BE49-F238E27FC236}">
                  <a16:creationId xmlns:a16="http://schemas.microsoft.com/office/drawing/2014/main" id="{CF5F3F9D-CBCF-4ABB-9219-3C170076C20A}"/>
                </a:ext>
              </a:extLst>
            </p:cNvPr>
            <p:cNvSpPr/>
            <p:nvPr/>
          </p:nvSpPr>
          <p:spPr>
            <a:xfrm>
              <a:off x="7793642" y="6500093"/>
              <a:ext cx="84335" cy="131810"/>
            </a:xfrm>
            <a:custGeom>
              <a:avLst/>
              <a:gdLst>
                <a:gd name="csX0" fmla="*/ 113 w 84335"/>
                <a:gd name="csY0" fmla="*/ 66119 h 131810"/>
                <a:gd name="csX1" fmla="*/ 4677 w 84335"/>
                <a:gd name="csY1" fmla="*/ 29252 h 131810"/>
                <a:gd name="csX2" fmla="*/ 18766 w 84335"/>
                <a:gd name="csY2" fmla="*/ 7646 h 131810"/>
                <a:gd name="csX3" fmla="*/ 42182 w 84335"/>
                <a:gd name="csY3" fmla="*/ 114 h 131810"/>
                <a:gd name="csX4" fmla="*/ 60438 w 84335"/>
                <a:gd name="csY4" fmla="*/ 4277 h 131810"/>
                <a:gd name="csX5" fmla="*/ 73337 w 84335"/>
                <a:gd name="csY5" fmla="*/ 16368 h 131810"/>
                <a:gd name="csX6" fmla="*/ 81473 w 84335"/>
                <a:gd name="csY6" fmla="*/ 35594 h 131810"/>
                <a:gd name="csX7" fmla="*/ 84449 w 84335"/>
                <a:gd name="csY7" fmla="*/ 66119 h 131810"/>
                <a:gd name="csX8" fmla="*/ 79687 w 84335"/>
                <a:gd name="csY8" fmla="*/ 102788 h 131810"/>
                <a:gd name="csX9" fmla="*/ 65598 w 84335"/>
                <a:gd name="csY9" fmla="*/ 124393 h 131810"/>
                <a:gd name="csX10" fmla="*/ 42182 w 84335"/>
                <a:gd name="csY10" fmla="*/ 131925 h 131810"/>
                <a:gd name="csX11" fmla="*/ 12813 w 84335"/>
                <a:gd name="csY11" fmla="*/ 118645 h 131810"/>
                <a:gd name="csX12" fmla="*/ 113 w 84335"/>
                <a:gd name="csY12" fmla="*/ 66119 h 131810"/>
                <a:gd name="csX13" fmla="*/ 16385 w 84335"/>
                <a:gd name="csY13" fmla="*/ 66119 h 131810"/>
                <a:gd name="csX14" fmla="*/ 23727 w 84335"/>
                <a:gd name="csY14" fmla="*/ 108338 h 131810"/>
                <a:gd name="csX15" fmla="*/ 42182 w 84335"/>
                <a:gd name="csY15" fmla="*/ 118843 h 131810"/>
                <a:gd name="csX16" fmla="*/ 60438 w 84335"/>
                <a:gd name="csY16" fmla="*/ 108338 h 131810"/>
                <a:gd name="csX17" fmla="*/ 67979 w 84335"/>
                <a:gd name="csY17" fmla="*/ 66119 h 131810"/>
                <a:gd name="csX18" fmla="*/ 60438 w 84335"/>
                <a:gd name="csY18" fmla="*/ 23702 h 131810"/>
                <a:gd name="csX19" fmla="*/ 41984 w 84335"/>
                <a:gd name="csY19" fmla="*/ 13196 h 131810"/>
                <a:gd name="csX20" fmla="*/ 24521 w 84335"/>
                <a:gd name="csY20" fmla="*/ 22512 h 131810"/>
                <a:gd name="csX21" fmla="*/ 16385 w 84335"/>
                <a:gd name="csY21" fmla="*/ 66119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113" y="66119"/>
                  </a:moveTo>
                  <a:cubicBezTo>
                    <a:pt x="113" y="50807"/>
                    <a:pt x="1602" y="38518"/>
                    <a:pt x="4677" y="29252"/>
                  </a:cubicBezTo>
                  <a:cubicBezTo>
                    <a:pt x="7852" y="19886"/>
                    <a:pt x="12516" y="12701"/>
                    <a:pt x="18766" y="7646"/>
                  </a:cubicBezTo>
                  <a:cubicBezTo>
                    <a:pt x="24968" y="2642"/>
                    <a:pt x="32756" y="114"/>
                    <a:pt x="42182" y="114"/>
                  </a:cubicBezTo>
                  <a:cubicBezTo>
                    <a:pt x="49177" y="114"/>
                    <a:pt x="55279" y="1502"/>
                    <a:pt x="60438" y="4277"/>
                  </a:cubicBezTo>
                  <a:cubicBezTo>
                    <a:pt x="65697" y="7052"/>
                    <a:pt x="70013" y="11115"/>
                    <a:pt x="73337" y="16368"/>
                  </a:cubicBezTo>
                  <a:cubicBezTo>
                    <a:pt x="76760" y="21670"/>
                    <a:pt x="79488" y="28062"/>
                    <a:pt x="81473" y="35594"/>
                  </a:cubicBezTo>
                  <a:cubicBezTo>
                    <a:pt x="83457" y="43126"/>
                    <a:pt x="84449" y="53334"/>
                    <a:pt x="84449" y="66119"/>
                  </a:cubicBezTo>
                  <a:cubicBezTo>
                    <a:pt x="84449" y="81183"/>
                    <a:pt x="82862" y="93423"/>
                    <a:pt x="79687" y="102788"/>
                  </a:cubicBezTo>
                  <a:cubicBezTo>
                    <a:pt x="76512" y="112055"/>
                    <a:pt x="71799" y="119240"/>
                    <a:pt x="65598" y="124393"/>
                  </a:cubicBezTo>
                  <a:cubicBezTo>
                    <a:pt x="59496" y="129448"/>
                    <a:pt x="51707" y="131925"/>
                    <a:pt x="42182" y="131925"/>
                  </a:cubicBezTo>
                  <a:cubicBezTo>
                    <a:pt x="29730" y="131925"/>
                    <a:pt x="19957" y="127515"/>
                    <a:pt x="12813" y="118645"/>
                  </a:cubicBezTo>
                  <a:cubicBezTo>
                    <a:pt x="4330" y="107843"/>
                    <a:pt x="113" y="90301"/>
                    <a:pt x="113" y="66119"/>
                  </a:cubicBezTo>
                  <a:close/>
                  <a:moveTo>
                    <a:pt x="16385" y="66119"/>
                  </a:moveTo>
                  <a:cubicBezTo>
                    <a:pt x="16385" y="87278"/>
                    <a:pt x="18816" y="101351"/>
                    <a:pt x="23727" y="108338"/>
                  </a:cubicBezTo>
                  <a:cubicBezTo>
                    <a:pt x="28738" y="115375"/>
                    <a:pt x="34890" y="118843"/>
                    <a:pt x="42182" y="118843"/>
                  </a:cubicBezTo>
                  <a:cubicBezTo>
                    <a:pt x="49425" y="118843"/>
                    <a:pt x="55527" y="115375"/>
                    <a:pt x="60438" y="108338"/>
                  </a:cubicBezTo>
                  <a:cubicBezTo>
                    <a:pt x="65449" y="101351"/>
                    <a:pt x="67979" y="87278"/>
                    <a:pt x="67979" y="66119"/>
                  </a:cubicBezTo>
                  <a:cubicBezTo>
                    <a:pt x="67979" y="44861"/>
                    <a:pt x="65449" y="30738"/>
                    <a:pt x="60438" y="23702"/>
                  </a:cubicBezTo>
                  <a:cubicBezTo>
                    <a:pt x="55527" y="16715"/>
                    <a:pt x="49375" y="13196"/>
                    <a:pt x="41984" y="13196"/>
                  </a:cubicBezTo>
                  <a:cubicBezTo>
                    <a:pt x="34691" y="13196"/>
                    <a:pt x="28887" y="16318"/>
                    <a:pt x="24521" y="22512"/>
                  </a:cubicBezTo>
                  <a:cubicBezTo>
                    <a:pt x="19064" y="30342"/>
                    <a:pt x="16385" y="44861"/>
                    <a:pt x="16385" y="6611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76" name="Grafik 637">
              <a:extLst>
                <a:ext uri="{FF2B5EF4-FFF2-40B4-BE49-F238E27FC236}">
                  <a16:creationId xmlns:a16="http://schemas.microsoft.com/office/drawing/2014/main" id="{182AA56F-50BA-2CCC-25CC-F63703E0F1A2}"/>
                </a:ext>
              </a:extLst>
            </p:cNvPr>
            <p:cNvGrpSpPr/>
            <p:nvPr/>
          </p:nvGrpSpPr>
          <p:grpSpPr>
            <a:xfrm>
              <a:off x="8165860" y="6500093"/>
              <a:ext cx="336094" cy="131810"/>
              <a:chOff x="8165860" y="6500093"/>
              <a:chExt cx="336094" cy="131810"/>
            </a:xfrm>
            <a:solidFill>
              <a:srgbClr val="000000"/>
            </a:solidFill>
          </p:grpSpPr>
          <p:sp>
            <p:nvSpPr>
              <p:cNvPr id="777" name="Freihandform: Form 776">
                <a:extLst>
                  <a:ext uri="{FF2B5EF4-FFF2-40B4-BE49-F238E27FC236}">
                    <a16:creationId xmlns:a16="http://schemas.microsoft.com/office/drawing/2014/main" id="{780890C3-40D3-BF32-6ED2-D1BD67F32702}"/>
                  </a:ext>
                </a:extLst>
              </p:cNvPr>
              <p:cNvSpPr/>
              <p:nvPr/>
            </p:nvSpPr>
            <p:spPr>
              <a:xfrm>
                <a:off x="8165860" y="6500093"/>
                <a:ext cx="84335" cy="131810"/>
              </a:xfrm>
              <a:custGeom>
                <a:avLst/>
                <a:gdLst>
                  <a:gd name="csX0" fmla="*/ 143 w 84335"/>
                  <a:gd name="csY0" fmla="*/ 66119 h 131810"/>
                  <a:gd name="csX1" fmla="*/ 4707 w 84335"/>
                  <a:gd name="csY1" fmla="*/ 29252 h 131810"/>
                  <a:gd name="csX2" fmla="*/ 18796 w 84335"/>
                  <a:gd name="csY2" fmla="*/ 7646 h 131810"/>
                  <a:gd name="csX3" fmla="*/ 42211 w 84335"/>
                  <a:gd name="csY3" fmla="*/ 114 h 131810"/>
                  <a:gd name="csX4" fmla="*/ 60468 w 84335"/>
                  <a:gd name="csY4" fmla="*/ 4277 h 131810"/>
                  <a:gd name="csX5" fmla="*/ 73366 w 84335"/>
                  <a:gd name="csY5" fmla="*/ 16368 h 131810"/>
                  <a:gd name="csX6" fmla="*/ 81502 w 84335"/>
                  <a:gd name="csY6" fmla="*/ 35594 h 131810"/>
                  <a:gd name="csX7" fmla="*/ 84479 w 84335"/>
                  <a:gd name="csY7" fmla="*/ 66119 h 131810"/>
                  <a:gd name="csX8" fmla="*/ 79716 w 84335"/>
                  <a:gd name="csY8" fmla="*/ 102788 h 131810"/>
                  <a:gd name="csX9" fmla="*/ 65627 w 84335"/>
                  <a:gd name="csY9" fmla="*/ 124393 h 131810"/>
                  <a:gd name="csX10" fmla="*/ 42211 w 84335"/>
                  <a:gd name="csY10" fmla="*/ 131925 h 131810"/>
                  <a:gd name="csX11" fmla="*/ 12843 w 84335"/>
                  <a:gd name="csY11" fmla="*/ 118645 h 131810"/>
                  <a:gd name="csX12" fmla="*/ 143 w 84335"/>
                  <a:gd name="csY12" fmla="*/ 66119 h 131810"/>
                  <a:gd name="csX13" fmla="*/ 16415 w 84335"/>
                  <a:gd name="csY13" fmla="*/ 66119 h 131810"/>
                  <a:gd name="csX14" fmla="*/ 23757 w 84335"/>
                  <a:gd name="csY14" fmla="*/ 108338 h 131810"/>
                  <a:gd name="csX15" fmla="*/ 42211 w 84335"/>
                  <a:gd name="csY15" fmla="*/ 118843 h 131810"/>
                  <a:gd name="csX16" fmla="*/ 60468 w 84335"/>
                  <a:gd name="csY16" fmla="*/ 108338 h 131810"/>
                  <a:gd name="csX17" fmla="*/ 68008 w 84335"/>
                  <a:gd name="csY17" fmla="*/ 66119 h 131810"/>
                  <a:gd name="csX18" fmla="*/ 60468 w 84335"/>
                  <a:gd name="csY18" fmla="*/ 23702 h 131810"/>
                  <a:gd name="csX19" fmla="*/ 42013 w 84335"/>
                  <a:gd name="csY19" fmla="*/ 13196 h 131810"/>
                  <a:gd name="csX20" fmla="*/ 24550 w 84335"/>
                  <a:gd name="csY20" fmla="*/ 22512 h 131810"/>
                  <a:gd name="csX21" fmla="*/ 16415 w 84335"/>
                  <a:gd name="csY21" fmla="*/ 66119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43" y="66119"/>
                    </a:moveTo>
                    <a:cubicBezTo>
                      <a:pt x="143" y="50807"/>
                      <a:pt x="1631" y="38518"/>
                      <a:pt x="4707" y="29252"/>
                    </a:cubicBezTo>
                    <a:cubicBezTo>
                      <a:pt x="7882" y="19886"/>
                      <a:pt x="12545" y="12701"/>
                      <a:pt x="18796" y="7646"/>
                    </a:cubicBezTo>
                    <a:cubicBezTo>
                      <a:pt x="24997" y="2642"/>
                      <a:pt x="32786" y="114"/>
                      <a:pt x="42211" y="114"/>
                    </a:cubicBezTo>
                    <a:cubicBezTo>
                      <a:pt x="49206" y="114"/>
                      <a:pt x="55308" y="1502"/>
                      <a:pt x="60468" y="4277"/>
                    </a:cubicBezTo>
                    <a:cubicBezTo>
                      <a:pt x="65726" y="7052"/>
                      <a:pt x="70042" y="11115"/>
                      <a:pt x="73366" y="16368"/>
                    </a:cubicBezTo>
                    <a:cubicBezTo>
                      <a:pt x="76789" y="21670"/>
                      <a:pt x="79518" y="28062"/>
                      <a:pt x="81502" y="35594"/>
                    </a:cubicBezTo>
                    <a:cubicBezTo>
                      <a:pt x="83486" y="43126"/>
                      <a:pt x="84479" y="53334"/>
                      <a:pt x="84479" y="66119"/>
                    </a:cubicBezTo>
                    <a:cubicBezTo>
                      <a:pt x="84479" y="81183"/>
                      <a:pt x="82891" y="93423"/>
                      <a:pt x="79716" y="102788"/>
                    </a:cubicBezTo>
                    <a:cubicBezTo>
                      <a:pt x="76541" y="112055"/>
                      <a:pt x="71828" y="119240"/>
                      <a:pt x="65627" y="124393"/>
                    </a:cubicBezTo>
                    <a:cubicBezTo>
                      <a:pt x="59525" y="129448"/>
                      <a:pt x="51736" y="131925"/>
                      <a:pt x="42211" y="131925"/>
                    </a:cubicBezTo>
                    <a:cubicBezTo>
                      <a:pt x="29759" y="131925"/>
                      <a:pt x="19986" y="127515"/>
                      <a:pt x="12843" y="118645"/>
                    </a:cubicBezTo>
                    <a:cubicBezTo>
                      <a:pt x="4359" y="107843"/>
                      <a:pt x="143" y="90301"/>
                      <a:pt x="143" y="66119"/>
                    </a:cubicBezTo>
                    <a:close/>
                    <a:moveTo>
                      <a:pt x="16415" y="66119"/>
                    </a:moveTo>
                    <a:cubicBezTo>
                      <a:pt x="16415" y="87278"/>
                      <a:pt x="18845" y="101351"/>
                      <a:pt x="23757" y="108338"/>
                    </a:cubicBezTo>
                    <a:cubicBezTo>
                      <a:pt x="28767" y="115375"/>
                      <a:pt x="34919" y="118843"/>
                      <a:pt x="42211" y="118843"/>
                    </a:cubicBezTo>
                    <a:cubicBezTo>
                      <a:pt x="49454" y="118843"/>
                      <a:pt x="55556" y="115375"/>
                      <a:pt x="60468" y="108338"/>
                    </a:cubicBezTo>
                    <a:cubicBezTo>
                      <a:pt x="65478" y="101351"/>
                      <a:pt x="68008" y="87278"/>
                      <a:pt x="68008" y="66119"/>
                    </a:cubicBezTo>
                    <a:cubicBezTo>
                      <a:pt x="68008" y="44861"/>
                      <a:pt x="65478" y="30738"/>
                      <a:pt x="60468" y="23702"/>
                    </a:cubicBezTo>
                    <a:cubicBezTo>
                      <a:pt x="55556" y="16715"/>
                      <a:pt x="49405" y="13196"/>
                      <a:pt x="42013" y="13196"/>
                    </a:cubicBezTo>
                    <a:cubicBezTo>
                      <a:pt x="34720" y="13196"/>
                      <a:pt x="28916" y="16318"/>
                      <a:pt x="24550" y="22512"/>
                    </a:cubicBezTo>
                    <a:cubicBezTo>
                      <a:pt x="19093" y="30342"/>
                      <a:pt x="16415" y="44861"/>
                      <a:pt x="16415" y="661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ihandform: Form 777">
                <a:extLst>
                  <a:ext uri="{FF2B5EF4-FFF2-40B4-BE49-F238E27FC236}">
                    <a16:creationId xmlns:a16="http://schemas.microsoft.com/office/drawing/2014/main" id="{917F11FA-D48A-EEF2-BB75-A22B0BD64417}"/>
                  </a:ext>
                </a:extLst>
              </p:cNvPr>
              <p:cNvSpPr/>
              <p:nvPr/>
            </p:nvSpPr>
            <p:spPr>
              <a:xfrm>
                <a:off x="8275273" y="6611686"/>
                <a:ext cx="18057" cy="18037"/>
              </a:xfrm>
              <a:custGeom>
                <a:avLst/>
                <a:gdLst>
                  <a:gd name="csX0" fmla="*/ 151 w 18057"/>
                  <a:gd name="csY0" fmla="*/ 18152 h 18037"/>
                  <a:gd name="csX1" fmla="*/ 151 w 18057"/>
                  <a:gd name="csY1" fmla="*/ 114 h 18037"/>
                  <a:gd name="csX2" fmla="*/ 18208 w 18057"/>
                  <a:gd name="csY2" fmla="*/ 114 h 18037"/>
                  <a:gd name="csX3" fmla="*/ 18208 w 18057"/>
                  <a:gd name="csY3" fmla="*/ 18152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51" y="18152"/>
                    </a:moveTo>
                    <a:lnTo>
                      <a:pt x="151" y="114"/>
                    </a:lnTo>
                    <a:lnTo>
                      <a:pt x="18208" y="114"/>
                    </a:lnTo>
                    <a:lnTo>
                      <a:pt x="18208" y="18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Freihandform: Form 778">
                <a:extLst>
                  <a:ext uri="{FF2B5EF4-FFF2-40B4-BE49-F238E27FC236}">
                    <a16:creationId xmlns:a16="http://schemas.microsoft.com/office/drawing/2014/main" id="{7708672E-C826-1B47-30ED-36C9ED5D727D}"/>
                  </a:ext>
                </a:extLst>
              </p:cNvPr>
              <p:cNvSpPr/>
              <p:nvPr/>
            </p:nvSpPr>
            <p:spPr>
              <a:xfrm>
                <a:off x="8315747" y="6500093"/>
                <a:ext cx="85328" cy="131810"/>
              </a:xfrm>
              <a:custGeom>
                <a:avLst/>
                <a:gdLst>
                  <a:gd name="csX0" fmla="*/ 83300 w 85328"/>
                  <a:gd name="csY0" fmla="*/ 32225 h 131810"/>
                  <a:gd name="csX1" fmla="*/ 67425 w 85328"/>
                  <a:gd name="csY1" fmla="*/ 33414 h 131810"/>
                  <a:gd name="csX2" fmla="*/ 61472 w 85328"/>
                  <a:gd name="csY2" fmla="*/ 19936 h 131810"/>
                  <a:gd name="csX3" fmla="*/ 45597 w 85328"/>
                  <a:gd name="csY3" fmla="*/ 13196 h 131810"/>
                  <a:gd name="csX4" fmla="*/ 32301 w 85328"/>
                  <a:gd name="csY4" fmla="*/ 17359 h 131810"/>
                  <a:gd name="csX5" fmla="*/ 20395 w 85328"/>
                  <a:gd name="csY5" fmla="*/ 33414 h 131810"/>
                  <a:gd name="csX6" fmla="*/ 16030 w 85328"/>
                  <a:gd name="csY6" fmla="*/ 63146 h 131810"/>
                  <a:gd name="csX7" fmla="*/ 29920 w 85328"/>
                  <a:gd name="csY7" fmla="*/ 50262 h 131810"/>
                  <a:gd name="csX8" fmla="*/ 47383 w 85328"/>
                  <a:gd name="csY8" fmla="*/ 45901 h 131810"/>
                  <a:gd name="csX9" fmla="*/ 74370 w 85328"/>
                  <a:gd name="csY9" fmla="*/ 57596 h 131810"/>
                  <a:gd name="csX10" fmla="*/ 85483 w 85328"/>
                  <a:gd name="csY10" fmla="*/ 87724 h 131810"/>
                  <a:gd name="csX11" fmla="*/ 80125 w 85328"/>
                  <a:gd name="csY11" fmla="*/ 110519 h 131810"/>
                  <a:gd name="csX12" fmla="*/ 65837 w 85328"/>
                  <a:gd name="csY12" fmla="*/ 126375 h 131810"/>
                  <a:gd name="csX13" fmla="*/ 45001 w 85328"/>
                  <a:gd name="csY13" fmla="*/ 131925 h 131810"/>
                  <a:gd name="csX14" fmla="*/ 12656 w 85328"/>
                  <a:gd name="csY14" fmla="*/ 117456 h 131810"/>
                  <a:gd name="csX15" fmla="*/ 155 w 85328"/>
                  <a:gd name="csY15" fmla="*/ 69290 h 131810"/>
                  <a:gd name="csX16" fmla="*/ 14045 w 85328"/>
                  <a:gd name="csY16" fmla="*/ 14980 h 131810"/>
                  <a:gd name="csX17" fmla="*/ 46589 w 85328"/>
                  <a:gd name="csY17" fmla="*/ 114 h 131810"/>
                  <a:gd name="csX18" fmla="*/ 71592 w 85328"/>
                  <a:gd name="csY18" fmla="*/ 8638 h 131810"/>
                  <a:gd name="csX19" fmla="*/ 83300 w 85328"/>
                  <a:gd name="csY19" fmla="*/ 32225 h 131810"/>
                  <a:gd name="csX20" fmla="*/ 18411 w 85328"/>
                  <a:gd name="csY20" fmla="*/ 87922 h 131810"/>
                  <a:gd name="csX21" fmla="*/ 21784 w 85328"/>
                  <a:gd name="csY21" fmla="*/ 103581 h 131810"/>
                  <a:gd name="csX22" fmla="*/ 31508 w 85328"/>
                  <a:gd name="csY22" fmla="*/ 115077 h 131810"/>
                  <a:gd name="csX23" fmla="*/ 44803 w 85328"/>
                  <a:gd name="csY23" fmla="*/ 118843 h 131810"/>
                  <a:gd name="csX24" fmla="*/ 62067 w 85328"/>
                  <a:gd name="csY24" fmla="*/ 110915 h 131810"/>
                  <a:gd name="csX25" fmla="*/ 69409 w 85328"/>
                  <a:gd name="csY25" fmla="*/ 88715 h 131810"/>
                  <a:gd name="csX26" fmla="*/ 62265 w 85328"/>
                  <a:gd name="csY26" fmla="*/ 67705 h 131810"/>
                  <a:gd name="csX27" fmla="*/ 44208 w 85328"/>
                  <a:gd name="csY27" fmla="*/ 59974 h 131810"/>
                  <a:gd name="csX28" fmla="*/ 25951 w 85328"/>
                  <a:gd name="csY28" fmla="*/ 67705 h 131810"/>
                  <a:gd name="csX29" fmla="*/ 18411 w 85328"/>
                  <a:gd name="csY29" fmla="*/ 87922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300" y="32225"/>
                    </a:moveTo>
                    <a:lnTo>
                      <a:pt x="67425" y="33414"/>
                    </a:lnTo>
                    <a:cubicBezTo>
                      <a:pt x="66085" y="27220"/>
                      <a:pt x="64101" y="22711"/>
                      <a:pt x="61472" y="19936"/>
                    </a:cubicBezTo>
                    <a:cubicBezTo>
                      <a:pt x="57205" y="15476"/>
                      <a:pt x="51947" y="13196"/>
                      <a:pt x="45597" y="13196"/>
                    </a:cubicBezTo>
                    <a:cubicBezTo>
                      <a:pt x="40537" y="13196"/>
                      <a:pt x="36121" y="14584"/>
                      <a:pt x="32301" y="17359"/>
                    </a:cubicBezTo>
                    <a:cubicBezTo>
                      <a:pt x="27241" y="21075"/>
                      <a:pt x="23272" y="26427"/>
                      <a:pt x="20395" y="33414"/>
                    </a:cubicBezTo>
                    <a:cubicBezTo>
                      <a:pt x="17617" y="40302"/>
                      <a:pt x="16129" y="50213"/>
                      <a:pt x="16030" y="63146"/>
                    </a:cubicBezTo>
                    <a:cubicBezTo>
                      <a:pt x="19849" y="57348"/>
                      <a:pt x="24463" y="53037"/>
                      <a:pt x="29920" y="50262"/>
                    </a:cubicBezTo>
                    <a:cubicBezTo>
                      <a:pt x="35476" y="47388"/>
                      <a:pt x="41281" y="45901"/>
                      <a:pt x="47383" y="45901"/>
                    </a:cubicBezTo>
                    <a:cubicBezTo>
                      <a:pt x="57949" y="45901"/>
                      <a:pt x="66929" y="49816"/>
                      <a:pt x="74370" y="57596"/>
                    </a:cubicBezTo>
                    <a:cubicBezTo>
                      <a:pt x="81762" y="65425"/>
                      <a:pt x="85483" y="75435"/>
                      <a:pt x="85483" y="87724"/>
                    </a:cubicBezTo>
                    <a:cubicBezTo>
                      <a:pt x="85483" y="95950"/>
                      <a:pt x="83697" y="103532"/>
                      <a:pt x="80125" y="110519"/>
                    </a:cubicBezTo>
                    <a:cubicBezTo>
                      <a:pt x="76652" y="117406"/>
                      <a:pt x="71890" y="122709"/>
                      <a:pt x="65837" y="126375"/>
                    </a:cubicBezTo>
                    <a:cubicBezTo>
                      <a:pt x="59735" y="130042"/>
                      <a:pt x="52790" y="131925"/>
                      <a:pt x="45001" y="131925"/>
                    </a:cubicBezTo>
                    <a:cubicBezTo>
                      <a:pt x="31756" y="131925"/>
                      <a:pt x="20990" y="127119"/>
                      <a:pt x="12656" y="117456"/>
                    </a:cubicBezTo>
                    <a:cubicBezTo>
                      <a:pt x="4322" y="107694"/>
                      <a:pt x="155" y="91639"/>
                      <a:pt x="155" y="69290"/>
                    </a:cubicBezTo>
                    <a:cubicBezTo>
                      <a:pt x="155" y="44316"/>
                      <a:pt x="4768" y="26229"/>
                      <a:pt x="14045" y="14980"/>
                    </a:cubicBezTo>
                    <a:cubicBezTo>
                      <a:pt x="22082" y="5070"/>
                      <a:pt x="32946" y="114"/>
                      <a:pt x="46589" y="114"/>
                    </a:cubicBezTo>
                    <a:cubicBezTo>
                      <a:pt x="56759" y="114"/>
                      <a:pt x="65093" y="2988"/>
                      <a:pt x="71592" y="8638"/>
                    </a:cubicBezTo>
                    <a:cubicBezTo>
                      <a:pt x="78041" y="14336"/>
                      <a:pt x="81960" y="22215"/>
                      <a:pt x="83300" y="32225"/>
                    </a:cubicBezTo>
                    <a:close/>
                    <a:moveTo>
                      <a:pt x="18411" y="87922"/>
                    </a:moveTo>
                    <a:cubicBezTo>
                      <a:pt x="18411" y="93373"/>
                      <a:pt x="19502" y="98576"/>
                      <a:pt x="21784" y="103581"/>
                    </a:cubicBezTo>
                    <a:cubicBezTo>
                      <a:pt x="24165" y="108636"/>
                      <a:pt x="27390" y="112451"/>
                      <a:pt x="31508" y="115077"/>
                    </a:cubicBezTo>
                    <a:cubicBezTo>
                      <a:pt x="35724" y="117605"/>
                      <a:pt x="40140" y="118843"/>
                      <a:pt x="44803" y="118843"/>
                    </a:cubicBezTo>
                    <a:cubicBezTo>
                      <a:pt x="51550" y="118843"/>
                      <a:pt x="57305" y="116217"/>
                      <a:pt x="62067" y="110915"/>
                    </a:cubicBezTo>
                    <a:cubicBezTo>
                      <a:pt x="66929" y="105514"/>
                      <a:pt x="69409" y="98130"/>
                      <a:pt x="69409" y="88715"/>
                    </a:cubicBezTo>
                    <a:cubicBezTo>
                      <a:pt x="69409" y="79895"/>
                      <a:pt x="67028" y="72858"/>
                      <a:pt x="62265" y="67705"/>
                    </a:cubicBezTo>
                    <a:cubicBezTo>
                      <a:pt x="57503" y="62551"/>
                      <a:pt x="51451" y="59974"/>
                      <a:pt x="44208" y="59974"/>
                    </a:cubicBezTo>
                    <a:cubicBezTo>
                      <a:pt x="37064" y="59974"/>
                      <a:pt x="30962" y="62551"/>
                      <a:pt x="25951" y="67705"/>
                    </a:cubicBezTo>
                    <a:cubicBezTo>
                      <a:pt x="20891" y="72858"/>
                      <a:pt x="18411" y="79597"/>
                      <a:pt x="18411" y="8792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ihandform: Form 779">
                <a:extLst>
                  <a:ext uri="{FF2B5EF4-FFF2-40B4-BE49-F238E27FC236}">
                    <a16:creationId xmlns:a16="http://schemas.microsoft.com/office/drawing/2014/main" id="{C55674C6-D6C8-74FC-46D0-5F4D8914E17D}"/>
                  </a:ext>
                </a:extLst>
              </p:cNvPr>
              <p:cNvSpPr/>
              <p:nvPr/>
            </p:nvSpPr>
            <p:spPr>
              <a:xfrm>
                <a:off x="8417023" y="6500093"/>
                <a:ext cx="84931" cy="131810"/>
              </a:xfrm>
              <a:custGeom>
                <a:avLst/>
                <a:gdLst>
                  <a:gd name="csX0" fmla="*/ 2544 w 84931"/>
                  <a:gd name="csY0" fmla="*/ 99815 h 131810"/>
                  <a:gd name="csX1" fmla="*/ 17823 w 84931"/>
                  <a:gd name="csY1" fmla="*/ 98428 h 131810"/>
                  <a:gd name="csX2" fmla="*/ 25166 w 84931"/>
                  <a:gd name="csY2" fmla="*/ 114086 h 131810"/>
                  <a:gd name="csX3" fmla="*/ 39255 w 84931"/>
                  <a:gd name="csY3" fmla="*/ 118843 h 131810"/>
                  <a:gd name="csX4" fmla="*/ 51955 w 84931"/>
                  <a:gd name="csY4" fmla="*/ 115672 h 131810"/>
                  <a:gd name="csX5" fmla="*/ 61083 w 84931"/>
                  <a:gd name="csY5" fmla="*/ 106752 h 131810"/>
                  <a:gd name="csX6" fmla="*/ 67036 w 84931"/>
                  <a:gd name="csY6" fmla="*/ 91490 h 131810"/>
                  <a:gd name="csX7" fmla="*/ 69417 w 84931"/>
                  <a:gd name="csY7" fmla="*/ 72065 h 131810"/>
                  <a:gd name="csX8" fmla="*/ 69219 w 84931"/>
                  <a:gd name="csY8" fmla="*/ 68894 h 131810"/>
                  <a:gd name="csX9" fmla="*/ 56122 w 84931"/>
                  <a:gd name="csY9" fmla="*/ 81381 h 131810"/>
                  <a:gd name="csX10" fmla="*/ 38461 w 84931"/>
                  <a:gd name="csY10" fmla="*/ 85940 h 131810"/>
                  <a:gd name="csX11" fmla="*/ 11275 w 84931"/>
                  <a:gd name="csY11" fmla="*/ 74444 h 131810"/>
                  <a:gd name="csX12" fmla="*/ 162 w 84931"/>
                  <a:gd name="csY12" fmla="*/ 43721 h 131810"/>
                  <a:gd name="csX13" fmla="*/ 11672 w 84931"/>
                  <a:gd name="csY13" fmla="*/ 12205 h 131810"/>
                  <a:gd name="csX14" fmla="*/ 40842 w 84931"/>
                  <a:gd name="csY14" fmla="*/ 114 h 131810"/>
                  <a:gd name="csX15" fmla="*/ 63662 w 84931"/>
                  <a:gd name="csY15" fmla="*/ 6854 h 131810"/>
                  <a:gd name="csX16" fmla="*/ 79537 w 84931"/>
                  <a:gd name="csY16" fmla="*/ 26278 h 131810"/>
                  <a:gd name="csX17" fmla="*/ 85094 w 84931"/>
                  <a:gd name="csY17" fmla="*/ 62551 h 131810"/>
                  <a:gd name="csX18" fmla="*/ 79736 w 84931"/>
                  <a:gd name="csY18" fmla="*/ 101995 h 131810"/>
                  <a:gd name="csX19" fmla="*/ 63662 w 84931"/>
                  <a:gd name="csY19" fmla="*/ 124393 h 131810"/>
                  <a:gd name="csX20" fmla="*/ 38858 w 84931"/>
                  <a:gd name="csY20" fmla="*/ 131925 h 131810"/>
                  <a:gd name="csX21" fmla="*/ 14053 w 84931"/>
                  <a:gd name="csY21" fmla="*/ 123601 h 131810"/>
                  <a:gd name="csX22" fmla="*/ 2544 w 84931"/>
                  <a:gd name="csY22" fmla="*/ 99815 h 131810"/>
                  <a:gd name="csX23" fmla="*/ 67433 w 84931"/>
                  <a:gd name="csY23" fmla="*/ 42928 h 131810"/>
                  <a:gd name="csX24" fmla="*/ 60091 w 84931"/>
                  <a:gd name="csY24" fmla="*/ 21323 h 131810"/>
                  <a:gd name="csX25" fmla="*/ 42628 w 84931"/>
                  <a:gd name="csY25" fmla="*/ 13196 h 131810"/>
                  <a:gd name="csX26" fmla="*/ 24173 w 84931"/>
                  <a:gd name="csY26" fmla="*/ 21918 h 131810"/>
                  <a:gd name="csX27" fmla="*/ 16434 w 84931"/>
                  <a:gd name="csY27" fmla="*/ 44316 h 131810"/>
                  <a:gd name="csX28" fmla="*/ 23776 w 84931"/>
                  <a:gd name="csY28" fmla="*/ 64335 h 131810"/>
                  <a:gd name="csX29" fmla="*/ 42231 w 84931"/>
                  <a:gd name="csY29" fmla="*/ 72065 h 131810"/>
                  <a:gd name="csX30" fmla="*/ 60289 w 84931"/>
                  <a:gd name="csY30" fmla="*/ 64335 h 131810"/>
                  <a:gd name="csX31" fmla="*/ 67433 w 84931"/>
                  <a:gd name="csY31" fmla="*/ 42928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84931" h="131810">
                    <a:moveTo>
                      <a:pt x="2544" y="99815"/>
                    </a:moveTo>
                    <a:lnTo>
                      <a:pt x="17823" y="98428"/>
                    </a:lnTo>
                    <a:cubicBezTo>
                      <a:pt x="19014" y="105563"/>
                      <a:pt x="21445" y="110816"/>
                      <a:pt x="25166" y="114086"/>
                    </a:cubicBezTo>
                    <a:cubicBezTo>
                      <a:pt x="28837" y="117258"/>
                      <a:pt x="33550" y="118843"/>
                      <a:pt x="39255" y="118843"/>
                    </a:cubicBezTo>
                    <a:cubicBezTo>
                      <a:pt x="44017" y="118843"/>
                      <a:pt x="48234" y="117803"/>
                      <a:pt x="51955" y="115672"/>
                    </a:cubicBezTo>
                    <a:cubicBezTo>
                      <a:pt x="55626" y="113442"/>
                      <a:pt x="58701" y="110469"/>
                      <a:pt x="61083" y="106752"/>
                    </a:cubicBezTo>
                    <a:cubicBezTo>
                      <a:pt x="63464" y="102937"/>
                      <a:pt x="65448" y="97833"/>
                      <a:pt x="67036" y="91490"/>
                    </a:cubicBezTo>
                    <a:cubicBezTo>
                      <a:pt x="68623" y="85147"/>
                      <a:pt x="69417" y="78705"/>
                      <a:pt x="69417" y="72065"/>
                    </a:cubicBezTo>
                    <a:cubicBezTo>
                      <a:pt x="69417" y="71421"/>
                      <a:pt x="69318" y="70381"/>
                      <a:pt x="69219" y="68894"/>
                    </a:cubicBezTo>
                    <a:cubicBezTo>
                      <a:pt x="66044" y="74048"/>
                      <a:pt x="61678" y="78210"/>
                      <a:pt x="56122" y="81381"/>
                    </a:cubicBezTo>
                    <a:cubicBezTo>
                      <a:pt x="50665" y="84454"/>
                      <a:pt x="44811" y="85940"/>
                      <a:pt x="38461" y="85940"/>
                    </a:cubicBezTo>
                    <a:cubicBezTo>
                      <a:pt x="27745" y="85940"/>
                      <a:pt x="18667" y="82125"/>
                      <a:pt x="11275" y="74444"/>
                    </a:cubicBezTo>
                    <a:cubicBezTo>
                      <a:pt x="3834" y="66664"/>
                      <a:pt x="162" y="56407"/>
                      <a:pt x="162" y="43721"/>
                    </a:cubicBezTo>
                    <a:cubicBezTo>
                      <a:pt x="162" y="30639"/>
                      <a:pt x="3982" y="20134"/>
                      <a:pt x="11672" y="12205"/>
                    </a:cubicBezTo>
                    <a:cubicBezTo>
                      <a:pt x="19460" y="4178"/>
                      <a:pt x="29184" y="114"/>
                      <a:pt x="40842" y="114"/>
                    </a:cubicBezTo>
                    <a:cubicBezTo>
                      <a:pt x="49176" y="114"/>
                      <a:pt x="56767" y="2394"/>
                      <a:pt x="63662" y="6854"/>
                    </a:cubicBezTo>
                    <a:cubicBezTo>
                      <a:pt x="70657" y="11363"/>
                      <a:pt x="75966" y="17854"/>
                      <a:pt x="79537" y="26278"/>
                    </a:cubicBezTo>
                    <a:cubicBezTo>
                      <a:pt x="83209" y="34603"/>
                      <a:pt x="85094" y="46694"/>
                      <a:pt x="85094" y="62551"/>
                    </a:cubicBezTo>
                    <a:cubicBezTo>
                      <a:pt x="85094" y="79102"/>
                      <a:pt x="83308" y="92233"/>
                      <a:pt x="79736" y="101995"/>
                    </a:cubicBezTo>
                    <a:cubicBezTo>
                      <a:pt x="76164" y="111807"/>
                      <a:pt x="70806" y="119240"/>
                      <a:pt x="63662" y="124393"/>
                    </a:cubicBezTo>
                    <a:cubicBezTo>
                      <a:pt x="56618" y="129448"/>
                      <a:pt x="48383" y="131925"/>
                      <a:pt x="38858" y="131925"/>
                    </a:cubicBezTo>
                    <a:cubicBezTo>
                      <a:pt x="28638" y="131925"/>
                      <a:pt x="20403" y="129150"/>
                      <a:pt x="14053" y="123601"/>
                    </a:cubicBezTo>
                    <a:cubicBezTo>
                      <a:pt x="7703" y="117951"/>
                      <a:pt x="3834" y="110023"/>
                      <a:pt x="2544" y="99815"/>
                    </a:cubicBezTo>
                    <a:close/>
                    <a:moveTo>
                      <a:pt x="67433" y="42928"/>
                    </a:moveTo>
                    <a:cubicBezTo>
                      <a:pt x="67433" y="33810"/>
                      <a:pt x="64952" y="26625"/>
                      <a:pt x="60091" y="21323"/>
                    </a:cubicBezTo>
                    <a:cubicBezTo>
                      <a:pt x="55328" y="15922"/>
                      <a:pt x="49474" y="13196"/>
                      <a:pt x="42628" y="13196"/>
                    </a:cubicBezTo>
                    <a:cubicBezTo>
                      <a:pt x="35584" y="13196"/>
                      <a:pt x="29432" y="16120"/>
                      <a:pt x="24173" y="21918"/>
                    </a:cubicBezTo>
                    <a:cubicBezTo>
                      <a:pt x="19014" y="27616"/>
                      <a:pt x="16434" y="35099"/>
                      <a:pt x="16434" y="44316"/>
                    </a:cubicBezTo>
                    <a:cubicBezTo>
                      <a:pt x="16434" y="52542"/>
                      <a:pt x="18865" y="59182"/>
                      <a:pt x="23776" y="64335"/>
                    </a:cubicBezTo>
                    <a:cubicBezTo>
                      <a:pt x="28787" y="69489"/>
                      <a:pt x="34939" y="72065"/>
                      <a:pt x="42231" y="72065"/>
                    </a:cubicBezTo>
                    <a:cubicBezTo>
                      <a:pt x="49623" y="72065"/>
                      <a:pt x="55626" y="69489"/>
                      <a:pt x="60289" y="64335"/>
                    </a:cubicBezTo>
                    <a:cubicBezTo>
                      <a:pt x="65051" y="59182"/>
                      <a:pt x="67433" y="52046"/>
                      <a:pt x="67433" y="429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1" name="Grafik 637">
              <a:extLst>
                <a:ext uri="{FF2B5EF4-FFF2-40B4-BE49-F238E27FC236}">
                  <a16:creationId xmlns:a16="http://schemas.microsoft.com/office/drawing/2014/main" id="{2BA48BBA-459E-03C3-FB73-3F7E9F5338C9}"/>
                </a:ext>
              </a:extLst>
            </p:cNvPr>
            <p:cNvGrpSpPr/>
            <p:nvPr/>
          </p:nvGrpSpPr>
          <p:grpSpPr>
            <a:xfrm>
              <a:off x="8663672" y="6500093"/>
              <a:ext cx="335300" cy="131810"/>
              <a:chOff x="8663672" y="6500093"/>
              <a:chExt cx="335300" cy="131810"/>
            </a:xfrm>
            <a:solidFill>
              <a:srgbClr val="000000"/>
            </a:solidFill>
          </p:grpSpPr>
          <p:sp>
            <p:nvSpPr>
              <p:cNvPr id="782" name="Freihandform: Form 781">
                <a:extLst>
                  <a:ext uri="{FF2B5EF4-FFF2-40B4-BE49-F238E27FC236}">
                    <a16:creationId xmlns:a16="http://schemas.microsoft.com/office/drawing/2014/main" id="{DF80FAB9-04EE-5996-8EFE-E0B7B58348B1}"/>
                  </a:ext>
                </a:extLst>
              </p:cNvPr>
              <p:cNvSpPr/>
              <p:nvPr/>
            </p:nvSpPr>
            <p:spPr>
              <a:xfrm>
                <a:off x="8663672" y="6500093"/>
                <a:ext cx="84335" cy="131810"/>
              </a:xfrm>
              <a:custGeom>
                <a:avLst/>
                <a:gdLst>
                  <a:gd name="csX0" fmla="*/ 182 w 84335"/>
                  <a:gd name="csY0" fmla="*/ 66119 h 131810"/>
                  <a:gd name="csX1" fmla="*/ 4746 w 84335"/>
                  <a:gd name="csY1" fmla="*/ 29252 h 131810"/>
                  <a:gd name="csX2" fmla="*/ 18835 w 84335"/>
                  <a:gd name="csY2" fmla="*/ 7646 h 131810"/>
                  <a:gd name="csX3" fmla="*/ 42251 w 84335"/>
                  <a:gd name="csY3" fmla="*/ 114 h 131810"/>
                  <a:gd name="csX4" fmla="*/ 60507 w 84335"/>
                  <a:gd name="csY4" fmla="*/ 4277 h 131810"/>
                  <a:gd name="csX5" fmla="*/ 73405 w 84335"/>
                  <a:gd name="csY5" fmla="*/ 16368 h 131810"/>
                  <a:gd name="csX6" fmla="*/ 81541 w 84335"/>
                  <a:gd name="csY6" fmla="*/ 35594 h 131810"/>
                  <a:gd name="csX7" fmla="*/ 84518 w 84335"/>
                  <a:gd name="csY7" fmla="*/ 66119 h 131810"/>
                  <a:gd name="csX8" fmla="*/ 79755 w 84335"/>
                  <a:gd name="csY8" fmla="*/ 102788 h 131810"/>
                  <a:gd name="csX9" fmla="*/ 65666 w 84335"/>
                  <a:gd name="csY9" fmla="*/ 124393 h 131810"/>
                  <a:gd name="csX10" fmla="*/ 42251 w 84335"/>
                  <a:gd name="csY10" fmla="*/ 131925 h 131810"/>
                  <a:gd name="csX11" fmla="*/ 12882 w 84335"/>
                  <a:gd name="csY11" fmla="*/ 118645 h 131810"/>
                  <a:gd name="csX12" fmla="*/ 182 w 84335"/>
                  <a:gd name="csY12" fmla="*/ 66119 h 131810"/>
                  <a:gd name="csX13" fmla="*/ 16454 w 84335"/>
                  <a:gd name="csY13" fmla="*/ 66119 h 131810"/>
                  <a:gd name="csX14" fmla="*/ 23796 w 84335"/>
                  <a:gd name="csY14" fmla="*/ 108338 h 131810"/>
                  <a:gd name="csX15" fmla="*/ 42251 w 84335"/>
                  <a:gd name="csY15" fmla="*/ 118843 h 131810"/>
                  <a:gd name="csX16" fmla="*/ 60507 w 84335"/>
                  <a:gd name="csY16" fmla="*/ 108338 h 131810"/>
                  <a:gd name="csX17" fmla="*/ 68047 w 84335"/>
                  <a:gd name="csY17" fmla="*/ 66119 h 131810"/>
                  <a:gd name="csX18" fmla="*/ 60507 w 84335"/>
                  <a:gd name="csY18" fmla="*/ 23702 h 131810"/>
                  <a:gd name="csX19" fmla="*/ 42052 w 84335"/>
                  <a:gd name="csY19" fmla="*/ 13196 h 131810"/>
                  <a:gd name="csX20" fmla="*/ 24590 w 84335"/>
                  <a:gd name="csY20" fmla="*/ 22512 h 131810"/>
                  <a:gd name="csX21" fmla="*/ 16454 w 84335"/>
                  <a:gd name="csY21" fmla="*/ 66119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82" y="66119"/>
                    </a:moveTo>
                    <a:cubicBezTo>
                      <a:pt x="182" y="50807"/>
                      <a:pt x="1670" y="38518"/>
                      <a:pt x="4746" y="29252"/>
                    </a:cubicBezTo>
                    <a:cubicBezTo>
                      <a:pt x="7921" y="19886"/>
                      <a:pt x="12584" y="12701"/>
                      <a:pt x="18835" y="7646"/>
                    </a:cubicBezTo>
                    <a:cubicBezTo>
                      <a:pt x="25036" y="2642"/>
                      <a:pt x="32825" y="114"/>
                      <a:pt x="42251" y="114"/>
                    </a:cubicBezTo>
                    <a:cubicBezTo>
                      <a:pt x="49246" y="114"/>
                      <a:pt x="55347" y="1502"/>
                      <a:pt x="60507" y="4277"/>
                    </a:cubicBezTo>
                    <a:cubicBezTo>
                      <a:pt x="65765" y="7052"/>
                      <a:pt x="70081" y="11115"/>
                      <a:pt x="73405" y="16368"/>
                    </a:cubicBezTo>
                    <a:cubicBezTo>
                      <a:pt x="76828" y="21670"/>
                      <a:pt x="79557" y="28062"/>
                      <a:pt x="81541" y="35594"/>
                    </a:cubicBezTo>
                    <a:cubicBezTo>
                      <a:pt x="83526" y="43126"/>
                      <a:pt x="84518" y="53334"/>
                      <a:pt x="84518" y="66119"/>
                    </a:cubicBezTo>
                    <a:cubicBezTo>
                      <a:pt x="84518" y="81183"/>
                      <a:pt x="82930" y="93423"/>
                      <a:pt x="79755" y="102788"/>
                    </a:cubicBezTo>
                    <a:cubicBezTo>
                      <a:pt x="76580" y="112055"/>
                      <a:pt x="71867" y="119240"/>
                      <a:pt x="65666" y="124393"/>
                    </a:cubicBezTo>
                    <a:cubicBezTo>
                      <a:pt x="59564" y="129448"/>
                      <a:pt x="51776" y="131925"/>
                      <a:pt x="42251" y="131925"/>
                    </a:cubicBezTo>
                    <a:cubicBezTo>
                      <a:pt x="29799" y="131925"/>
                      <a:pt x="20026" y="127515"/>
                      <a:pt x="12882" y="118645"/>
                    </a:cubicBezTo>
                    <a:cubicBezTo>
                      <a:pt x="4399" y="107843"/>
                      <a:pt x="182" y="90301"/>
                      <a:pt x="182" y="66119"/>
                    </a:cubicBezTo>
                    <a:close/>
                    <a:moveTo>
                      <a:pt x="16454" y="66119"/>
                    </a:moveTo>
                    <a:cubicBezTo>
                      <a:pt x="16454" y="87278"/>
                      <a:pt x="18885" y="101351"/>
                      <a:pt x="23796" y="108338"/>
                    </a:cubicBezTo>
                    <a:cubicBezTo>
                      <a:pt x="28806" y="115375"/>
                      <a:pt x="34958" y="118843"/>
                      <a:pt x="42251" y="118843"/>
                    </a:cubicBezTo>
                    <a:cubicBezTo>
                      <a:pt x="49494" y="118843"/>
                      <a:pt x="55596" y="115375"/>
                      <a:pt x="60507" y="108338"/>
                    </a:cubicBezTo>
                    <a:cubicBezTo>
                      <a:pt x="65517" y="101351"/>
                      <a:pt x="68047" y="87278"/>
                      <a:pt x="68047" y="66119"/>
                    </a:cubicBezTo>
                    <a:cubicBezTo>
                      <a:pt x="68047" y="44861"/>
                      <a:pt x="65517" y="30738"/>
                      <a:pt x="60507" y="23702"/>
                    </a:cubicBezTo>
                    <a:cubicBezTo>
                      <a:pt x="55596" y="16715"/>
                      <a:pt x="49444" y="13196"/>
                      <a:pt x="42052" y="13196"/>
                    </a:cubicBezTo>
                    <a:cubicBezTo>
                      <a:pt x="34760" y="13196"/>
                      <a:pt x="28955" y="16318"/>
                      <a:pt x="24590" y="22512"/>
                    </a:cubicBezTo>
                    <a:cubicBezTo>
                      <a:pt x="19133" y="30342"/>
                      <a:pt x="16454" y="44861"/>
                      <a:pt x="16454" y="661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Freihandform: Form 782">
                <a:extLst>
                  <a:ext uri="{FF2B5EF4-FFF2-40B4-BE49-F238E27FC236}">
                    <a16:creationId xmlns:a16="http://schemas.microsoft.com/office/drawing/2014/main" id="{D18FEF09-5E45-C792-7CA1-BDFE031DB552}"/>
                  </a:ext>
                </a:extLst>
              </p:cNvPr>
              <p:cNvSpPr/>
              <p:nvPr/>
            </p:nvSpPr>
            <p:spPr>
              <a:xfrm>
                <a:off x="8773085" y="6611686"/>
                <a:ext cx="18057" cy="18037"/>
              </a:xfrm>
              <a:custGeom>
                <a:avLst/>
                <a:gdLst>
                  <a:gd name="csX0" fmla="*/ 190 w 18057"/>
                  <a:gd name="csY0" fmla="*/ 18152 h 18037"/>
                  <a:gd name="csX1" fmla="*/ 190 w 18057"/>
                  <a:gd name="csY1" fmla="*/ 114 h 18037"/>
                  <a:gd name="csX2" fmla="*/ 18248 w 18057"/>
                  <a:gd name="csY2" fmla="*/ 114 h 18037"/>
                  <a:gd name="csX3" fmla="*/ 18248 w 18057"/>
                  <a:gd name="csY3" fmla="*/ 18152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90" y="18152"/>
                    </a:moveTo>
                    <a:lnTo>
                      <a:pt x="190" y="114"/>
                    </a:lnTo>
                    <a:lnTo>
                      <a:pt x="18248" y="114"/>
                    </a:lnTo>
                    <a:lnTo>
                      <a:pt x="18248" y="1815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ihandform: Form 783">
                <a:extLst>
                  <a:ext uri="{FF2B5EF4-FFF2-40B4-BE49-F238E27FC236}">
                    <a16:creationId xmlns:a16="http://schemas.microsoft.com/office/drawing/2014/main" id="{997A4D1A-D089-9A79-4AB1-E90B55A19F91}"/>
                  </a:ext>
                </a:extLst>
              </p:cNvPr>
              <p:cNvSpPr/>
              <p:nvPr/>
            </p:nvSpPr>
            <p:spPr>
              <a:xfrm>
                <a:off x="8815345" y="6502273"/>
                <a:ext cx="83740" cy="127450"/>
              </a:xfrm>
              <a:custGeom>
                <a:avLst/>
                <a:gdLst>
                  <a:gd name="csX0" fmla="*/ 194 w 83740"/>
                  <a:gd name="csY0" fmla="*/ 15377 h 127450"/>
                  <a:gd name="csX1" fmla="*/ 194 w 83740"/>
                  <a:gd name="csY1" fmla="*/ 114 h 127450"/>
                  <a:gd name="csX2" fmla="*/ 83934 w 83740"/>
                  <a:gd name="csY2" fmla="*/ 114 h 127450"/>
                  <a:gd name="csX3" fmla="*/ 83934 w 83740"/>
                  <a:gd name="csY3" fmla="*/ 12404 h 127450"/>
                  <a:gd name="csX4" fmla="*/ 59328 w 83740"/>
                  <a:gd name="csY4" fmla="*/ 47289 h 127450"/>
                  <a:gd name="csX5" fmla="*/ 40675 w 83740"/>
                  <a:gd name="csY5" fmla="*/ 92085 h 127450"/>
                  <a:gd name="csX6" fmla="*/ 34523 w 83740"/>
                  <a:gd name="csY6" fmla="*/ 127565 h 127450"/>
                  <a:gd name="csX7" fmla="*/ 18252 w 83740"/>
                  <a:gd name="csY7" fmla="*/ 127565 h 127450"/>
                  <a:gd name="csX8" fmla="*/ 24205 w 83740"/>
                  <a:gd name="csY8" fmla="*/ 90697 h 127450"/>
                  <a:gd name="csX9" fmla="*/ 40675 w 83740"/>
                  <a:gd name="csY9" fmla="*/ 49073 h 127450"/>
                  <a:gd name="csX10" fmla="*/ 63495 w 83740"/>
                  <a:gd name="csY10" fmla="*/ 15377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194" y="15377"/>
                    </a:moveTo>
                    <a:lnTo>
                      <a:pt x="194" y="114"/>
                    </a:lnTo>
                    <a:lnTo>
                      <a:pt x="83934" y="114"/>
                    </a:lnTo>
                    <a:lnTo>
                      <a:pt x="83934" y="12404"/>
                    </a:lnTo>
                    <a:cubicBezTo>
                      <a:pt x="75699" y="21125"/>
                      <a:pt x="67514" y="32770"/>
                      <a:pt x="59328" y="47289"/>
                    </a:cubicBezTo>
                    <a:cubicBezTo>
                      <a:pt x="51242" y="61857"/>
                      <a:pt x="45041" y="76773"/>
                      <a:pt x="40675" y="92085"/>
                    </a:cubicBezTo>
                    <a:cubicBezTo>
                      <a:pt x="37500" y="102937"/>
                      <a:pt x="35416" y="114780"/>
                      <a:pt x="34523" y="127565"/>
                    </a:cubicBezTo>
                    <a:lnTo>
                      <a:pt x="18252" y="127565"/>
                    </a:lnTo>
                    <a:cubicBezTo>
                      <a:pt x="18500" y="117406"/>
                      <a:pt x="20484" y="105117"/>
                      <a:pt x="24205" y="90697"/>
                    </a:cubicBezTo>
                    <a:cubicBezTo>
                      <a:pt x="28025" y="76327"/>
                      <a:pt x="33531" y="62452"/>
                      <a:pt x="40675" y="49073"/>
                    </a:cubicBezTo>
                    <a:cubicBezTo>
                      <a:pt x="47819" y="35743"/>
                      <a:pt x="55409" y="24495"/>
                      <a:pt x="63495" y="1537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Freihandform: Form 784">
                <a:extLst>
                  <a:ext uri="{FF2B5EF4-FFF2-40B4-BE49-F238E27FC236}">
                    <a16:creationId xmlns:a16="http://schemas.microsoft.com/office/drawing/2014/main" id="{B6AFFE24-B91A-012E-D9AB-B54F9B2F30FF}"/>
                  </a:ext>
                </a:extLst>
              </p:cNvPr>
              <p:cNvSpPr/>
              <p:nvPr/>
            </p:nvSpPr>
            <p:spPr>
              <a:xfrm>
                <a:off x="8909676" y="6500687"/>
                <a:ext cx="89296" cy="129036"/>
              </a:xfrm>
              <a:custGeom>
                <a:avLst/>
                <a:gdLst>
                  <a:gd name="csX0" fmla="*/ 56161 w 89296"/>
                  <a:gd name="csY0" fmla="*/ 129150 h 129036"/>
                  <a:gd name="csX1" fmla="*/ 56161 w 89296"/>
                  <a:gd name="csY1" fmla="*/ 98229 h 129036"/>
                  <a:gd name="csX2" fmla="*/ 202 w 89296"/>
                  <a:gd name="csY2" fmla="*/ 98229 h 129036"/>
                  <a:gd name="csX3" fmla="*/ 202 w 89296"/>
                  <a:gd name="csY3" fmla="*/ 83760 h 129036"/>
                  <a:gd name="csX4" fmla="*/ 59138 w 89296"/>
                  <a:gd name="csY4" fmla="*/ 114 h 129036"/>
                  <a:gd name="csX5" fmla="*/ 72036 w 89296"/>
                  <a:gd name="csY5" fmla="*/ 114 h 129036"/>
                  <a:gd name="csX6" fmla="*/ 72036 w 89296"/>
                  <a:gd name="csY6" fmla="*/ 83760 h 129036"/>
                  <a:gd name="csX7" fmla="*/ 89499 w 89296"/>
                  <a:gd name="csY7" fmla="*/ 83760 h 129036"/>
                  <a:gd name="csX8" fmla="*/ 89499 w 89296"/>
                  <a:gd name="csY8" fmla="*/ 98229 h 129036"/>
                  <a:gd name="csX9" fmla="*/ 72036 w 89296"/>
                  <a:gd name="csY9" fmla="*/ 98229 h 129036"/>
                  <a:gd name="csX10" fmla="*/ 72036 w 89296"/>
                  <a:gd name="csY10" fmla="*/ 129150 h 129036"/>
                  <a:gd name="csX11" fmla="*/ 56161 w 89296"/>
                  <a:gd name="csY11" fmla="*/ 83760 h 129036"/>
                  <a:gd name="csX12" fmla="*/ 56161 w 89296"/>
                  <a:gd name="csY12" fmla="*/ 25486 h 129036"/>
                  <a:gd name="csX13" fmla="*/ 15680 w 89296"/>
                  <a:gd name="csY13" fmla="*/ 83760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6161" y="129150"/>
                    </a:moveTo>
                    <a:lnTo>
                      <a:pt x="56161" y="98229"/>
                    </a:lnTo>
                    <a:lnTo>
                      <a:pt x="202" y="98229"/>
                    </a:lnTo>
                    <a:lnTo>
                      <a:pt x="202" y="83760"/>
                    </a:lnTo>
                    <a:lnTo>
                      <a:pt x="59138" y="114"/>
                    </a:lnTo>
                    <a:lnTo>
                      <a:pt x="72036" y="114"/>
                    </a:lnTo>
                    <a:lnTo>
                      <a:pt x="72036" y="83760"/>
                    </a:lnTo>
                    <a:lnTo>
                      <a:pt x="89499" y="83760"/>
                    </a:lnTo>
                    <a:lnTo>
                      <a:pt x="89499" y="98229"/>
                    </a:lnTo>
                    <a:lnTo>
                      <a:pt x="72036" y="98229"/>
                    </a:lnTo>
                    <a:lnTo>
                      <a:pt x="72036" y="129150"/>
                    </a:lnTo>
                    <a:close/>
                    <a:moveTo>
                      <a:pt x="56161" y="83760"/>
                    </a:moveTo>
                    <a:lnTo>
                      <a:pt x="56161" y="25486"/>
                    </a:lnTo>
                    <a:lnTo>
                      <a:pt x="15680" y="8376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6" name="Grafik 637">
              <a:extLst>
                <a:ext uri="{FF2B5EF4-FFF2-40B4-BE49-F238E27FC236}">
                  <a16:creationId xmlns:a16="http://schemas.microsoft.com/office/drawing/2014/main" id="{7D2430AF-E0FB-8F6E-2456-946750B24C2F}"/>
                </a:ext>
              </a:extLst>
            </p:cNvPr>
            <p:cNvGrpSpPr/>
            <p:nvPr/>
          </p:nvGrpSpPr>
          <p:grpSpPr>
            <a:xfrm>
              <a:off x="6672449" y="6997357"/>
              <a:ext cx="335895" cy="132009"/>
              <a:chOff x="6672449" y="6997357"/>
              <a:chExt cx="335895" cy="132009"/>
            </a:xfrm>
            <a:solidFill>
              <a:srgbClr val="000000"/>
            </a:solidFill>
          </p:grpSpPr>
          <p:sp>
            <p:nvSpPr>
              <p:cNvPr id="787" name="Freihandform: Form 786">
                <a:extLst>
                  <a:ext uri="{FF2B5EF4-FFF2-40B4-BE49-F238E27FC236}">
                    <a16:creationId xmlns:a16="http://schemas.microsoft.com/office/drawing/2014/main" id="{1B8E6BC9-BE58-A54B-93CF-9D62AD69315F}"/>
                  </a:ext>
                </a:extLst>
              </p:cNvPr>
              <p:cNvSpPr/>
              <p:nvPr/>
            </p:nvSpPr>
            <p:spPr>
              <a:xfrm>
                <a:off x="6672449" y="6997357"/>
                <a:ext cx="84335" cy="131810"/>
              </a:xfrm>
              <a:custGeom>
                <a:avLst/>
                <a:gdLst>
                  <a:gd name="csX0" fmla="*/ 25 w 84335"/>
                  <a:gd name="csY0" fmla="*/ 66158 h 131810"/>
                  <a:gd name="csX1" fmla="*/ 4589 w 84335"/>
                  <a:gd name="csY1" fmla="*/ 29291 h 131810"/>
                  <a:gd name="csX2" fmla="*/ 18678 w 84335"/>
                  <a:gd name="csY2" fmla="*/ 7686 h 131810"/>
                  <a:gd name="csX3" fmla="*/ 42094 w 84335"/>
                  <a:gd name="csY3" fmla="*/ 154 h 131810"/>
                  <a:gd name="csX4" fmla="*/ 60350 w 84335"/>
                  <a:gd name="csY4" fmla="*/ 4316 h 131810"/>
                  <a:gd name="csX5" fmla="*/ 73249 w 84335"/>
                  <a:gd name="csY5" fmla="*/ 16407 h 131810"/>
                  <a:gd name="csX6" fmla="*/ 81384 w 84335"/>
                  <a:gd name="csY6" fmla="*/ 35634 h 131810"/>
                  <a:gd name="csX7" fmla="*/ 84361 w 84335"/>
                  <a:gd name="csY7" fmla="*/ 66158 h 131810"/>
                  <a:gd name="csX8" fmla="*/ 79599 w 84335"/>
                  <a:gd name="csY8" fmla="*/ 102827 h 131810"/>
                  <a:gd name="csX9" fmla="*/ 65509 w 84335"/>
                  <a:gd name="csY9" fmla="*/ 124433 h 131810"/>
                  <a:gd name="csX10" fmla="*/ 42094 w 84335"/>
                  <a:gd name="csY10" fmla="*/ 131965 h 131810"/>
                  <a:gd name="csX11" fmla="*/ 12725 w 84335"/>
                  <a:gd name="csY11" fmla="*/ 118684 h 131810"/>
                  <a:gd name="csX12" fmla="*/ 25 w 84335"/>
                  <a:gd name="csY12" fmla="*/ 66158 h 131810"/>
                  <a:gd name="csX13" fmla="*/ 16297 w 84335"/>
                  <a:gd name="csY13" fmla="*/ 66158 h 131810"/>
                  <a:gd name="csX14" fmla="*/ 23639 w 84335"/>
                  <a:gd name="csY14" fmla="*/ 108377 h 131810"/>
                  <a:gd name="csX15" fmla="*/ 42094 w 84335"/>
                  <a:gd name="csY15" fmla="*/ 118883 h 131810"/>
                  <a:gd name="csX16" fmla="*/ 60350 w 84335"/>
                  <a:gd name="csY16" fmla="*/ 108377 h 131810"/>
                  <a:gd name="csX17" fmla="*/ 67891 w 84335"/>
                  <a:gd name="csY17" fmla="*/ 66158 h 131810"/>
                  <a:gd name="csX18" fmla="*/ 60350 w 84335"/>
                  <a:gd name="csY18" fmla="*/ 23741 h 131810"/>
                  <a:gd name="csX19" fmla="*/ 41895 w 84335"/>
                  <a:gd name="csY19" fmla="*/ 13236 h 131810"/>
                  <a:gd name="csX20" fmla="*/ 24433 w 84335"/>
                  <a:gd name="csY20" fmla="*/ 22552 h 131810"/>
                  <a:gd name="csX21" fmla="*/ 16297 w 84335"/>
                  <a:gd name="csY21" fmla="*/ 66158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25" y="66158"/>
                    </a:moveTo>
                    <a:cubicBezTo>
                      <a:pt x="25" y="50846"/>
                      <a:pt x="1513" y="38557"/>
                      <a:pt x="4589" y="29291"/>
                    </a:cubicBezTo>
                    <a:cubicBezTo>
                      <a:pt x="7764" y="19925"/>
                      <a:pt x="12427" y="12740"/>
                      <a:pt x="18678" y="7686"/>
                    </a:cubicBezTo>
                    <a:cubicBezTo>
                      <a:pt x="24879" y="2681"/>
                      <a:pt x="32668" y="154"/>
                      <a:pt x="42094" y="154"/>
                    </a:cubicBezTo>
                    <a:cubicBezTo>
                      <a:pt x="49089" y="154"/>
                      <a:pt x="55191" y="1541"/>
                      <a:pt x="60350" y="4316"/>
                    </a:cubicBezTo>
                    <a:cubicBezTo>
                      <a:pt x="65609" y="7091"/>
                      <a:pt x="69925" y="11154"/>
                      <a:pt x="73249" y="16407"/>
                    </a:cubicBezTo>
                    <a:cubicBezTo>
                      <a:pt x="76672" y="21709"/>
                      <a:pt x="79400" y="28102"/>
                      <a:pt x="81384" y="35634"/>
                    </a:cubicBezTo>
                    <a:cubicBezTo>
                      <a:pt x="83369" y="43166"/>
                      <a:pt x="84361" y="53374"/>
                      <a:pt x="84361" y="66158"/>
                    </a:cubicBezTo>
                    <a:cubicBezTo>
                      <a:pt x="84361" y="81222"/>
                      <a:pt x="82774" y="93462"/>
                      <a:pt x="79599" y="102827"/>
                    </a:cubicBezTo>
                    <a:cubicBezTo>
                      <a:pt x="76424" y="112094"/>
                      <a:pt x="71711" y="119279"/>
                      <a:pt x="65509" y="124433"/>
                    </a:cubicBezTo>
                    <a:cubicBezTo>
                      <a:pt x="59407" y="129487"/>
                      <a:pt x="51619" y="131965"/>
                      <a:pt x="42094" y="131965"/>
                    </a:cubicBezTo>
                    <a:cubicBezTo>
                      <a:pt x="29642" y="131965"/>
                      <a:pt x="19869" y="127554"/>
                      <a:pt x="12725" y="118684"/>
                    </a:cubicBezTo>
                    <a:cubicBezTo>
                      <a:pt x="4242" y="107882"/>
                      <a:pt x="25" y="90340"/>
                      <a:pt x="25" y="66158"/>
                    </a:cubicBezTo>
                    <a:close/>
                    <a:moveTo>
                      <a:pt x="16297" y="66158"/>
                    </a:moveTo>
                    <a:cubicBezTo>
                      <a:pt x="16297" y="87317"/>
                      <a:pt x="18728" y="101390"/>
                      <a:pt x="23639" y="108377"/>
                    </a:cubicBezTo>
                    <a:cubicBezTo>
                      <a:pt x="28650" y="115414"/>
                      <a:pt x="34801" y="118883"/>
                      <a:pt x="42094" y="118883"/>
                    </a:cubicBezTo>
                    <a:cubicBezTo>
                      <a:pt x="49337" y="118883"/>
                      <a:pt x="55439" y="115414"/>
                      <a:pt x="60350" y="108377"/>
                    </a:cubicBezTo>
                    <a:cubicBezTo>
                      <a:pt x="65361" y="101390"/>
                      <a:pt x="67891" y="87317"/>
                      <a:pt x="67891" y="66158"/>
                    </a:cubicBezTo>
                    <a:cubicBezTo>
                      <a:pt x="67891" y="44900"/>
                      <a:pt x="65361" y="30777"/>
                      <a:pt x="60350" y="23741"/>
                    </a:cubicBezTo>
                    <a:cubicBezTo>
                      <a:pt x="55439" y="16754"/>
                      <a:pt x="49287" y="13236"/>
                      <a:pt x="41895" y="13236"/>
                    </a:cubicBezTo>
                    <a:cubicBezTo>
                      <a:pt x="34603" y="13236"/>
                      <a:pt x="28799" y="16357"/>
                      <a:pt x="24433" y="22552"/>
                    </a:cubicBezTo>
                    <a:cubicBezTo>
                      <a:pt x="18976" y="30381"/>
                      <a:pt x="16297" y="44900"/>
                      <a:pt x="16297" y="661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ihandform: Form 787">
                <a:extLst>
                  <a:ext uri="{FF2B5EF4-FFF2-40B4-BE49-F238E27FC236}">
                    <a16:creationId xmlns:a16="http://schemas.microsoft.com/office/drawing/2014/main" id="{86620611-3706-16E0-A564-10A9892E91EC}"/>
                  </a:ext>
                </a:extLst>
              </p:cNvPr>
              <p:cNvSpPr/>
              <p:nvPr/>
            </p:nvSpPr>
            <p:spPr>
              <a:xfrm>
                <a:off x="6781862" y="7108950"/>
                <a:ext cx="18057" cy="18037"/>
              </a:xfrm>
              <a:custGeom>
                <a:avLst/>
                <a:gdLst>
                  <a:gd name="csX0" fmla="*/ 33 w 18057"/>
                  <a:gd name="csY0" fmla="*/ 18191 h 18037"/>
                  <a:gd name="csX1" fmla="*/ 33 w 18057"/>
                  <a:gd name="csY1" fmla="*/ 154 h 18037"/>
                  <a:gd name="csX2" fmla="*/ 18091 w 18057"/>
                  <a:gd name="csY2" fmla="*/ 154 h 18037"/>
                  <a:gd name="csX3" fmla="*/ 18091 w 18057"/>
                  <a:gd name="csY3" fmla="*/ 18191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33" y="18191"/>
                    </a:moveTo>
                    <a:lnTo>
                      <a:pt x="33" y="154"/>
                    </a:lnTo>
                    <a:lnTo>
                      <a:pt x="18091" y="154"/>
                    </a:lnTo>
                    <a:lnTo>
                      <a:pt x="18091" y="1819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Freihandform: Form 788">
                <a:extLst>
                  <a:ext uri="{FF2B5EF4-FFF2-40B4-BE49-F238E27FC236}">
                    <a16:creationId xmlns:a16="http://schemas.microsoft.com/office/drawing/2014/main" id="{8220CF0B-834D-6284-8D70-BB0260A6D523}"/>
                  </a:ext>
                </a:extLst>
              </p:cNvPr>
              <p:cNvSpPr/>
              <p:nvPr/>
            </p:nvSpPr>
            <p:spPr>
              <a:xfrm>
                <a:off x="6824122" y="6999537"/>
                <a:ext cx="83740" cy="127450"/>
              </a:xfrm>
              <a:custGeom>
                <a:avLst/>
                <a:gdLst>
                  <a:gd name="csX0" fmla="*/ 37 w 83740"/>
                  <a:gd name="csY0" fmla="*/ 15416 h 127450"/>
                  <a:gd name="csX1" fmla="*/ 37 w 83740"/>
                  <a:gd name="csY1" fmla="*/ 154 h 127450"/>
                  <a:gd name="csX2" fmla="*/ 83778 w 83740"/>
                  <a:gd name="csY2" fmla="*/ 154 h 127450"/>
                  <a:gd name="csX3" fmla="*/ 83778 w 83740"/>
                  <a:gd name="csY3" fmla="*/ 12443 h 127450"/>
                  <a:gd name="csX4" fmla="*/ 59171 w 83740"/>
                  <a:gd name="csY4" fmla="*/ 47328 h 127450"/>
                  <a:gd name="csX5" fmla="*/ 40518 w 83740"/>
                  <a:gd name="csY5" fmla="*/ 92124 h 127450"/>
                  <a:gd name="csX6" fmla="*/ 34367 w 83740"/>
                  <a:gd name="csY6" fmla="*/ 127604 h 127450"/>
                  <a:gd name="csX7" fmla="*/ 18095 w 83740"/>
                  <a:gd name="csY7" fmla="*/ 127604 h 127450"/>
                  <a:gd name="csX8" fmla="*/ 24048 w 83740"/>
                  <a:gd name="csY8" fmla="*/ 90737 h 127450"/>
                  <a:gd name="csX9" fmla="*/ 40518 w 83740"/>
                  <a:gd name="csY9" fmla="*/ 49112 h 127450"/>
                  <a:gd name="csX10" fmla="*/ 63338 w 83740"/>
                  <a:gd name="csY10" fmla="*/ 15416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37" y="15416"/>
                    </a:moveTo>
                    <a:lnTo>
                      <a:pt x="37" y="154"/>
                    </a:lnTo>
                    <a:lnTo>
                      <a:pt x="83778" y="154"/>
                    </a:lnTo>
                    <a:lnTo>
                      <a:pt x="83778" y="12443"/>
                    </a:lnTo>
                    <a:cubicBezTo>
                      <a:pt x="75542" y="21164"/>
                      <a:pt x="67357" y="32809"/>
                      <a:pt x="59171" y="47328"/>
                    </a:cubicBezTo>
                    <a:cubicBezTo>
                      <a:pt x="51085" y="61897"/>
                      <a:pt x="44884" y="76812"/>
                      <a:pt x="40518" y="92124"/>
                    </a:cubicBezTo>
                    <a:cubicBezTo>
                      <a:pt x="37343" y="102976"/>
                      <a:pt x="35260" y="114819"/>
                      <a:pt x="34367" y="127604"/>
                    </a:cubicBezTo>
                    <a:lnTo>
                      <a:pt x="18095" y="127604"/>
                    </a:lnTo>
                    <a:cubicBezTo>
                      <a:pt x="18343" y="117446"/>
                      <a:pt x="20327" y="105156"/>
                      <a:pt x="24048" y="90737"/>
                    </a:cubicBezTo>
                    <a:cubicBezTo>
                      <a:pt x="27868" y="76366"/>
                      <a:pt x="33374" y="62491"/>
                      <a:pt x="40518" y="49112"/>
                    </a:cubicBezTo>
                    <a:cubicBezTo>
                      <a:pt x="47662" y="35782"/>
                      <a:pt x="55252" y="24534"/>
                      <a:pt x="63338" y="154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ihandform: Form 789">
                <a:extLst>
                  <a:ext uri="{FF2B5EF4-FFF2-40B4-BE49-F238E27FC236}">
                    <a16:creationId xmlns:a16="http://schemas.microsoft.com/office/drawing/2014/main" id="{DF9D90AF-EFED-B5B0-3295-7ECE8DB3B609}"/>
                  </a:ext>
                </a:extLst>
              </p:cNvPr>
              <p:cNvSpPr/>
              <p:nvPr/>
            </p:nvSpPr>
            <p:spPr>
              <a:xfrm>
                <a:off x="6923612" y="6997357"/>
                <a:ext cx="84732" cy="132009"/>
              </a:xfrm>
              <a:custGeom>
                <a:avLst/>
                <a:gdLst>
                  <a:gd name="csX0" fmla="*/ 45 w 84732"/>
                  <a:gd name="csY0" fmla="*/ 95692 h 132009"/>
                  <a:gd name="csX1" fmla="*/ 15920 w 84732"/>
                  <a:gd name="csY1" fmla="*/ 93511 h 132009"/>
                  <a:gd name="csX2" fmla="*/ 25246 w 84732"/>
                  <a:gd name="csY2" fmla="*/ 112936 h 132009"/>
                  <a:gd name="csX3" fmla="*/ 41320 w 84732"/>
                  <a:gd name="csY3" fmla="*/ 118883 h 132009"/>
                  <a:gd name="csX4" fmla="*/ 60171 w 84732"/>
                  <a:gd name="csY4" fmla="*/ 111152 h 132009"/>
                  <a:gd name="csX5" fmla="*/ 67910 w 84732"/>
                  <a:gd name="csY5" fmla="*/ 91926 h 132009"/>
                  <a:gd name="csX6" fmla="*/ 60767 w 84732"/>
                  <a:gd name="csY6" fmla="*/ 74087 h 132009"/>
                  <a:gd name="csX7" fmla="*/ 42510 w 84732"/>
                  <a:gd name="csY7" fmla="*/ 66951 h 132009"/>
                  <a:gd name="csX8" fmla="*/ 31398 w 84732"/>
                  <a:gd name="csY8" fmla="*/ 68735 h 132009"/>
                  <a:gd name="csX9" fmla="*/ 33184 w 84732"/>
                  <a:gd name="csY9" fmla="*/ 54662 h 132009"/>
                  <a:gd name="csX10" fmla="*/ 35764 w 84732"/>
                  <a:gd name="csY10" fmla="*/ 54860 h 132009"/>
                  <a:gd name="csX11" fmla="*/ 54020 w 84732"/>
                  <a:gd name="csY11" fmla="*/ 49707 h 132009"/>
                  <a:gd name="csX12" fmla="*/ 62156 w 84732"/>
                  <a:gd name="csY12" fmla="*/ 33255 h 132009"/>
                  <a:gd name="csX13" fmla="*/ 56203 w 84732"/>
                  <a:gd name="csY13" fmla="*/ 18984 h 132009"/>
                  <a:gd name="csX14" fmla="*/ 40923 w 84732"/>
                  <a:gd name="csY14" fmla="*/ 13236 h 132009"/>
                  <a:gd name="csX15" fmla="*/ 25445 w 84732"/>
                  <a:gd name="csY15" fmla="*/ 18984 h 132009"/>
                  <a:gd name="csX16" fmla="*/ 17507 w 84732"/>
                  <a:gd name="csY16" fmla="*/ 36426 h 132009"/>
                  <a:gd name="csX17" fmla="*/ 1632 w 84732"/>
                  <a:gd name="csY17" fmla="*/ 33651 h 132009"/>
                  <a:gd name="csX18" fmla="*/ 14928 w 84732"/>
                  <a:gd name="csY18" fmla="*/ 8875 h 132009"/>
                  <a:gd name="csX19" fmla="*/ 40526 w 84732"/>
                  <a:gd name="csY19" fmla="*/ 154 h 132009"/>
                  <a:gd name="csX20" fmla="*/ 59973 w 84732"/>
                  <a:gd name="csY20" fmla="*/ 4713 h 132009"/>
                  <a:gd name="csX21" fmla="*/ 73665 w 84732"/>
                  <a:gd name="csY21" fmla="*/ 17200 h 132009"/>
                  <a:gd name="csX22" fmla="*/ 78428 w 84732"/>
                  <a:gd name="csY22" fmla="*/ 33651 h 132009"/>
                  <a:gd name="csX23" fmla="*/ 73864 w 84732"/>
                  <a:gd name="csY23" fmla="*/ 48914 h 132009"/>
                  <a:gd name="csX24" fmla="*/ 60568 w 84732"/>
                  <a:gd name="csY24" fmla="*/ 59815 h 132009"/>
                  <a:gd name="csX25" fmla="*/ 78428 w 84732"/>
                  <a:gd name="csY25" fmla="*/ 70915 h 132009"/>
                  <a:gd name="csX26" fmla="*/ 84778 w 84732"/>
                  <a:gd name="csY26" fmla="*/ 91728 h 132009"/>
                  <a:gd name="csX27" fmla="*/ 72276 w 84732"/>
                  <a:gd name="csY27" fmla="*/ 120468 h 132009"/>
                  <a:gd name="csX28" fmla="*/ 41121 w 84732"/>
                  <a:gd name="csY28" fmla="*/ 132163 h 132009"/>
                  <a:gd name="csX29" fmla="*/ 12943 w 84732"/>
                  <a:gd name="csY29" fmla="*/ 122054 h 132009"/>
                  <a:gd name="csX30" fmla="*/ 45 w 84732"/>
                  <a:gd name="csY30" fmla="*/ 95692 h 132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84732" h="132009">
                    <a:moveTo>
                      <a:pt x="45" y="95692"/>
                    </a:moveTo>
                    <a:lnTo>
                      <a:pt x="15920" y="93511"/>
                    </a:lnTo>
                    <a:cubicBezTo>
                      <a:pt x="17755" y="102530"/>
                      <a:pt x="20881" y="108972"/>
                      <a:pt x="25246" y="112936"/>
                    </a:cubicBezTo>
                    <a:cubicBezTo>
                      <a:pt x="29612" y="116901"/>
                      <a:pt x="34970" y="118883"/>
                      <a:pt x="41320" y="118883"/>
                    </a:cubicBezTo>
                    <a:cubicBezTo>
                      <a:pt x="48712" y="118883"/>
                      <a:pt x="55012" y="116306"/>
                      <a:pt x="60171" y="111152"/>
                    </a:cubicBezTo>
                    <a:cubicBezTo>
                      <a:pt x="65331" y="105999"/>
                      <a:pt x="67910" y="99607"/>
                      <a:pt x="67910" y="91926"/>
                    </a:cubicBezTo>
                    <a:cubicBezTo>
                      <a:pt x="67910" y="84691"/>
                      <a:pt x="65529" y="78745"/>
                      <a:pt x="60767" y="74087"/>
                    </a:cubicBezTo>
                    <a:cubicBezTo>
                      <a:pt x="56004" y="69330"/>
                      <a:pt x="49902" y="66951"/>
                      <a:pt x="42510" y="66951"/>
                    </a:cubicBezTo>
                    <a:cubicBezTo>
                      <a:pt x="39584" y="66951"/>
                      <a:pt x="35863" y="67546"/>
                      <a:pt x="31398" y="68735"/>
                    </a:cubicBezTo>
                    <a:lnTo>
                      <a:pt x="33184" y="54662"/>
                    </a:lnTo>
                    <a:cubicBezTo>
                      <a:pt x="34226" y="54811"/>
                      <a:pt x="35069" y="54860"/>
                      <a:pt x="35764" y="54860"/>
                    </a:cubicBezTo>
                    <a:cubicBezTo>
                      <a:pt x="42510" y="54860"/>
                      <a:pt x="48563" y="53175"/>
                      <a:pt x="54020" y="49707"/>
                    </a:cubicBezTo>
                    <a:cubicBezTo>
                      <a:pt x="59427" y="46139"/>
                      <a:pt x="62156" y="40688"/>
                      <a:pt x="62156" y="33255"/>
                    </a:cubicBezTo>
                    <a:cubicBezTo>
                      <a:pt x="62156" y="27457"/>
                      <a:pt x="60171" y="22700"/>
                      <a:pt x="56203" y="18984"/>
                    </a:cubicBezTo>
                    <a:cubicBezTo>
                      <a:pt x="52234" y="15168"/>
                      <a:pt x="47124" y="13236"/>
                      <a:pt x="40923" y="13236"/>
                    </a:cubicBezTo>
                    <a:cubicBezTo>
                      <a:pt x="34672" y="13236"/>
                      <a:pt x="29513" y="15168"/>
                      <a:pt x="25445" y="18984"/>
                    </a:cubicBezTo>
                    <a:cubicBezTo>
                      <a:pt x="21327" y="22849"/>
                      <a:pt x="18698" y="28647"/>
                      <a:pt x="17507" y="36426"/>
                    </a:cubicBezTo>
                    <a:lnTo>
                      <a:pt x="1632" y="33651"/>
                    </a:lnTo>
                    <a:cubicBezTo>
                      <a:pt x="3617" y="22948"/>
                      <a:pt x="8032" y="14722"/>
                      <a:pt x="14928" y="8875"/>
                    </a:cubicBezTo>
                    <a:cubicBezTo>
                      <a:pt x="21774" y="3077"/>
                      <a:pt x="30307" y="154"/>
                      <a:pt x="40526" y="154"/>
                    </a:cubicBezTo>
                    <a:cubicBezTo>
                      <a:pt x="47521" y="154"/>
                      <a:pt x="54020" y="1690"/>
                      <a:pt x="59973" y="4713"/>
                    </a:cubicBezTo>
                    <a:cubicBezTo>
                      <a:pt x="65926" y="7785"/>
                      <a:pt x="70490" y="11947"/>
                      <a:pt x="73665" y="17200"/>
                    </a:cubicBezTo>
                    <a:cubicBezTo>
                      <a:pt x="76840" y="22353"/>
                      <a:pt x="78428" y="27854"/>
                      <a:pt x="78428" y="33651"/>
                    </a:cubicBezTo>
                    <a:cubicBezTo>
                      <a:pt x="78428" y="39201"/>
                      <a:pt x="76890" y="44305"/>
                      <a:pt x="73864" y="48914"/>
                    </a:cubicBezTo>
                    <a:cubicBezTo>
                      <a:pt x="70788" y="53572"/>
                      <a:pt x="66373" y="57189"/>
                      <a:pt x="60568" y="59815"/>
                    </a:cubicBezTo>
                    <a:cubicBezTo>
                      <a:pt x="68208" y="61698"/>
                      <a:pt x="74161" y="65365"/>
                      <a:pt x="78428" y="70915"/>
                    </a:cubicBezTo>
                    <a:cubicBezTo>
                      <a:pt x="82644" y="76465"/>
                      <a:pt x="84778" y="83403"/>
                      <a:pt x="84778" y="91728"/>
                    </a:cubicBezTo>
                    <a:cubicBezTo>
                      <a:pt x="84778" y="102976"/>
                      <a:pt x="80610" y="112540"/>
                      <a:pt x="72276" y="120468"/>
                    </a:cubicBezTo>
                    <a:cubicBezTo>
                      <a:pt x="64041" y="128298"/>
                      <a:pt x="53673" y="132163"/>
                      <a:pt x="41121" y="132163"/>
                    </a:cubicBezTo>
                    <a:cubicBezTo>
                      <a:pt x="29860" y="132163"/>
                      <a:pt x="20484" y="128793"/>
                      <a:pt x="12943" y="122054"/>
                    </a:cubicBezTo>
                    <a:cubicBezTo>
                      <a:pt x="5403" y="115216"/>
                      <a:pt x="1087" y="106395"/>
                      <a:pt x="45" y="956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91" name="Grafik 637">
              <a:extLst>
                <a:ext uri="{FF2B5EF4-FFF2-40B4-BE49-F238E27FC236}">
                  <a16:creationId xmlns:a16="http://schemas.microsoft.com/office/drawing/2014/main" id="{1C65BEFB-F2C4-72A9-9FEF-7DECD5DCBA6A}"/>
                </a:ext>
              </a:extLst>
            </p:cNvPr>
            <p:cNvGrpSpPr/>
            <p:nvPr/>
          </p:nvGrpSpPr>
          <p:grpSpPr>
            <a:xfrm>
              <a:off x="7170261" y="6997357"/>
              <a:ext cx="335697" cy="131810"/>
              <a:chOff x="7170261" y="6997357"/>
              <a:chExt cx="335697" cy="131810"/>
            </a:xfrm>
            <a:solidFill>
              <a:srgbClr val="000000"/>
            </a:solidFill>
          </p:grpSpPr>
          <p:sp>
            <p:nvSpPr>
              <p:cNvPr id="792" name="Freihandform: Form 791">
                <a:extLst>
                  <a:ext uri="{FF2B5EF4-FFF2-40B4-BE49-F238E27FC236}">
                    <a16:creationId xmlns:a16="http://schemas.microsoft.com/office/drawing/2014/main" id="{879EB2E1-552C-EA22-9EA9-595F03E6B9F0}"/>
                  </a:ext>
                </a:extLst>
              </p:cNvPr>
              <p:cNvSpPr/>
              <p:nvPr/>
            </p:nvSpPr>
            <p:spPr>
              <a:xfrm>
                <a:off x="7170261" y="6997357"/>
                <a:ext cx="84335" cy="131810"/>
              </a:xfrm>
              <a:custGeom>
                <a:avLst/>
                <a:gdLst>
                  <a:gd name="csX0" fmla="*/ 64 w 84335"/>
                  <a:gd name="csY0" fmla="*/ 66158 h 131810"/>
                  <a:gd name="csX1" fmla="*/ 4628 w 84335"/>
                  <a:gd name="csY1" fmla="*/ 29291 h 131810"/>
                  <a:gd name="csX2" fmla="*/ 18717 w 84335"/>
                  <a:gd name="csY2" fmla="*/ 7686 h 131810"/>
                  <a:gd name="csX3" fmla="*/ 42133 w 84335"/>
                  <a:gd name="csY3" fmla="*/ 154 h 131810"/>
                  <a:gd name="csX4" fmla="*/ 60389 w 84335"/>
                  <a:gd name="csY4" fmla="*/ 4316 h 131810"/>
                  <a:gd name="csX5" fmla="*/ 73288 w 84335"/>
                  <a:gd name="csY5" fmla="*/ 16407 h 131810"/>
                  <a:gd name="csX6" fmla="*/ 81424 w 84335"/>
                  <a:gd name="csY6" fmla="*/ 35634 h 131810"/>
                  <a:gd name="csX7" fmla="*/ 84400 w 84335"/>
                  <a:gd name="csY7" fmla="*/ 66158 h 131810"/>
                  <a:gd name="csX8" fmla="*/ 79638 w 84335"/>
                  <a:gd name="csY8" fmla="*/ 102827 h 131810"/>
                  <a:gd name="csX9" fmla="*/ 65549 w 84335"/>
                  <a:gd name="csY9" fmla="*/ 124433 h 131810"/>
                  <a:gd name="csX10" fmla="*/ 42133 w 84335"/>
                  <a:gd name="csY10" fmla="*/ 131965 h 131810"/>
                  <a:gd name="csX11" fmla="*/ 12764 w 84335"/>
                  <a:gd name="csY11" fmla="*/ 118684 h 131810"/>
                  <a:gd name="csX12" fmla="*/ 64 w 84335"/>
                  <a:gd name="csY12" fmla="*/ 66158 h 131810"/>
                  <a:gd name="csX13" fmla="*/ 16336 w 84335"/>
                  <a:gd name="csY13" fmla="*/ 66158 h 131810"/>
                  <a:gd name="csX14" fmla="*/ 23678 w 84335"/>
                  <a:gd name="csY14" fmla="*/ 108377 h 131810"/>
                  <a:gd name="csX15" fmla="*/ 42133 w 84335"/>
                  <a:gd name="csY15" fmla="*/ 118883 h 131810"/>
                  <a:gd name="csX16" fmla="*/ 60389 w 84335"/>
                  <a:gd name="csY16" fmla="*/ 108377 h 131810"/>
                  <a:gd name="csX17" fmla="*/ 67930 w 84335"/>
                  <a:gd name="csY17" fmla="*/ 66158 h 131810"/>
                  <a:gd name="csX18" fmla="*/ 60389 w 84335"/>
                  <a:gd name="csY18" fmla="*/ 23741 h 131810"/>
                  <a:gd name="csX19" fmla="*/ 41935 w 84335"/>
                  <a:gd name="csY19" fmla="*/ 13236 h 131810"/>
                  <a:gd name="csX20" fmla="*/ 24472 w 84335"/>
                  <a:gd name="csY20" fmla="*/ 22552 h 131810"/>
                  <a:gd name="csX21" fmla="*/ 16336 w 84335"/>
                  <a:gd name="csY21" fmla="*/ 66158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64" y="66158"/>
                    </a:moveTo>
                    <a:cubicBezTo>
                      <a:pt x="64" y="50846"/>
                      <a:pt x="1553" y="38557"/>
                      <a:pt x="4628" y="29291"/>
                    </a:cubicBezTo>
                    <a:cubicBezTo>
                      <a:pt x="7803" y="19925"/>
                      <a:pt x="12467" y="12740"/>
                      <a:pt x="18717" y="7686"/>
                    </a:cubicBezTo>
                    <a:cubicBezTo>
                      <a:pt x="24919" y="2681"/>
                      <a:pt x="32707" y="154"/>
                      <a:pt x="42133" y="154"/>
                    </a:cubicBezTo>
                    <a:cubicBezTo>
                      <a:pt x="49128" y="154"/>
                      <a:pt x="55230" y="1541"/>
                      <a:pt x="60389" y="4316"/>
                    </a:cubicBezTo>
                    <a:cubicBezTo>
                      <a:pt x="65648" y="7091"/>
                      <a:pt x="69964" y="11154"/>
                      <a:pt x="73288" y="16407"/>
                    </a:cubicBezTo>
                    <a:cubicBezTo>
                      <a:pt x="76711" y="21709"/>
                      <a:pt x="79439" y="28102"/>
                      <a:pt x="81424" y="35634"/>
                    </a:cubicBezTo>
                    <a:cubicBezTo>
                      <a:pt x="83408" y="43166"/>
                      <a:pt x="84400" y="53374"/>
                      <a:pt x="84400" y="66158"/>
                    </a:cubicBezTo>
                    <a:cubicBezTo>
                      <a:pt x="84400" y="81222"/>
                      <a:pt x="82813" y="93462"/>
                      <a:pt x="79638" y="102827"/>
                    </a:cubicBezTo>
                    <a:cubicBezTo>
                      <a:pt x="76463" y="112094"/>
                      <a:pt x="71750" y="119279"/>
                      <a:pt x="65549" y="124433"/>
                    </a:cubicBezTo>
                    <a:cubicBezTo>
                      <a:pt x="59447" y="129487"/>
                      <a:pt x="51658" y="131965"/>
                      <a:pt x="42133" y="131965"/>
                    </a:cubicBezTo>
                    <a:cubicBezTo>
                      <a:pt x="29681" y="131965"/>
                      <a:pt x="19908" y="127554"/>
                      <a:pt x="12764" y="118684"/>
                    </a:cubicBezTo>
                    <a:cubicBezTo>
                      <a:pt x="4281" y="107882"/>
                      <a:pt x="64" y="90340"/>
                      <a:pt x="64" y="66158"/>
                    </a:cubicBezTo>
                    <a:close/>
                    <a:moveTo>
                      <a:pt x="16336" y="66158"/>
                    </a:moveTo>
                    <a:cubicBezTo>
                      <a:pt x="16336" y="87317"/>
                      <a:pt x="18767" y="101390"/>
                      <a:pt x="23678" y="108377"/>
                    </a:cubicBezTo>
                    <a:cubicBezTo>
                      <a:pt x="28689" y="115414"/>
                      <a:pt x="34840" y="118883"/>
                      <a:pt x="42133" y="118883"/>
                    </a:cubicBezTo>
                    <a:cubicBezTo>
                      <a:pt x="49376" y="118883"/>
                      <a:pt x="55478" y="115414"/>
                      <a:pt x="60389" y="108377"/>
                    </a:cubicBezTo>
                    <a:cubicBezTo>
                      <a:pt x="65400" y="101390"/>
                      <a:pt x="67930" y="87317"/>
                      <a:pt x="67930" y="66158"/>
                    </a:cubicBezTo>
                    <a:cubicBezTo>
                      <a:pt x="67930" y="44900"/>
                      <a:pt x="65400" y="30777"/>
                      <a:pt x="60389" y="23741"/>
                    </a:cubicBezTo>
                    <a:cubicBezTo>
                      <a:pt x="55478" y="16754"/>
                      <a:pt x="49326" y="13236"/>
                      <a:pt x="41935" y="13236"/>
                    </a:cubicBezTo>
                    <a:cubicBezTo>
                      <a:pt x="34642" y="13236"/>
                      <a:pt x="28838" y="16357"/>
                      <a:pt x="24472" y="22552"/>
                    </a:cubicBezTo>
                    <a:cubicBezTo>
                      <a:pt x="19015" y="30381"/>
                      <a:pt x="16336" y="44900"/>
                      <a:pt x="16336" y="661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ihandform: Form 792">
                <a:extLst>
                  <a:ext uri="{FF2B5EF4-FFF2-40B4-BE49-F238E27FC236}">
                    <a16:creationId xmlns:a16="http://schemas.microsoft.com/office/drawing/2014/main" id="{F19AC9E2-0221-9B1A-E118-EF5BDB08BE1F}"/>
                  </a:ext>
                </a:extLst>
              </p:cNvPr>
              <p:cNvSpPr/>
              <p:nvPr/>
            </p:nvSpPr>
            <p:spPr>
              <a:xfrm>
                <a:off x="7279674" y="7108950"/>
                <a:ext cx="18057" cy="18037"/>
              </a:xfrm>
              <a:custGeom>
                <a:avLst/>
                <a:gdLst>
                  <a:gd name="csX0" fmla="*/ 72 w 18057"/>
                  <a:gd name="csY0" fmla="*/ 18191 h 18037"/>
                  <a:gd name="csX1" fmla="*/ 72 w 18057"/>
                  <a:gd name="csY1" fmla="*/ 154 h 18037"/>
                  <a:gd name="csX2" fmla="*/ 18130 w 18057"/>
                  <a:gd name="csY2" fmla="*/ 154 h 18037"/>
                  <a:gd name="csX3" fmla="*/ 18130 w 18057"/>
                  <a:gd name="csY3" fmla="*/ 18191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72" y="18191"/>
                    </a:moveTo>
                    <a:lnTo>
                      <a:pt x="72" y="154"/>
                    </a:lnTo>
                    <a:lnTo>
                      <a:pt x="18130" y="154"/>
                    </a:lnTo>
                    <a:lnTo>
                      <a:pt x="18130" y="1819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ihandform: Form 793">
                <a:extLst>
                  <a:ext uri="{FF2B5EF4-FFF2-40B4-BE49-F238E27FC236}">
                    <a16:creationId xmlns:a16="http://schemas.microsoft.com/office/drawing/2014/main" id="{0CFAF6A9-A549-A5B5-5185-03467A14DE42}"/>
                  </a:ext>
                </a:extLst>
              </p:cNvPr>
              <p:cNvSpPr/>
              <p:nvPr/>
            </p:nvSpPr>
            <p:spPr>
              <a:xfrm>
                <a:off x="7320743" y="6997357"/>
                <a:ext cx="85129" cy="131810"/>
              </a:xfrm>
              <a:custGeom>
                <a:avLst/>
                <a:gdLst>
                  <a:gd name="csX0" fmla="*/ 24682 w 85129"/>
                  <a:gd name="csY0" fmla="*/ 59815 h 131810"/>
                  <a:gd name="csX1" fmla="*/ 9998 w 85129"/>
                  <a:gd name="csY1" fmla="*/ 49508 h 131810"/>
                  <a:gd name="csX2" fmla="*/ 5236 w 85129"/>
                  <a:gd name="csY2" fmla="*/ 33453 h 131810"/>
                  <a:gd name="csX3" fmla="*/ 15356 w 85129"/>
                  <a:gd name="csY3" fmla="*/ 9866 h 131810"/>
                  <a:gd name="csX4" fmla="*/ 42343 w 85129"/>
                  <a:gd name="csY4" fmla="*/ 154 h 131810"/>
                  <a:gd name="csX5" fmla="*/ 69529 w 85129"/>
                  <a:gd name="csY5" fmla="*/ 10064 h 131810"/>
                  <a:gd name="csX6" fmla="*/ 79848 w 85129"/>
                  <a:gd name="csY6" fmla="*/ 33850 h 131810"/>
                  <a:gd name="csX7" fmla="*/ 75086 w 85129"/>
                  <a:gd name="csY7" fmla="*/ 49508 h 131810"/>
                  <a:gd name="csX8" fmla="*/ 60798 w 85129"/>
                  <a:gd name="csY8" fmla="*/ 59815 h 131810"/>
                  <a:gd name="csX9" fmla="*/ 78856 w 85129"/>
                  <a:gd name="csY9" fmla="*/ 72303 h 131810"/>
                  <a:gd name="csX10" fmla="*/ 85206 w 85129"/>
                  <a:gd name="csY10" fmla="*/ 92917 h 131810"/>
                  <a:gd name="csX11" fmla="*/ 73498 w 85129"/>
                  <a:gd name="csY11" fmla="*/ 120667 h 131810"/>
                  <a:gd name="csX12" fmla="*/ 42542 w 85129"/>
                  <a:gd name="csY12" fmla="*/ 131965 h 131810"/>
                  <a:gd name="csX13" fmla="*/ 11784 w 85129"/>
                  <a:gd name="csY13" fmla="*/ 120667 h 131810"/>
                  <a:gd name="csX14" fmla="*/ 76 w 85129"/>
                  <a:gd name="csY14" fmla="*/ 92520 h 131810"/>
                  <a:gd name="csX15" fmla="*/ 6426 w 85129"/>
                  <a:gd name="csY15" fmla="*/ 71312 h 131810"/>
                  <a:gd name="csX16" fmla="*/ 24682 w 85129"/>
                  <a:gd name="csY16" fmla="*/ 59815 h 131810"/>
                  <a:gd name="csX17" fmla="*/ 21507 w 85129"/>
                  <a:gd name="csY17" fmla="*/ 32859 h 131810"/>
                  <a:gd name="csX18" fmla="*/ 27262 w 85129"/>
                  <a:gd name="csY18" fmla="*/ 47923 h 131810"/>
                  <a:gd name="csX19" fmla="*/ 42740 w 85129"/>
                  <a:gd name="csY19" fmla="*/ 53671 h 131810"/>
                  <a:gd name="csX20" fmla="*/ 57623 w 85129"/>
                  <a:gd name="csY20" fmla="*/ 47923 h 131810"/>
                  <a:gd name="csX21" fmla="*/ 63576 w 85129"/>
                  <a:gd name="csY21" fmla="*/ 33850 h 131810"/>
                  <a:gd name="csX22" fmla="*/ 57425 w 85129"/>
                  <a:gd name="csY22" fmla="*/ 19182 h 131810"/>
                  <a:gd name="csX23" fmla="*/ 42542 w 85129"/>
                  <a:gd name="csY23" fmla="*/ 13236 h 131810"/>
                  <a:gd name="csX24" fmla="*/ 27461 w 85129"/>
                  <a:gd name="csY24" fmla="*/ 18984 h 131810"/>
                  <a:gd name="csX25" fmla="*/ 21507 w 85129"/>
                  <a:gd name="csY25" fmla="*/ 32859 h 131810"/>
                  <a:gd name="csX26" fmla="*/ 16348 w 85129"/>
                  <a:gd name="csY26" fmla="*/ 92520 h 131810"/>
                  <a:gd name="csX27" fmla="*/ 19523 w 85129"/>
                  <a:gd name="csY27" fmla="*/ 105602 h 131810"/>
                  <a:gd name="csX28" fmla="*/ 29246 w 85129"/>
                  <a:gd name="csY28" fmla="*/ 115513 h 131810"/>
                  <a:gd name="csX29" fmla="*/ 42740 w 85129"/>
                  <a:gd name="csY29" fmla="*/ 118883 h 131810"/>
                  <a:gd name="csX30" fmla="*/ 61592 w 85129"/>
                  <a:gd name="csY30" fmla="*/ 111747 h 131810"/>
                  <a:gd name="csX31" fmla="*/ 68934 w 85129"/>
                  <a:gd name="csY31" fmla="*/ 93115 h 131810"/>
                  <a:gd name="csX32" fmla="*/ 61195 w 85129"/>
                  <a:gd name="csY32" fmla="*/ 74087 h 131810"/>
                  <a:gd name="csX33" fmla="*/ 42343 w 85129"/>
                  <a:gd name="csY33" fmla="*/ 66555 h 131810"/>
                  <a:gd name="csX34" fmla="*/ 23690 w 85129"/>
                  <a:gd name="csY34" fmla="*/ 74087 h 131810"/>
                  <a:gd name="csX35" fmla="*/ 16348 w 85129"/>
                  <a:gd name="csY35" fmla="*/ 92520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85129" h="131810">
                    <a:moveTo>
                      <a:pt x="24682" y="59815"/>
                    </a:moveTo>
                    <a:cubicBezTo>
                      <a:pt x="18035" y="57437"/>
                      <a:pt x="13173" y="54018"/>
                      <a:pt x="9998" y="49508"/>
                    </a:cubicBezTo>
                    <a:cubicBezTo>
                      <a:pt x="6823" y="45049"/>
                      <a:pt x="5236" y="39697"/>
                      <a:pt x="5236" y="33453"/>
                    </a:cubicBezTo>
                    <a:cubicBezTo>
                      <a:pt x="5236" y="24088"/>
                      <a:pt x="8609" y="16209"/>
                      <a:pt x="15356" y="9866"/>
                    </a:cubicBezTo>
                    <a:cubicBezTo>
                      <a:pt x="22103" y="3424"/>
                      <a:pt x="31082" y="154"/>
                      <a:pt x="42343" y="154"/>
                    </a:cubicBezTo>
                    <a:cubicBezTo>
                      <a:pt x="53555" y="154"/>
                      <a:pt x="62634" y="3474"/>
                      <a:pt x="69529" y="10064"/>
                    </a:cubicBezTo>
                    <a:cubicBezTo>
                      <a:pt x="76375" y="16556"/>
                      <a:pt x="79848" y="24484"/>
                      <a:pt x="79848" y="33850"/>
                    </a:cubicBezTo>
                    <a:cubicBezTo>
                      <a:pt x="79848" y="39796"/>
                      <a:pt x="78261" y="45049"/>
                      <a:pt x="75086" y="49508"/>
                    </a:cubicBezTo>
                    <a:cubicBezTo>
                      <a:pt x="72010" y="54018"/>
                      <a:pt x="67247" y="57437"/>
                      <a:pt x="60798" y="59815"/>
                    </a:cubicBezTo>
                    <a:cubicBezTo>
                      <a:pt x="68736" y="62343"/>
                      <a:pt x="74738" y="66505"/>
                      <a:pt x="78856" y="72303"/>
                    </a:cubicBezTo>
                    <a:cubicBezTo>
                      <a:pt x="83073" y="78001"/>
                      <a:pt x="85206" y="84889"/>
                      <a:pt x="85206" y="92917"/>
                    </a:cubicBezTo>
                    <a:cubicBezTo>
                      <a:pt x="85206" y="103918"/>
                      <a:pt x="81287" y="113134"/>
                      <a:pt x="73498" y="120667"/>
                    </a:cubicBezTo>
                    <a:cubicBezTo>
                      <a:pt x="65660" y="128199"/>
                      <a:pt x="55341" y="131965"/>
                      <a:pt x="42542" y="131965"/>
                    </a:cubicBezTo>
                    <a:cubicBezTo>
                      <a:pt x="29842" y="131965"/>
                      <a:pt x="19573" y="128199"/>
                      <a:pt x="11784" y="120667"/>
                    </a:cubicBezTo>
                    <a:cubicBezTo>
                      <a:pt x="3946" y="113134"/>
                      <a:pt x="76" y="103769"/>
                      <a:pt x="76" y="92520"/>
                    </a:cubicBezTo>
                    <a:cubicBezTo>
                      <a:pt x="76" y="84096"/>
                      <a:pt x="2160" y="77010"/>
                      <a:pt x="6426" y="71312"/>
                    </a:cubicBezTo>
                    <a:cubicBezTo>
                      <a:pt x="10643" y="65663"/>
                      <a:pt x="16745" y="61798"/>
                      <a:pt x="24682" y="59815"/>
                    </a:cubicBezTo>
                    <a:close/>
                    <a:moveTo>
                      <a:pt x="21507" y="32859"/>
                    </a:moveTo>
                    <a:cubicBezTo>
                      <a:pt x="21507" y="38954"/>
                      <a:pt x="23393" y="43958"/>
                      <a:pt x="27262" y="47923"/>
                    </a:cubicBezTo>
                    <a:cubicBezTo>
                      <a:pt x="31231" y="51788"/>
                      <a:pt x="36390" y="53671"/>
                      <a:pt x="42740" y="53671"/>
                    </a:cubicBezTo>
                    <a:cubicBezTo>
                      <a:pt x="48793" y="53671"/>
                      <a:pt x="53753" y="51788"/>
                      <a:pt x="57623" y="47923"/>
                    </a:cubicBezTo>
                    <a:cubicBezTo>
                      <a:pt x="61592" y="44107"/>
                      <a:pt x="63576" y="39400"/>
                      <a:pt x="63576" y="33850"/>
                    </a:cubicBezTo>
                    <a:cubicBezTo>
                      <a:pt x="63576" y="28052"/>
                      <a:pt x="61493" y="23146"/>
                      <a:pt x="57425" y="19182"/>
                    </a:cubicBezTo>
                    <a:cubicBezTo>
                      <a:pt x="53456" y="15218"/>
                      <a:pt x="48495" y="13236"/>
                      <a:pt x="42542" y="13236"/>
                    </a:cubicBezTo>
                    <a:cubicBezTo>
                      <a:pt x="36440" y="13236"/>
                      <a:pt x="31429" y="15168"/>
                      <a:pt x="27461" y="18984"/>
                    </a:cubicBezTo>
                    <a:cubicBezTo>
                      <a:pt x="23492" y="22849"/>
                      <a:pt x="21507" y="27457"/>
                      <a:pt x="21507" y="32859"/>
                    </a:cubicBezTo>
                    <a:close/>
                    <a:moveTo>
                      <a:pt x="16348" y="92520"/>
                    </a:moveTo>
                    <a:cubicBezTo>
                      <a:pt x="16348" y="97030"/>
                      <a:pt x="17390" y="101390"/>
                      <a:pt x="19523" y="105602"/>
                    </a:cubicBezTo>
                    <a:cubicBezTo>
                      <a:pt x="21755" y="109864"/>
                      <a:pt x="24980" y="113134"/>
                      <a:pt x="29246" y="115513"/>
                    </a:cubicBezTo>
                    <a:cubicBezTo>
                      <a:pt x="33463" y="117792"/>
                      <a:pt x="37978" y="118883"/>
                      <a:pt x="42740" y="118883"/>
                    </a:cubicBezTo>
                    <a:cubicBezTo>
                      <a:pt x="50380" y="118883"/>
                      <a:pt x="56680" y="116504"/>
                      <a:pt x="61592" y="111747"/>
                    </a:cubicBezTo>
                    <a:cubicBezTo>
                      <a:pt x="66453" y="106891"/>
                      <a:pt x="68934" y="100647"/>
                      <a:pt x="68934" y="93115"/>
                    </a:cubicBezTo>
                    <a:cubicBezTo>
                      <a:pt x="68934" y="85484"/>
                      <a:pt x="66354" y="79141"/>
                      <a:pt x="61195" y="74087"/>
                    </a:cubicBezTo>
                    <a:cubicBezTo>
                      <a:pt x="56135" y="69082"/>
                      <a:pt x="49884" y="66555"/>
                      <a:pt x="42343" y="66555"/>
                    </a:cubicBezTo>
                    <a:cubicBezTo>
                      <a:pt x="34803" y="66555"/>
                      <a:pt x="28552" y="69082"/>
                      <a:pt x="23690" y="74087"/>
                    </a:cubicBezTo>
                    <a:cubicBezTo>
                      <a:pt x="18779" y="78992"/>
                      <a:pt x="16348" y="85137"/>
                      <a:pt x="16348" y="92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Freihandform: Form 794">
                <a:extLst>
                  <a:ext uri="{FF2B5EF4-FFF2-40B4-BE49-F238E27FC236}">
                    <a16:creationId xmlns:a16="http://schemas.microsoft.com/office/drawing/2014/main" id="{F9076D4F-E96F-F102-2F4A-EFBFC96496D0}"/>
                  </a:ext>
                </a:extLst>
              </p:cNvPr>
              <p:cNvSpPr/>
              <p:nvPr/>
            </p:nvSpPr>
            <p:spPr>
              <a:xfrm>
                <a:off x="7420631" y="6997357"/>
                <a:ext cx="85328" cy="131810"/>
              </a:xfrm>
              <a:custGeom>
                <a:avLst/>
                <a:gdLst>
                  <a:gd name="csX0" fmla="*/ 83229 w 85328"/>
                  <a:gd name="csY0" fmla="*/ 32264 h 131810"/>
                  <a:gd name="csX1" fmla="*/ 67354 w 85328"/>
                  <a:gd name="csY1" fmla="*/ 33453 h 131810"/>
                  <a:gd name="csX2" fmla="*/ 61401 w 85328"/>
                  <a:gd name="csY2" fmla="*/ 19975 h 131810"/>
                  <a:gd name="csX3" fmla="*/ 45526 w 85328"/>
                  <a:gd name="csY3" fmla="*/ 13236 h 131810"/>
                  <a:gd name="csX4" fmla="*/ 32231 w 85328"/>
                  <a:gd name="csY4" fmla="*/ 17398 h 131810"/>
                  <a:gd name="csX5" fmla="*/ 20325 w 85328"/>
                  <a:gd name="csY5" fmla="*/ 33453 h 131810"/>
                  <a:gd name="csX6" fmla="*/ 15959 w 85328"/>
                  <a:gd name="csY6" fmla="*/ 63185 h 131810"/>
                  <a:gd name="csX7" fmla="*/ 29850 w 85328"/>
                  <a:gd name="csY7" fmla="*/ 50301 h 131810"/>
                  <a:gd name="csX8" fmla="*/ 47312 w 85328"/>
                  <a:gd name="csY8" fmla="*/ 45941 h 131810"/>
                  <a:gd name="csX9" fmla="*/ 74300 w 85328"/>
                  <a:gd name="csY9" fmla="*/ 57635 h 131810"/>
                  <a:gd name="csX10" fmla="*/ 85412 w 85328"/>
                  <a:gd name="csY10" fmla="*/ 87763 h 131810"/>
                  <a:gd name="csX11" fmla="*/ 80054 w 85328"/>
                  <a:gd name="csY11" fmla="*/ 110558 h 131810"/>
                  <a:gd name="csX12" fmla="*/ 65767 w 85328"/>
                  <a:gd name="csY12" fmla="*/ 126415 h 131810"/>
                  <a:gd name="csX13" fmla="*/ 44931 w 85328"/>
                  <a:gd name="csY13" fmla="*/ 131965 h 131810"/>
                  <a:gd name="csX14" fmla="*/ 12586 w 85328"/>
                  <a:gd name="csY14" fmla="*/ 117495 h 131810"/>
                  <a:gd name="csX15" fmla="*/ 84 w 85328"/>
                  <a:gd name="csY15" fmla="*/ 69330 h 131810"/>
                  <a:gd name="csX16" fmla="*/ 13975 w 85328"/>
                  <a:gd name="csY16" fmla="*/ 15020 h 131810"/>
                  <a:gd name="csX17" fmla="*/ 46518 w 85328"/>
                  <a:gd name="csY17" fmla="*/ 154 h 131810"/>
                  <a:gd name="csX18" fmla="*/ 71522 w 85328"/>
                  <a:gd name="csY18" fmla="*/ 8677 h 131810"/>
                  <a:gd name="csX19" fmla="*/ 83229 w 85328"/>
                  <a:gd name="csY19" fmla="*/ 32264 h 131810"/>
                  <a:gd name="csX20" fmla="*/ 18340 w 85328"/>
                  <a:gd name="csY20" fmla="*/ 87962 h 131810"/>
                  <a:gd name="csX21" fmla="*/ 21714 w 85328"/>
                  <a:gd name="csY21" fmla="*/ 103620 h 131810"/>
                  <a:gd name="csX22" fmla="*/ 31437 w 85328"/>
                  <a:gd name="csY22" fmla="*/ 115117 h 131810"/>
                  <a:gd name="csX23" fmla="*/ 44732 w 85328"/>
                  <a:gd name="csY23" fmla="*/ 118883 h 131810"/>
                  <a:gd name="csX24" fmla="*/ 61997 w 85328"/>
                  <a:gd name="csY24" fmla="*/ 110954 h 131810"/>
                  <a:gd name="csX25" fmla="*/ 69339 w 85328"/>
                  <a:gd name="csY25" fmla="*/ 88754 h 131810"/>
                  <a:gd name="csX26" fmla="*/ 62195 w 85328"/>
                  <a:gd name="csY26" fmla="*/ 67744 h 131810"/>
                  <a:gd name="csX27" fmla="*/ 44137 w 85328"/>
                  <a:gd name="csY27" fmla="*/ 60014 h 131810"/>
                  <a:gd name="csX28" fmla="*/ 25881 w 85328"/>
                  <a:gd name="csY28" fmla="*/ 67744 h 131810"/>
                  <a:gd name="csX29" fmla="*/ 18340 w 85328"/>
                  <a:gd name="csY29" fmla="*/ 87962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229" y="32264"/>
                    </a:moveTo>
                    <a:lnTo>
                      <a:pt x="67354" y="33453"/>
                    </a:lnTo>
                    <a:cubicBezTo>
                      <a:pt x="66015" y="27259"/>
                      <a:pt x="64031" y="22750"/>
                      <a:pt x="61401" y="19975"/>
                    </a:cubicBezTo>
                    <a:cubicBezTo>
                      <a:pt x="57135" y="15515"/>
                      <a:pt x="51876" y="13236"/>
                      <a:pt x="45526" y="13236"/>
                    </a:cubicBezTo>
                    <a:cubicBezTo>
                      <a:pt x="40466" y="13236"/>
                      <a:pt x="36051" y="14623"/>
                      <a:pt x="32231" y="17398"/>
                    </a:cubicBezTo>
                    <a:cubicBezTo>
                      <a:pt x="27171" y="21115"/>
                      <a:pt x="23202" y="26466"/>
                      <a:pt x="20325" y="33453"/>
                    </a:cubicBezTo>
                    <a:cubicBezTo>
                      <a:pt x="17547" y="40341"/>
                      <a:pt x="16058" y="50252"/>
                      <a:pt x="15959" y="63185"/>
                    </a:cubicBezTo>
                    <a:cubicBezTo>
                      <a:pt x="19779" y="57387"/>
                      <a:pt x="24393" y="53076"/>
                      <a:pt x="29850" y="50301"/>
                    </a:cubicBezTo>
                    <a:cubicBezTo>
                      <a:pt x="35406" y="47427"/>
                      <a:pt x="41210" y="45941"/>
                      <a:pt x="47312" y="45941"/>
                    </a:cubicBezTo>
                    <a:cubicBezTo>
                      <a:pt x="57879" y="45941"/>
                      <a:pt x="66858" y="49855"/>
                      <a:pt x="74300" y="57635"/>
                    </a:cubicBezTo>
                    <a:cubicBezTo>
                      <a:pt x="81691" y="65464"/>
                      <a:pt x="85412" y="75474"/>
                      <a:pt x="85412" y="87763"/>
                    </a:cubicBezTo>
                    <a:cubicBezTo>
                      <a:pt x="85412" y="95989"/>
                      <a:pt x="83626" y="103571"/>
                      <a:pt x="80054" y="110558"/>
                    </a:cubicBezTo>
                    <a:cubicBezTo>
                      <a:pt x="76582" y="117446"/>
                      <a:pt x="71819" y="122748"/>
                      <a:pt x="65767" y="126415"/>
                    </a:cubicBezTo>
                    <a:cubicBezTo>
                      <a:pt x="59665" y="130082"/>
                      <a:pt x="52720" y="131965"/>
                      <a:pt x="44931" y="131965"/>
                    </a:cubicBezTo>
                    <a:cubicBezTo>
                      <a:pt x="31685" y="131965"/>
                      <a:pt x="20920" y="127158"/>
                      <a:pt x="12586" y="117495"/>
                    </a:cubicBezTo>
                    <a:cubicBezTo>
                      <a:pt x="4251" y="107733"/>
                      <a:pt x="84" y="91678"/>
                      <a:pt x="84" y="69330"/>
                    </a:cubicBezTo>
                    <a:cubicBezTo>
                      <a:pt x="84" y="44355"/>
                      <a:pt x="4698" y="26268"/>
                      <a:pt x="13975" y="15020"/>
                    </a:cubicBezTo>
                    <a:cubicBezTo>
                      <a:pt x="22011" y="5109"/>
                      <a:pt x="32876" y="154"/>
                      <a:pt x="46518" y="154"/>
                    </a:cubicBezTo>
                    <a:cubicBezTo>
                      <a:pt x="56688" y="154"/>
                      <a:pt x="65023" y="3028"/>
                      <a:pt x="71522" y="8677"/>
                    </a:cubicBezTo>
                    <a:cubicBezTo>
                      <a:pt x="77971" y="14375"/>
                      <a:pt x="81890" y="22254"/>
                      <a:pt x="83229" y="32264"/>
                    </a:cubicBezTo>
                    <a:close/>
                    <a:moveTo>
                      <a:pt x="18340" y="87962"/>
                    </a:moveTo>
                    <a:cubicBezTo>
                      <a:pt x="18340" y="93412"/>
                      <a:pt x="19432" y="98615"/>
                      <a:pt x="21714" y="103620"/>
                    </a:cubicBezTo>
                    <a:cubicBezTo>
                      <a:pt x="24095" y="108675"/>
                      <a:pt x="27320" y="112490"/>
                      <a:pt x="31437" y="115117"/>
                    </a:cubicBezTo>
                    <a:cubicBezTo>
                      <a:pt x="35654" y="117644"/>
                      <a:pt x="40069" y="118883"/>
                      <a:pt x="44732" y="118883"/>
                    </a:cubicBezTo>
                    <a:cubicBezTo>
                      <a:pt x="51479" y="118883"/>
                      <a:pt x="57234" y="116256"/>
                      <a:pt x="61997" y="110954"/>
                    </a:cubicBezTo>
                    <a:cubicBezTo>
                      <a:pt x="66858" y="105553"/>
                      <a:pt x="69339" y="98169"/>
                      <a:pt x="69339" y="88754"/>
                    </a:cubicBezTo>
                    <a:cubicBezTo>
                      <a:pt x="69339" y="79934"/>
                      <a:pt x="66957" y="72897"/>
                      <a:pt x="62195" y="67744"/>
                    </a:cubicBezTo>
                    <a:cubicBezTo>
                      <a:pt x="57432" y="62590"/>
                      <a:pt x="51380" y="60014"/>
                      <a:pt x="44137" y="60014"/>
                    </a:cubicBezTo>
                    <a:cubicBezTo>
                      <a:pt x="36993" y="60014"/>
                      <a:pt x="30891" y="62590"/>
                      <a:pt x="25881" y="67744"/>
                    </a:cubicBezTo>
                    <a:cubicBezTo>
                      <a:pt x="20821" y="72897"/>
                      <a:pt x="18340" y="79637"/>
                      <a:pt x="18340" y="879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96" name="Grafik 637">
              <a:extLst>
                <a:ext uri="{FF2B5EF4-FFF2-40B4-BE49-F238E27FC236}">
                  <a16:creationId xmlns:a16="http://schemas.microsoft.com/office/drawing/2014/main" id="{96D6094B-1828-0466-5DB3-021077C5D21C}"/>
                </a:ext>
              </a:extLst>
            </p:cNvPr>
            <p:cNvGrpSpPr/>
            <p:nvPr/>
          </p:nvGrpSpPr>
          <p:grpSpPr>
            <a:xfrm>
              <a:off x="7668073" y="6997357"/>
              <a:ext cx="336094" cy="131810"/>
              <a:chOff x="7668073" y="6997357"/>
              <a:chExt cx="336094" cy="131810"/>
            </a:xfrm>
            <a:solidFill>
              <a:srgbClr val="000000"/>
            </a:solidFill>
          </p:grpSpPr>
          <p:sp>
            <p:nvSpPr>
              <p:cNvPr id="797" name="Freihandform: Form 796">
                <a:extLst>
                  <a:ext uri="{FF2B5EF4-FFF2-40B4-BE49-F238E27FC236}">
                    <a16:creationId xmlns:a16="http://schemas.microsoft.com/office/drawing/2014/main" id="{AA9A7FD3-1F83-1F71-0EC8-7C79F2E8EE2C}"/>
                  </a:ext>
                </a:extLst>
              </p:cNvPr>
              <p:cNvSpPr/>
              <p:nvPr/>
            </p:nvSpPr>
            <p:spPr>
              <a:xfrm>
                <a:off x="7668073" y="6997357"/>
                <a:ext cx="84335" cy="131810"/>
              </a:xfrm>
              <a:custGeom>
                <a:avLst/>
                <a:gdLst>
                  <a:gd name="csX0" fmla="*/ 103 w 84335"/>
                  <a:gd name="csY0" fmla="*/ 66158 h 131810"/>
                  <a:gd name="csX1" fmla="*/ 4668 w 84335"/>
                  <a:gd name="csY1" fmla="*/ 29291 h 131810"/>
                  <a:gd name="csX2" fmla="*/ 18757 w 84335"/>
                  <a:gd name="csY2" fmla="*/ 7686 h 131810"/>
                  <a:gd name="csX3" fmla="*/ 42172 w 84335"/>
                  <a:gd name="csY3" fmla="*/ 154 h 131810"/>
                  <a:gd name="csX4" fmla="*/ 60428 w 84335"/>
                  <a:gd name="csY4" fmla="*/ 4316 h 131810"/>
                  <a:gd name="csX5" fmla="*/ 73327 w 84335"/>
                  <a:gd name="csY5" fmla="*/ 16407 h 131810"/>
                  <a:gd name="csX6" fmla="*/ 81463 w 84335"/>
                  <a:gd name="csY6" fmla="*/ 35634 h 131810"/>
                  <a:gd name="csX7" fmla="*/ 84439 w 84335"/>
                  <a:gd name="csY7" fmla="*/ 66158 h 131810"/>
                  <a:gd name="csX8" fmla="*/ 79677 w 84335"/>
                  <a:gd name="csY8" fmla="*/ 102827 h 131810"/>
                  <a:gd name="csX9" fmla="*/ 65588 w 84335"/>
                  <a:gd name="csY9" fmla="*/ 124433 h 131810"/>
                  <a:gd name="csX10" fmla="*/ 42172 w 84335"/>
                  <a:gd name="csY10" fmla="*/ 131965 h 131810"/>
                  <a:gd name="csX11" fmla="*/ 12803 w 84335"/>
                  <a:gd name="csY11" fmla="*/ 118684 h 131810"/>
                  <a:gd name="csX12" fmla="*/ 103 w 84335"/>
                  <a:gd name="csY12" fmla="*/ 66158 h 131810"/>
                  <a:gd name="csX13" fmla="*/ 16375 w 84335"/>
                  <a:gd name="csY13" fmla="*/ 66158 h 131810"/>
                  <a:gd name="csX14" fmla="*/ 23718 w 84335"/>
                  <a:gd name="csY14" fmla="*/ 108377 h 131810"/>
                  <a:gd name="csX15" fmla="*/ 42172 w 84335"/>
                  <a:gd name="csY15" fmla="*/ 118883 h 131810"/>
                  <a:gd name="csX16" fmla="*/ 60428 w 84335"/>
                  <a:gd name="csY16" fmla="*/ 108377 h 131810"/>
                  <a:gd name="csX17" fmla="*/ 67969 w 84335"/>
                  <a:gd name="csY17" fmla="*/ 66158 h 131810"/>
                  <a:gd name="csX18" fmla="*/ 60428 w 84335"/>
                  <a:gd name="csY18" fmla="*/ 23741 h 131810"/>
                  <a:gd name="csX19" fmla="*/ 41974 w 84335"/>
                  <a:gd name="csY19" fmla="*/ 13236 h 131810"/>
                  <a:gd name="csX20" fmla="*/ 24511 w 84335"/>
                  <a:gd name="csY20" fmla="*/ 22552 h 131810"/>
                  <a:gd name="csX21" fmla="*/ 16375 w 84335"/>
                  <a:gd name="csY21" fmla="*/ 66158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03" y="66158"/>
                    </a:moveTo>
                    <a:cubicBezTo>
                      <a:pt x="103" y="50846"/>
                      <a:pt x="1592" y="38557"/>
                      <a:pt x="4668" y="29291"/>
                    </a:cubicBezTo>
                    <a:cubicBezTo>
                      <a:pt x="7843" y="19925"/>
                      <a:pt x="12506" y="12740"/>
                      <a:pt x="18757" y="7686"/>
                    </a:cubicBezTo>
                    <a:cubicBezTo>
                      <a:pt x="24958" y="2681"/>
                      <a:pt x="32746" y="154"/>
                      <a:pt x="42172" y="154"/>
                    </a:cubicBezTo>
                    <a:cubicBezTo>
                      <a:pt x="49167" y="154"/>
                      <a:pt x="55269" y="1541"/>
                      <a:pt x="60428" y="4316"/>
                    </a:cubicBezTo>
                    <a:cubicBezTo>
                      <a:pt x="65687" y="7091"/>
                      <a:pt x="70003" y="11154"/>
                      <a:pt x="73327" y="16407"/>
                    </a:cubicBezTo>
                    <a:cubicBezTo>
                      <a:pt x="76750" y="21709"/>
                      <a:pt x="79478" y="28102"/>
                      <a:pt x="81463" y="35634"/>
                    </a:cubicBezTo>
                    <a:cubicBezTo>
                      <a:pt x="83447" y="43166"/>
                      <a:pt x="84439" y="53374"/>
                      <a:pt x="84439" y="66158"/>
                    </a:cubicBezTo>
                    <a:cubicBezTo>
                      <a:pt x="84439" y="81222"/>
                      <a:pt x="82852" y="93462"/>
                      <a:pt x="79677" y="102827"/>
                    </a:cubicBezTo>
                    <a:cubicBezTo>
                      <a:pt x="76502" y="112094"/>
                      <a:pt x="71789" y="119279"/>
                      <a:pt x="65588" y="124433"/>
                    </a:cubicBezTo>
                    <a:cubicBezTo>
                      <a:pt x="59486" y="129487"/>
                      <a:pt x="51697" y="131965"/>
                      <a:pt x="42172" y="131965"/>
                    </a:cubicBezTo>
                    <a:cubicBezTo>
                      <a:pt x="29720" y="131965"/>
                      <a:pt x="19947" y="127554"/>
                      <a:pt x="12803" y="118684"/>
                    </a:cubicBezTo>
                    <a:cubicBezTo>
                      <a:pt x="4320" y="107882"/>
                      <a:pt x="103" y="90340"/>
                      <a:pt x="103" y="66158"/>
                    </a:cubicBezTo>
                    <a:close/>
                    <a:moveTo>
                      <a:pt x="16375" y="66158"/>
                    </a:moveTo>
                    <a:cubicBezTo>
                      <a:pt x="16375" y="87317"/>
                      <a:pt x="18806" y="101390"/>
                      <a:pt x="23718" y="108377"/>
                    </a:cubicBezTo>
                    <a:cubicBezTo>
                      <a:pt x="28728" y="115414"/>
                      <a:pt x="34880" y="118883"/>
                      <a:pt x="42172" y="118883"/>
                    </a:cubicBezTo>
                    <a:cubicBezTo>
                      <a:pt x="49415" y="118883"/>
                      <a:pt x="55517" y="115414"/>
                      <a:pt x="60428" y="108377"/>
                    </a:cubicBezTo>
                    <a:cubicBezTo>
                      <a:pt x="65439" y="101390"/>
                      <a:pt x="67969" y="87317"/>
                      <a:pt x="67969" y="66158"/>
                    </a:cubicBezTo>
                    <a:cubicBezTo>
                      <a:pt x="67969" y="44900"/>
                      <a:pt x="65439" y="30777"/>
                      <a:pt x="60428" y="23741"/>
                    </a:cubicBezTo>
                    <a:cubicBezTo>
                      <a:pt x="55517" y="16754"/>
                      <a:pt x="49366" y="13236"/>
                      <a:pt x="41974" y="13236"/>
                    </a:cubicBezTo>
                    <a:cubicBezTo>
                      <a:pt x="34681" y="13236"/>
                      <a:pt x="28877" y="16357"/>
                      <a:pt x="24511" y="22552"/>
                    </a:cubicBezTo>
                    <a:cubicBezTo>
                      <a:pt x="19054" y="30381"/>
                      <a:pt x="16375" y="44900"/>
                      <a:pt x="16375" y="661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ihandform: Form 797">
                <a:extLst>
                  <a:ext uri="{FF2B5EF4-FFF2-40B4-BE49-F238E27FC236}">
                    <a16:creationId xmlns:a16="http://schemas.microsoft.com/office/drawing/2014/main" id="{9D4273DE-B735-6CD5-D457-958C8C06F490}"/>
                  </a:ext>
                </a:extLst>
              </p:cNvPr>
              <p:cNvSpPr/>
              <p:nvPr/>
            </p:nvSpPr>
            <p:spPr>
              <a:xfrm>
                <a:off x="7777486" y="7108950"/>
                <a:ext cx="18057" cy="18037"/>
              </a:xfrm>
              <a:custGeom>
                <a:avLst/>
                <a:gdLst>
                  <a:gd name="csX0" fmla="*/ 111 w 18057"/>
                  <a:gd name="csY0" fmla="*/ 18191 h 18037"/>
                  <a:gd name="csX1" fmla="*/ 111 w 18057"/>
                  <a:gd name="csY1" fmla="*/ 154 h 18037"/>
                  <a:gd name="csX2" fmla="*/ 18169 w 18057"/>
                  <a:gd name="csY2" fmla="*/ 154 h 18037"/>
                  <a:gd name="csX3" fmla="*/ 18169 w 18057"/>
                  <a:gd name="csY3" fmla="*/ 18191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11" y="18191"/>
                    </a:moveTo>
                    <a:lnTo>
                      <a:pt x="111" y="154"/>
                    </a:lnTo>
                    <a:lnTo>
                      <a:pt x="18169" y="154"/>
                    </a:lnTo>
                    <a:lnTo>
                      <a:pt x="18169" y="1819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ihandform: Form 798">
                <a:extLst>
                  <a:ext uri="{FF2B5EF4-FFF2-40B4-BE49-F238E27FC236}">
                    <a16:creationId xmlns:a16="http://schemas.microsoft.com/office/drawing/2014/main" id="{43173500-4E1A-BB41-A9F6-6FD90EFB8D36}"/>
                  </a:ext>
                </a:extLst>
              </p:cNvPr>
              <p:cNvSpPr/>
              <p:nvPr/>
            </p:nvSpPr>
            <p:spPr>
              <a:xfrm>
                <a:off x="7817960" y="6997357"/>
                <a:ext cx="85328" cy="131810"/>
              </a:xfrm>
              <a:custGeom>
                <a:avLst/>
                <a:gdLst>
                  <a:gd name="csX0" fmla="*/ 83261 w 85328"/>
                  <a:gd name="csY0" fmla="*/ 32264 h 131810"/>
                  <a:gd name="csX1" fmla="*/ 67386 w 85328"/>
                  <a:gd name="csY1" fmla="*/ 33453 h 131810"/>
                  <a:gd name="csX2" fmla="*/ 61433 w 85328"/>
                  <a:gd name="csY2" fmla="*/ 19975 h 131810"/>
                  <a:gd name="csX3" fmla="*/ 45558 w 85328"/>
                  <a:gd name="csY3" fmla="*/ 13236 h 131810"/>
                  <a:gd name="csX4" fmla="*/ 32262 w 85328"/>
                  <a:gd name="csY4" fmla="*/ 17398 h 131810"/>
                  <a:gd name="csX5" fmla="*/ 20356 w 85328"/>
                  <a:gd name="csY5" fmla="*/ 33453 h 131810"/>
                  <a:gd name="csX6" fmla="*/ 15990 w 85328"/>
                  <a:gd name="csY6" fmla="*/ 63185 h 131810"/>
                  <a:gd name="csX7" fmla="*/ 29881 w 85328"/>
                  <a:gd name="csY7" fmla="*/ 50301 h 131810"/>
                  <a:gd name="csX8" fmla="*/ 47343 w 85328"/>
                  <a:gd name="csY8" fmla="*/ 45941 h 131810"/>
                  <a:gd name="csX9" fmla="*/ 74331 w 85328"/>
                  <a:gd name="csY9" fmla="*/ 57635 h 131810"/>
                  <a:gd name="csX10" fmla="*/ 85443 w 85328"/>
                  <a:gd name="csY10" fmla="*/ 87763 h 131810"/>
                  <a:gd name="csX11" fmla="*/ 80086 w 85328"/>
                  <a:gd name="csY11" fmla="*/ 110558 h 131810"/>
                  <a:gd name="csX12" fmla="*/ 65798 w 85328"/>
                  <a:gd name="csY12" fmla="*/ 126415 h 131810"/>
                  <a:gd name="csX13" fmla="*/ 44962 w 85328"/>
                  <a:gd name="csY13" fmla="*/ 131965 h 131810"/>
                  <a:gd name="csX14" fmla="*/ 12617 w 85328"/>
                  <a:gd name="csY14" fmla="*/ 117495 h 131810"/>
                  <a:gd name="csX15" fmla="*/ 115 w 85328"/>
                  <a:gd name="csY15" fmla="*/ 69330 h 131810"/>
                  <a:gd name="csX16" fmla="*/ 14006 w 85328"/>
                  <a:gd name="csY16" fmla="*/ 15020 h 131810"/>
                  <a:gd name="csX17" fmla="*/ 46550 w 85328"/>
                  <a:gd name="csY17" fmla="*/ 154 h 131810"/>
                  <a:gd name="csX18" fmla="*/ 71553 w 85328"/>
                  <a:gd name="csY18" fmla="*/ 8677 h 131810"/>
                  <a:gd name="csX19" fmla="*/ 83261 w 85328"/>
                  <a:gd name="csY19" fmla="*/ 32264 h 131810"/>
                  <a:gd name="csX20" fmla="*/ 18372 w 85328"/>
                  <a:gd name="csY20" fmla="*/ 87962 h 131810"/>
                  <a:gd name="csX21" fmla="*/ 21745 w 85328"/>
                  <a:gd name="csY21" fmla="*/ 103620 h 131810"/>
                  <a:gd name="csX22" fmla="*/ 31468 w 85328"/>
                  <a:gd name="csY22" fmla="*/ 115117 h 131810"/>
                  <a:gd name="csX23" fmla="*/ 44764 w 85328"/>
                  <a:gd name="csY23" fmla="*/ 118883 h 131810"/>
                  <a:gd name="csX24" fmla="*/ 62028 w 85328"/>
                  <a:gd name="csY24" fmla="*/ 110954 h 131810"/>
                  <a:gd name="csX25" fmla="*/ 69370 w 85328"/>
                  <a:gd name="csY25" fmla="*/ 88754 h 131810"/>
                  <a:gd name="csX26" fmla="*/ 62226 w 85328"/>
                  <a:gd name="csY26" fmla="*/ 67744 h 131810"/>
                  <a:gd name="csX27" fmla="*/ 44168 w 85328"/>
                  <a:gd name="csY27" fmla="*/ 60014 h 131810"/>
                  <a:gd name="csX28" fmla="*/ 25912 w 85328"/>
                  <a:gd name="csY28" fmla="*/ 67744 h 131810"/>
                  <a:gd name="csX29" fmla="*/ 18372 w 85328"/>
                  <a:gd name="csY29" fmla="*/ 87962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261" y="32264"/>
                    </a:moveTo>
                    <a:lnTo>
                      <a:pt x="67386" y="33453"/>
                    </a:lnTo>
                    <a:cubicBezTo>
                      <a:pt x="66046" y="27259"/>
                      <a:pt x="64062" y="22750"/>
                      <a:pt x="61433" y="19975"/>
                    </a:cubicBezTo>
                    <a:cubicBezTo>
                      <a:pt x="57166" y="15515"/>
                      <a:pt x="51908" y="13236"/>
                      <a:pt x="45558" y="13236"/>
                    </a:cubicBezTo>
                    <a:cubicBezTo>
                      <a:pt x="40497" y="13236"/>
                      <a:pt x="36082" y="14623"/>
                      <a:pt x="32262" y="17398"/>
                    </a:cubicBezTo>
                    <a:cubicBezTo>
                      <a:pt x="27202" y="21115"/>
                      <a:pt x="23233" y="26466"/>
                      <a:pt x="20356" y="33453"/>
                    </a:cubicBezTo>
                    <a:cubicBezTo>
                      <a:pt x="17578" y="40341"/>
                      <a:pt x="16090" y="50252"/>
                      <a:pt x="15990" y="63185"/>
                    </a:cubicBezTo>
                    <a:cubicBezTo>
                      <a:pt x="19810" y="57387"/>
                      <a:pt x="24424" y="53076"/>
                      <a:pt x="29881" y="50301"/>
                    </a:cubicBezTo>
                    <a:cubicBezTo>
                      <a:pt x="35437" y="47427"/>
                      <a:pt x="41241" y="45941"/>
                      <a:pt x="47343" y="45941"/>
                    </a:cubicBezTo>
                    <a:cubicBezTo>
                      <a:pt x="57910" y="45941"/>
                      <a:pt x="66890" y="49855"/>
                      <a:pt x="74331" y="57635"/>
                    </a:cubicBezTo>
                    <a:cubicBezTo>
                      <a:pt x="81723" y="65464"/>
                      <a:pt x="85443" y="75474"/>
                      <a:pt x="85443" y="87763"/>
                    </a:cubicBezTo>
                    <a:cubicBezTo>
                      <a:pt x="85443" y="95989"/>
                      <a:pt x="83658" y="103571"/>
                      <a:pt x="80086" y="110558"/>
                    </a:cubicBezTo>
                    <a:cubicBezTo>
                      <a:pt x="76613" y="117446"/>
                      <a:pt x="71850" y="122748"/>
                      <a:pt x="65798" y="126415"/>
                    </a:cubicBezTo>
                    <a:cubicBezTo>
                      <a:pt x="59696" y="130082"/>
                      <a:pt x="52751" y="131965"/>
                      <a:pt x="44962" y="131965"/>
                    </a:cubicBezTo>
                    <a:cubicBezTo>
                      <a:pt x="31716" y="131965"/>
                      <a:pt x="20951" y="127158"/>
                      <a:pt x="12617" y="117495"/>
                    </a:cubicBezTo>
                    <a:cubicBezTo>
                      <a:pt x="4283" y="107733"/>
                      <a:pt x="115" y="91678"/>
                      <a:pt x="115" y="69330"/>
                    </a:cubicBezTo>
                    <a:cubicBezTo>
                      <a:pt x="115" y="44355"/>
                      <a:pt x="4729" y="26268"/>
                      <a:pt x="14006" y="15020"/>
                    </a:cubicBezTo>
                    <a:cubicBezTo>
                      <a:pt x="22043" y="5109"/>
                      <a:pt x="32907" y="154"/>
                      <a:pt x="46550" y="154"/>
                    </a:cubicBezTo>
                    <a:cubicBezTo>
                      <a:pt x="56720" y="154"/>
                      <a:pt x="65054" y="3028"/>
                      <a:pt x="71553" y="8677"/>
                    </a:cubicBezTo>
                    <a:cubicBezTo>
                      <a:pt x="78002" y="14375"/>
                      <a:pt x="81921" y="22254"/>
                      <a:pt x="83261" y="32264"/>
                    </a:cubicBezTo>
                    <a:close/>
                    <a:moveTo>
                      <a:pt x="18372" y="87962"/>
                    </a:moveTo>
                    <a:cubicBezTo>
                      <a:pt x="18372" y="93412"/>
                      <a:pt x="19463" y="98615"/>
                      <a:pt x="21745" y="103620"/>
                    </a:cubicBezTo>
                    <a:cubicBezTo>
                      <a:pt x="24126" y="108675"/>
                      <a:pt x="27351" y="112490"/>
                      <a:pt x="31468" y="115117"/>
                    </a:cubicBezTo>
                    <a:cubicBezTo>
                      <a:pt x="35685" y="117644"/>
                      <a:pt x="40100" y="118883"/>
                      <a:pt x="44764" y="118883"/>
                    </a:cubicBezTo>
                    <a:cubicBezTo>
                      <a:pt x="51511" y="118883"/>
                      <a:pt x="57265" y="116256"/>
                      <a:pt x="62028" y="110954"/>
                    </a:cubicBezTo>
                    <a:cubicBezTo>
                      <a:pt x="66890" y="105553"/>
                      <a:pt x="69370" y="98169"/>
                      <a:pt x="69370" y="88754"/>
                    </a:cubicBezTo>
                    <a:cubicBezTo>
                      <a:pt x="69370" y="79934"/>
                      <a:pt x="66989" y="72897"/>
                      <a:pt x="62226" y="67744"/>
                    </a:cubicBezTo>
                    <a:cubicBezTo>
                      <a:pt x="57464" y="62590"/>
                      <a:pt x="51411" y="60014"/>
                      <a:pt x="44168" y="60014"/>
                    </a:cubicBezTo>
                    <a:cubicBezTo>
                      <a:pt x="37025" y="60014"/>
                      <a:pt x="30923" y="62590"/>
                      <a:pt x="25912" y="67744"/>
                    </a:cubicBezTo>
                    <a:cubicBezTo>
                      <a:pt x="20852" y="72897"/>
                      <a:pt x="18372" y="79637"/>
                      <a:pt x="18372" y="879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ihandform: Form 799">
                <a:extLst>
                  <a:ext uri="{FF2B5EF4-FFF2-40B4-BE49-F238E27FC236}">
                    <a16:creationId xmlns:a16="http://schemas.microsoft.com/office/drawing/2014/main" id="{A0D11E2B-F299-290D-9126-22CB5111B893}"/>
                  </a:ext>
                </a:extLst>
              </p:cNvPr>
              <p:cNvSpPr/>
              <p:nvPr/>
            </p:nvSpPr>
            <p:spPr>
              <a:xfrm>
                <a:off x="7919236" y="6997357"/>
                <a:ext cx="84931" cy="131810"/>
              </a:xfrm>
              <a:custGeom>
                <a:avLst/>
                <a:gdLst>
                  <a:gd name="csX0" fmla="*/ 2504 w 84931"/>
                  <a:gd name="csY0" fmla="*/ 99854 h 131810"/>
                  <a:gd name="csX1" fmla="*/ 17784 w 84931"/>
                  <a:gd name="csY1" fmla="*/ 98467 h 131810"/>
                  <a:gd name="csX2" fmla="*/ 25126 w 84931"/>
                  <a:gd name="csY2" fmla="*/ 114126 h 131810"/>
                  <a:gd name="csX3" fmla="*/ 39215 w 84931"/>
                  <a:gd name="csY3" fmla="*/ 118883 h 131810"/>
                  <a:gd name="csX4" fmla="*/ 51915 w 84931"/>
                  <a:gd name="csY4" fmla="*/ 115711 h 131810"/>
                  <a:gd name="csX5" fmla="*/ 61044 w 84931"/>
                  <a:gd name="csY5" fmla="*/ 106792 h 131810"/>
                  <a:gd name="csX6" fmla="*/ 66997 w 84931"/>
                  <a:gd name="csY6" fmla="*/ 91529 h 131810"/>
                  <a:gd name="csX7" fmla="*/ 69378 w 84931"/>
                  <a:gd name="csY7" fmla="*/ 72105 h 131810"/>
                  <a:gd name="csX8" fmla="*/ 69179 w 84931"/>
                  <a:gd name="csY8" fmla="*/ 68933 h 131810"/>
                  <a:gd name="csX9" fmla="*/ 56083 w 84931"/>
                  <a:gd name="csY9" fmla="*/ 81421 h 131810"/>
                  <a:gd name="csX10" fmla="*/ 38422 w 84931"/>
                  <a:gd name="csY10" fmla="*/ 85979 h 131810"/>
                  <a:gd name="csX11" fmla="*/ 11236 w 84931"/>
                  <a:gd name="csY11" fmla="*/ 74483 h 131810"/>
                  <a:gd name="csX12" fmla="*/ 123 w 84931"/>
                  <a:gd name="csY12" fmla="*/ 43760 h 131810"/>
                  <a:gd name="csX13" fmla="*/ 11633 w 84931"/>
                  <a:gd name="csY13" fmla="*/ 12245 h 131810"/>
                  <a:gd name="csX14" fmla="*/ 40803 w 84931"/>
                  <a:gd name="csY14" fmla="*/ 154 h 131810"/>
                  <a:gd name="csX15" fmla="*/ 63623 w 84931"/>
                  <a:gd name="csY15" fmla="*/ 6893 h 131810"/>
                  <a:gd name="csX16" fmla="*/ 79498 w 84931"/>
                  <a:gd name="csY16" fmla="*/ 26318 h 131810"/>
                  <a:gd name="csX17" fmla="*/ 85054 w 84931"/>
                  <a:gd name="csY17" fmla="*/ 62590 h 131810"/>
                  <a:gd name="csX18" fmla="*/ 79697 w 84931"/>
                  <a:gd name="csY18" fmla="*/ 102035 h 131810"/>
                  <a:gd name="csX19" fmla="*/ 63623 w 84931"/>
                  <a:gd name="csY19" fmla="*/ 124433 h 131810"/>
                  <a:gd name="csX20" fmla="*/ 38819 w 84931"/>
                  <a:gd name="csY20" fmla="*/ 131965 h 131810"/>
                  <a:gd name="csX21" fmla="*/ 14014 w 84931"/>
                  <a:gd name="csY21" fmla="*/ 123640 h 131810"/>
                  <a:gd name="csX22" fmla="*/ 2504 w 84931"/>
                  <a:gd name="csY22" fmla="*/ 99854 h 131810"/>
                  <a:gd name="csX23" fmla="*/ 67394 w 84931"/>
                  <a:gd name="csY23" fmla="*/ 42967 h 131810"/>
                  <a:gd name="csX24" fmla="*/ 60051 w 84931"/>
                  <a:gd name="csY24" fmla="*/ 21362 h 131810"/>
                  <a:gd name="csX25" fmla="*/ 42589 w 84931"/>
                  <a:gd name="csY25" fmla="*/ 13236 h 131810"/>
                  <a:gd name="csX26" fmla="*/ 24134 w 84931"/>
                  <a:gd name="csY26" fmla="*/ 21957 h 131810"/>
                  <a:gd name="csX27" fmla="*/ 16395 w 84931"/>
                  <a:gd name="csY27" fmla="*/ 44355 h 131810"/>
                  <a:gd name="csX28" fmla="*/ 23737 w 84931"/>
                  <a:gd name="csY28" fmla="*/ 64374 h 131810"/>
                  <a:gd name="csX29" fmla="*/ 42192 w 84931"/>
                  <a:gd name="csY29" fmla="*/ 72105 h 131810"/>
                  <a:gd name="csX30" fmla="*/ 60250 w 84931"/>
                  <a:gd name="csY30" fmla="*/ 64374 h 131810"/>
                  <a:gd name="csX31" fmla="*/ 67394 w 84931"/>
                  <a:gd name="csY31" fmla="*/ 42967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84931" h="131810">
                    <a:moveTo>
                      <a:pt x="2504" y="99854"/>
                    </a:moveTo>
                    <a:lnTo>
                      <a:pt x="17784" y="98467"/>
                    </a:lnTo>
                    <a:cubicBezTo>
                      <a:pt x="18975" y="105602"/>
                      <a:pt x="21406" y="110855"/>
                      <a:pt x="25126" y="114126"/>
                    </a:cubicBezTo>
                    <a:cubicBezTo>
                      <a:pt x="28797" y="117297"/>
                      <a:pt x="33510" y="118883"/>
                      <a:pt x="39215" y="118883"/>
                    </a:cubicBezTo>
                    <a:cubicBezTo>
                      <a:pt x="43978" y="118883"/>
                      <a:pt x="48195" y="117842"/>
                      <a:pt x="51915" y="115711"/>
                    </a:cubicBezTo>
                    <a:cubicBezTo>
                      <a:pt x="55587" y="113481"/>
                      <a:pt x="58662" y="110508"/>
                      <a:pt x="61044" y="106792"/>
                    </a:cubicBezTo>
                    <a:cubicBezTo>
                      <a:pt x="63425" y="102976"/>
                      <a:pt x="65409" y="97872"/>
                      <a:pt x="66997" y="91529"/>
                    </a:cubicBezTo>
                    <a:cubicBezTo>
                      <a:pt x="68584" y="85187"/>
                      <a:pt x="69378" y="78745"/>
                      <a:pt x="69378" y="72105"/>
                    </a:cubicBezTo>
                    <a:cubicBezTo>
                      <a:pt x="69378" y="71460"/>
                      <a:pt x="69279" y="70420"/>
                      <a:pt x="69179" y="68933"/>
                    </a:cubicBezTo>
                    <a:cubicBezTo>
                      <a:pt x="66004" y="74087"/>
                      <a:pt x="61639" y="78249"/>
                      <a:pt x="56083" y="81421"/>
                    </a:cubicBezTo>
                    <a:cubicBezTo>
                      <a:pt x="50626" y="84493"/>
                      <a:pt x="44772" y="85979"/>
                      <a:pt x="38422" y="85979"/>
                    </a:cubicBezTo>
                    <a:cubicBezTo>
                      <a:pt x="27706" y="85979"/>
                      <a:pt x="18628" y="82164"/>
                      <a:pt x="11236" y="74483"/>
                    </a:cubicBezTo>
                    <a:cubicBezTo>
                      <a:pt x="3794" y="66703"/>
                      <a:pt x="123" y="56446"/>
                      <a:pt x="123" y="43760"/>
                    </a:cubicBezTo>
                    <a:cubicBezTo>
                      <a:pt x="123" y="30678"/>
                      <a:pt x="3943" y="20173"/>
                      <a:pt x="11633" y="12245"/>
                    </a:cubicBezTo>
                    <a:cubicBezTo>
                      <a:pt x="19421" y="4217"/>
                      <a:pt x="29145" y="154"/>
                      <a:pt x="40803" y="154"/>
                    </a:cubicBezTo>
                    <a:cubicBezTo>
                      <a:pt x="49137" y="154"/>
                      <a:pt x="56728" y="2433"/>
                      <a:pt x="63623" y="6893"/>
                    </a:cubicBezTo>
                    <a:cubicBezTo>
                      <a:pt x="70618" y="11402"/>
                      <a:pt x="75926" y="17894"/>
                      <a:pt x="79498" y="26318"/>
                    </a:cubicBezTo>
                    <a:cubicBezTo>
                      <a:pt x="83169" y="34643"/>
                      <a:pt x="85054" y="46733"/>
                      <a:pt x="85054" y="62590"/>
                    </a:cubicBezTo>
                    <a:cubicBezTo>
                      <a:pt x="85054" y="79141"/>
                      <a:pt x="83269" y="92273"/>
                      <a:pt x="79697" y="102035"/>
                    </a:cubicBezTo>
                    <a:cubicBezTo>
                      <a:pt x="76125" y="111846"/>
                      <a:pt x="70767" y="119279"/>
                      <a:pt x="63623" y="124433"/>
                    </a:cubicBezTo>
                    <a:cubicBezTo>
                      <a:pt x="56579" y="129487"/>
                      <a:pt x="48344" y="131965"/>
                      <a:pt x="38819" y="131965"/>
                    </a:cubicBezTo>
                    <a:cubicBezTo>
                      <a:pt x="28599" y="131965"/>
                      <a:pt x="20364" y="129190"/>
                      <a:pt x="14014" y="123640"/>
                    </a:cubicBezTo>
                    <a:cubicBezTo>
                      <a:pt x="7664" y="117991"/>
                      <a:pt x="3794" y="110062"/>
                      <a:pt x="2504" y="99854"/>
                    </a:cubicBezTo>
                    <a:close/>
                    <a:moveTo>
                      <a:pt x="67394" y="42967"/>
                    </a:moveTo>
                    <a:cubicBezTo>
                      <a:pt x="67394" y="33850"/>
                      <a:pt x="64913" y="26664"/>
                      <a:pt x="60051" y="21362"/>
                    </a:cubicBezTo>
                    <a:cubicBezTo>
                      <a:pt x="55289" y="15961"/>
                      <a:pt x="49435" y="13236"/>
                      <a:pt x="42589" y="13236"/>
                    </a:cubicBezTo>
                    <a:cubicBezTo>
                      <a:pt x="35544" y="13236"/>
                      <a:pt x="29393" y="16159"/>
                      <a:pt x="24134" y="21957"/>
                    </a:cubicBezTo>
                    <a:cubicBezTo>
                      <a:pt x="18975" y="27656"/>
                      <a:pt x="16395" y="35138"/>
                      <a:pt x="16395" y="44355"/>
                    </a:cubicBezTo>
                    <a:cubicBezTo>
                      <a:pt x="16395" y="52581"/>
                      <a:pt x="18826" y="59221"/>
                      <a:pt x="23737" y="64374"/>
                    </a:cubicBezTo>
                    <a:cubicBezTo>
                      <a:pt x="28748" y="69528"/>
                      <a:pt x="34899" y="72105"/>
                      <a:pt x="42192" y="72105"/>
                    </a:cubicBezTo>
                    <a:cubicBezTo>
                      <a:pt x="49584" y="72105"/>
                      <a:pt x="55587" y="69528"/>
                      <a:pt x="60250" y="64374"/>
                    </a:cubicBezTo>
                    <a:cubicBezTo>
                      <a:pt x="65012" y="59221"/>
                      <a:pt x="67394" y="52085"/>
                      <a:pt x="67394" y="4296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1" name="Freihandform: Form 800">
              <a:extLst>
                <a:ext uri="{FF2B5EF4-FFF2-40B4-BE49-F238E27FC236}">
                  <a16:creationId xmlns:a16="http://schemas.microsoft.com/office/drawing/2014/main" id="{FFA50185-B115-F03D-B1E1-C55882409CEB}"/>
                </a:ext>
              </a:extLst>
            </p:cNvPr>
            <p:cNvSpPr/>
            <p:nvPr/>
          </p:nvSpPr>
          <p:spPr>
            <a:xfrm>
              <a:off x="8291454" y="6997357"/>
              <a:ext cx="84335" cy="131810"/>
            </a:xfrm>
            <a:custGeom>
              <a:avLst/>
              <a:gdLst>
                <a:gd name="csX0" fmla="*/ 153 w 84335"/>
                <a:gd name="csY0" fmla="*/ 66158 h 131810"/>
                <a:gd name="csX1" fmla="*/ 4717 w 84335"/>
                <a:gd name="csY1" fmla="*/ 29291 h 131810"/>
                <a:gd name="csX2" fmla="*/ 18806 w 84335"/>
                <a:gd name="csY2" fmla="*/ 7686 h 131810"/>
                <a:gd name="csX3" fmla="*/ 42221 w 84335"/>
                <a:gd name="csY3" fmla="*/ 154 h 131810"/>
                <a:gd name="csX4" fmla="*/ 60478 w 84335"/>
                <a:gd name="csY4" fmla="*/ 4316 h 131810"/>
                <a:gd name="csX5" fmla="*/ 73376 w 84335"/>
                <a:gd name="csY5" fmla="*/ 16407 h 131810"/>
                <a:gd name="csX6" fmla="*/ 81512 w 84335"/>
                <a:gd name="csY6" fmla="*/ 35634 h 131810"/>
                <a:gd name="csX7" fmla="*/ 84488 w 84335"/>
                <a:gd name="csY7" fmla="*/ 66158 h 131810"/>
                <a:gd name="csX8" fmla="*/ 79726 w 84335"/>
                <a:gd name="csY8" fmla="*/ 102827 h 131810"/>
                <a:gd name="csX9" fmla="*/ 65637 w 84335"/>
                <a:gd name="csY9" fmla="*/ 124433 h 131810"/>
                <a:gd name="csX10" fmla="*/ 42221 w 84335"/>
                <a:gd name="csY10" fmla="*/ 131965 h 131810"/>
                <a:gd name="csX11" fmla="*/ 12853 w 84335"/>
                <a:gd name="csY11" fmla="*/ 118684 h 131810"/>
                <a:gd name="csX12" fmla="*/ 153 w 84335"/>
                <a:gd name="csY12" fmla="*/ 66158 h 131810"/>
                <a:gd name="csX13" fmla="*/ 16424 w 84335"/>
                <a:gd name="csY13" fmla="*/ 66158 h 131810"/>
                <a:gd name="csX14" fmla="*/ 23767 w 84335"/>
                <a:gd name="csY14" fmla="*/ 108377 h 131810"/>
                <a:gd name="csX15" fmla="*/ 42221 w 84335"/>
                <a:gd name="csY15" fmla="*/ 118883 h 131810"/>
                <a:gd name="csX16" fmla="*/ 60478 w 84335"/>
                <a:gd name="csY16" fmla="*/ 108377 h 131810"/>
                <a:gd name="csX17" fmla="*/ 68018 w 84335"/>
                <a:gd name="csY17" fmla="*/ 66158 h 131810"/>
                <a:gd name="csX18" fmla="*/ 60478 w 84335"/>
                <a:gd name="csY18" fmla="*/ 23741 h 131810"/>
                <a:gd name="csX19" fmla="*/ 42023 w 84335"/>
                <a:gd name="csY19" fmla="*/ 13236 h 131810"/>
                <a:gd name="csX20" fmla="*/ 24560 w 84335"/>
                <a:gd name="csY20" fmla="*/ 22552 h 131810"/>
                <a:gd name="csX21" fmla="*/ 16424 w 84335"/>
                <a:gd name="csY21" fmla="*/ 66158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153" y="66158"/>
                  </a:moveTo>
                  <a:cubicBezTo>
                    <a:pt x="153" y="50846"/>
                    <a:pt x="1641" y="38557"/>
                    <a:pt x="4717" y="29291"/>
                  </a:cubicBezTo>
                  <a:cubicBezTo>
                    <a:pt x="7892" y="19925"/>
                    <a:pt x="12555" y="12740"/>
                    <a:pt x="18806" y="7686"/>
                  </a:cubicBezTo>
                  <a:cubicBezTo>
                    <a:pt x="25007" y="2681"/>
                    <a:pt x="32796" y="154"/>
                    <a:pt x="42221" y="154"/>
                  </a:cubicBezTo>
                  <a:cubicBezTo>
                    <a:pt x="49216" y="154"/>
                    <a:pt x="55318" y="1541"/>
                    <a:pt x="60478" y="4316"/>
                  </a:cubicBezTo>
                  <a:cubicBezTo>
                    <a:pt x="65736" y="7091"/>
                    <a:pt x="70052" y="11154"/>
                    <a:pt x="73376" y="16407"/>
                  </a:cubicBezTo>
                  <a:cubicBezTo>
                    <a:pt x="76799" y="21709"/>
                    <a:pt x="79528" y="28102"/>
                    <a:pt x="81512" y="35634"/>
                  </a:cubicBezTo>
                  <a:cubicBezTo>
                    <a:pt x="83496" y="43166"/>
                    <a:pt x="84488" y="53374"/>
                    <a:pt x="84488" y="66158"/>
                  </a:cubicBezTo>
                  <a:cubicBezTo>
                    <a:pt x="84488" y="81222"/>
                    <a:pt x="82901" y="93462"/>
                    <a:pt x="79726" y="102827"/>
                  </a:cubicBezTo>
                  <a:cubicBezTo>
                    <a:pt x="76551" y="112094"/>
                    <a:pt x="71838" y="119279"/>
                    <a:pt x="65637" y="124433"/>
                  </a:cubicBezTo>
                  <a:cubicBezTo>
                    <a:pt x="59535" y="129487"/>
                    <a:pt x="51746" y="131965"/>
                    <a:pt x="42221" y="131965"/>
                  </a:cubicBezTo>
                  <a:cubicBezTo>
                    <a:pt x="29769" y="131965"/>
                    <a:pt x="19996" y="127554"/>
                    <a:pt x="12853" y="118684"/>
                  </a:cubicBezTo>
                  <a:cubicBezTo>
                    <a:pt x="4369" y="107882"/>
                    <a:pt x="153" y="90340"/>
                    <a:pt x="153" y="66158"/>
                  </a:cubicBezTo>
                  <a:close/>
                  <a:moveTo>
                    <a:pt x="16424" y="66158"/>
                  </a:moveTo>
                  <a:cubicBezTo>
                    <a:pt x="16424" y="87317"/>
                    <a:pt x="18855" y="101390"/>
                    <a:pt x="23767" y="108377"/>
                  </a:cubicBezTo>
                  <a:cubicBezTo>
                    <a:pt x="28777" y="115414"/>
                    <a:pt x="34929" y="118883"/>
                    <a:pt x="42221" y="118883"/>
                  </a:cubicBezTo>
                  <a:cubicBezTo>
                    <a:pt x="49464" y="118883"/>
                    <a:pt x="55566" y="115414"/>
                    <a:pt x="60478" y="108377"/>
                  </a:cubicBezTo>
                  <a:cubicBezTo>
                    <a:pt x="65488" y="101390"/>
                    <a:pt x="68018" y="87317"/>
                    <a:pt x="68018" y="66158"/>
                  </a:cubicBezTo>
                  <a:cubicBezTo>
                    <a:pt x="68018" y="44900"/>
                    <a:pt x="65488" y="30777"/>
                    <a:pt x="60478" y="23741"/>
                  </a:cubicBezTo>
                  <a:cubicBezTo>
                    <a:pt x="55566" y="16754"/>
                    <a:pt x="49415" y="13236"/>
                    <a:pt x="42023" y="13236"/>
                  </a:cubicBezTo>
                  <a:cubicBezTo>
                    <a:pt x="34730" y="13236"/>
                    <a:pt x="28926" y="16357"/>
                    <a:pt x="24560" y="22552"/>
                  </a:cubicBezTo>
                  <a:cubicBezTo>
                    <a:pt x="19103" y="30381"/>
                    <a:pt x="16424" y="44900"/>
                    <a:pt x="16424" y="66158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02" name="Grafik 637">
              <a:extLst>
                <a:ext uri="{FF2B5EF4-FFF2-40B4-BE49-F238E27FC236}">
                  <a16:creationId xmlns:a16="http://schemas.microsoft.com/office/drawing/2014/main" id="{5CBF5E81-B806-CFEB-2957-BB0AB5A3FD78}"/>
                </a:ext>
              </a:extLst>
            </p:cNvPr>
            <p:cNvGrpSpPr/>
            <p:nvPr/>
          </p:nvGrpSpPr>
          <p:grpSpPr>
            <a:xfrm>
              <a:off x="8663672" y="6997357"/>
              <a:ext cx="335697" cy="132009"/>
              <a:chOff x="8663672" y="6997357"/>
              <a:chExt cx="335697" cy="132009"/>
            </a:xfrm>
            <a:solidFill>
              <a:srgbClr val="000000"/>
            </a:solidFill>
          </p:grpSpPr>
          <p:sp>
            <p:nvSpPr>
              <p:cNvPr id="803" name="Freihandform: Form 802">
                <a:extLst>
                  <a:ext uri="{FF2B5EF4-FFF2-40B4-BE49-F238E27FC236}">
                    <a16:creationId xmlns:a16="http://schemas.microsoft.com/office/drawing/2014/main" id="{E4B6E503-E804-DDBB-33BE-5903DB207D21}"/>
                  </a:ext>
                </a:extLst>
              </p:cNvPr>
              <p:cNvSpPr/>
              <p:nvPr/>
            </p:nvSpPr>
            <p:spPr>
              <a:xfrm>
                <a:off x="8663672" y="6997357"/>
                <a:ext cx="84335" cy="131810"/>
              </a:xfrm>
              <a:custGeom>
                <a:avLst/>
                <a:gdLst>
                  <a:gd name="csX0" fmla="*/ 182 w 84335"/>
                  <a:gd name="csY0" fmla="*/ 66158 h 131810"/>
                  <a:gd name="csX1" fmla="*/ 4746 w 84335"/>
                  <a:gd name="csY1" fmla="*/ 29291 h 131810"/>
                  <a:gd name="csX2" fmla="*/ 18835 w 84335"/>
                  <a:gd name="csY2" fmla="*/ 7686 h 131810"/>
                  <a:gd name="csX3" fmla="*/ 42251 w 84335"/>
                  <a:gd name="csY3" fmla="*/ 154 h 131810"/>
                  <a:gd name="csX4" fmla="*/ 60507 w 84335"/>
                  <a:gd name="csY4" fmla="*/ 4316 h 131810"/>
                  <a:gd name="csX5" fmla="*/ 73405 w 84335"/>
                  <a:gd name="csY5" fmla="*/ 16407 h 131810"/>
                  <a:gd name="csX6" fmla="*/ 81541 w 84335"/>
                  <a:gd name="csY6" fmla="*/ 35634 h 131810"/>
                  <a:gd name="csX7" fmla="*/ 84518 w 84335"/>
                  <a:gd name="csY7" fmla="*/ 66158 h 131810"/>
                  <a:gd name="csX8" fmla="*/ 79755 w 84335"/>
                  <a:gd name="csY8" fmla="*/ 102827 h 131810"/>
                  <a:gd name="csX9" fmla="*/ 65666 w 84335"/>
                  <a:gd name="csY9" fmla="*/ 124433 h 131810"/>
                  <a:gd name="csX10" fmla="*/ 42251 w 84335"/>
                  <a:gd name="csY10" fmla="*/ 131965 h 131810"/>
                  <a:gd name="csX11" fmla="*/ 12882 w 84335"/>
                  <a:gd name="csY11" fmla="*/ 118684 h 131810"/>
                  <a:gd name="csX12" fmla="*/ 182 w 84335"/>
                  <a:gd name="csY12" fmla="*/ 66158 h 131810"/>
                  <a:gd name="csX13" fmla="*/ 16454 w 84335"/>
                  <a:gd name="csY13" fmla="*/ 66158 h 131810"/>
                  <a:gd name="csX14" fmla="*/ 23796 w 84335"/>
                  <a:gd name="csY14" fmla="*/ 108377 h 131810"/>
                  <a:gd name="csX15" fmla="*/ 42251 w 84335"/>
                  <a:gd name="csY15" fmla="*/ 118883 h 131810"/>
                  <a:gd name="csX16" fmla="*/ 60507 w 84335"/>
                  <a:gd name="csY16" fmla="*/ 108377 h 131810"/>
                  <a:gd name="csX17" fmla="*/ 68047 w 84335"/>
                  <a:gd name="csY17" fmla="*/ 66158 h 131810"/>
                  <a:gd name="csX18" fmla="*/ 60507 w 84335"/>
                  <a:gd name="csY18" fmla="*/ 23741 h 131810"/>
                  <a:gd name="csX19" fmla="*/ 42052 w 84335"/>
                  <a:gd name="csY19" fmla="*/ 13236 h 131810"/>
                  <a:gd name="csX20" fmla="*/ 24590 w 84335"/>
                  <a:gd name="csY20" fmla="*/ 22552 h 131810"/>
                  <a:gd name="csX21" fmla="*/ 16454 w 84335"/>
                  <a:gd name="csY21" fmla="*/ 66158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82" y="66158"/>
                    </a:moveTo>
                    <a:cubicBezTo>
                      <a:pt x="182" y="50846"/>
                      <a:pt x="1670" y="38557"/>
                      <a:pt x="4746" y="29291"/>
                    </a:cubicBezTo>
                    <a:cubicBezTo>
                      <a:pt x="7921" y="19925"/>
                      <a:pt x="12584" y="12740"/>
                      <a:pt x="18835" y="7686"/>
                    </a:cubicBezTo>
                    <a:cubicBezTo>
                      <a:pt x="25036" y="2681"/>
                      <a:pt x="32825" y="154"/>
                      <a:pt x="42251" y="154"/>
                    </a:cubicBezTo>
                    <a:cubicBezTo>
                      <a:pt x="49246" y="154"/>
                      <a:pt x="55347" y="1541"/>
                      <a:pt x="60507" y="4316"/>
                    </a:cubicBezTo>
                    <a:cubicBezTo>
                      <a:pt x="65765" y="7091"/>
                      <a:pt x="70081" y="11154"/>
                      <a:pt x="73405" y="16407"/>
                    </a:cubicBezTo>
                    <a:cubicBezTo>
                      <a:pt x="76828" y="21709"/>
                      <a:pt x="79557" y="28102"/>
                      <a:pt x="81541" y="35634"/>
                    </a:cubicBezTo>
                    <a:cubicBezTo>
                      <a:pt x="83526" y="43166"/>
                      <a:pt x="84518" y="53374"/>
                      <a:pt x="84518" y="66158"/>
                    </a:cubicBezTo>
                    <a:cubicBezTo>
                      <a:pt x="84518" y="81222"/>
                      <a:pt x="82930" y="93462"/>
                      <a:pt x="79755" y="102827"/>
                    </a:cubicBezTo>
                    <a:cubicBezTo>
                      <a:pt x="76580" y="112094"/>
                      <a:pt x="71867" y="119279"/>
                      <a:pt x="65666" y="124433"/>
                    </a:cubicBezTo>
                    <a:cubicBezTo>
                      <a:pt x="59564" y="129487"/>
                      <a:pt x="51776" y="131965"/>
                      <a:pt x="42251" y="131965"/>
                    </a:cubicBezTo>
                    <a:cubicBezTo>
                      <a:pt x="29799" y="131965"/>
                      <a:pt x="20026" y="127554"/>
                      <a:pt x="12882" y="118684"/>
                    </a:cubicBezTo>
                    <a:cubicBezTo>
                      <a:pt x="4399" y="107882"/>
                      <a:pt x="182" y="90340"/>
                      <a:pt x="182" y="66158"/>
                    </a:cubicBezTo>
                    <a:close/>
                    <a:moveTo>
                      <a:pt x="16454" y="66158"/>
                    </a:moveTo>
                    <a:cubicBezTo>
                      <a:pt x="16454" y="87317"/>
                      <a:pt x="18885" y="101390"/>
                      <a:pt x="23796" y="108377"/>
                    </a:cubicBezTo>
                    <a:cubicBezTo>
                      <a:pt x="28806" y="115414"/>
                      <a:pt x="34958" y="118883"/>
                      <a:pt x="42251" y="118883"/>
                    </a:cubicBezTo>
                    <a:cubicBezTo>
                      <a:pt x="49494" y="118883"/>
                      <a:pt x="55596" y="115414"/>
                      <a:pt x="60507" y="108377"/>
                    </a:cubicBezTo>
                    <a:cubicBezTo>
                      <a:pt x="65517" y="101390"/>
                      <a:pt x="68047" y="87317"/>
                      <a:pt x="68047" y="66158"/>
                    </a:cubicBezTo>
                    <a:cubicBezTo>
                      <a:pt x="68047" y="44900"/>
                      <a:pt x="65517" y="30777"/>
                      <a:pt x="60507" y="23741"/>
                    </a:cubicBezTo>
                    <a:cubicBezTo>
                      <a:pt x="55596" y="16754"/>
                      <a:pt x="49444" y="13236"/>
                      <a:pt x="42052" y="13236"/>
                    </a:cubicBezTo>
                    <a:cubicBezTo>
                      <a:pt x="34760" y="13236"/>
                      <a:pt x="28955" y="16357"/>
                      <a:pt x="24590" y="22552"/>
                    </a:cubicBezTo>
                    <a:cubicBezTo>
                      <a:pt x="19133" y="30381"/>
                      <a:pt x="16454" y="44900"/>
                      <a:pt x="16454" y="661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ihandform: Form 803">
                <a:extLst>
                  <a:ext uri="{FF2B5EF4-FFF2-40B4-BE49-F238E27FC236}">
                    <a16:creationId xmlns:a16="http://schemas.microsoft.com/office/drawing/2014/main" id="{FC61E1AC-43FA-4661-3A91-7F28D2A97A80}"/>
                  </a:ext>
                </a:extLst>
              </p:cNvPr>
              <p:cNvSpPr/>
              <p:nvPr/>
            </p:nvSpPr>
            <p:spPr>
              <a:xfrm>
                <a:off x="8773085" y="7108950"/>
                <a:ext cx="18057" cy="18037"/>
              </a:xfrm>
              <a:custGeom>
                <a:avLst/>
                <a:gdLst>
                  <a:gd name="csX0" fmla="*/ 190 w 18057"/>
                  <a:gd name="csY0" fmla="*/ 18191 h 18037"/>
                  <a:gd name="csX1" fmla="*/ 190 w 18057"/>
                  <a:gd name="csY1" fmla="*/ 154 h 18037"/>
                  <a:gd name="csX2" fmla="*/ 18248 w 18057"/>
                  <a:gd name="csY2" fmla="*/ 154 h 18037"/>
                  <a:gd name="csX3" fmla="*/ 18248 w 18057"/>
                  <a:gd name="csY3" fmla="*/ 18191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90" y="18191"/>
                    </a:moveTo>
                    <a:lnTo>
                      <a:pt x="190" y="154"/>
                    </a:lnTo>
                    <a:lnTo>
                      <a:pt x="18248" y="154"/>
                    </a:lnTo>
                    <a:lnTo>
                      <a:pt x="18248" y="18191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ihandform: Form 804">
                <a:extLst>
                  <a:ext uri="{FF2B5EF4-FFF2-40B4-BE49-F238E27FC236}">
                    <a16:creationId xmlns:a16="http://schemas.microsoft.com/office/drawing/2014/main" id="{E639F004-3CF3-96AB-C775-8D1A5A054601}"/>
                  </a:ext>
                </a:extLst>
              </p:cNvPr>
              <p:cNvSpPr/>
              <p:nvPr/>
            </p:nvSpPr>
            <p:spPr>
              <a:xfrm>
                <a:off x="8814352" y="6997357"/>
                <a:ext cx="84732" cy="132009"/>
              </a:xfrm>
              <a:custGeom>
                <a:avLst/>
                <a:gdLst>
                  <a:gd name="csX0" fmla="*/ 194 w 84732"/>
                  <a:gd name="csY0" fmla="*/ 95692 h 132009"/>
                  <a:gd name="csX1" fmla="*/ 16069 w 84732"/>
                  <a:gd name="csY1" fmla="*/ 93511 h 132009"/>
                  <a:gd name="csX2" fmla="*/ 25395 w 84732"/>
                  <a:gd name="csY2" fmla="*/ 112936 h 132009"/>
                  <a:gd name="csX3" fmla="*/ 41469 w 84732"/>
                  <a:gd name="csY3" fmla="*/ 118883 h 132009"/>
                  <a:gd name="csX4" fmla="*/ 60320 w 84732"/>
                  <a:gd name="csY4" fmla="*/ 111152 h 132009"/>
                  <a:gd name="csX5" fmla="*/ 68059 w 84732"/>
                  <a:gd name="csY5" fmla="*/ 91926 h 132009"/>
                  <a:gd name="csX6" fmla="*/ 60916 w 84732"/>
                  <a:gd name="csY6" fmla="*/ 74087 h 132009"/>
                  <a:gd name="csX7" fmla="*/ 42659 w 84732"/>
                  <a:gd name="csY7" fmla="*/ 66951 h 132009"/>
                  <a:gd name="csX8" fmla="*/ 31547 w 84732"/>
                  <a:gd name="csY8" fmla="*/ 68735 h 132009"/>
                  <a:gd name="csX9" fmla="*/ 33333 w 84732"/>
                  <a:gd name="csY9" fmla="*/ 54662 h 132009"/>
                  <a:gd name="csX10" fmla="*/ 35912 w 84732"/>
                  <a:gd name="csY10" fmla="*/ 54860 h 132009"/>
                  <a:gd name="csX11" fmla="*/ 54169 w 84732"/>
                  <a:gd name="csY11" fmla="*/ 49707 h 132009"/>
                  <a:gd name="csX12" fmla="*/ 62305 w 84732"/>
                  <a:gd name="csY12" fmla="*/ 33255 h 132009"/>
                  <a:gd name="csX13" fmla="*/ 56352 w 84732"/>
                  <a:gd name="csY13" fmla="*/ 18984 h 132009"/>
                  <a:gd name="csX14" fmla="*/ 41072 w 84732"/>
                  <a:gd name="csY14" fmla="*/ 13236 h 132009"/>
                  <a:gd name="csX15" fmla="*/ 25594 w 84732"/>
                  <a:gd name="csY15" fmla="*/ 18984 h 132009"/>
                  <a:gd name="csX16" fmla="*/ 17656 w 84732"/>
                  <a:gd name="csY16" fmla="*/ 36426 h 132009"/>
                  <a:gd name="csX17" fmla="*/ 1781 w 84732"/>
                  <a:gd name="csY17" fmla="*/ 33651 h 132009"/>
                  <a:gd name="csX18" fmla="*/ 15077 w 84732"/>
                  <a:gd name="csY18" fmla="*/ 8875 h 132009"/>
                  <a:gd name="csX19" fmla="*/ 40675 w 84732"/>
                  <a:gd name="csY19" fmla="*/ 154 h 132009"/>
                  <a:gd name="csX20" fmla="*/ 60122 w 84732"/>
                  <a:gd name="csY20" fmla="*/ 4713 h 132009"/>
                  <a:gd name="csX21" fmla="*/ 73814 w 84732"/>
                  <a:gd name="csY21" fmla="*/ 17200 h 132009"/>
                  <a:gd name="csX22" fmla="*/ 78577 w 84732"/>
                  <a:gd name="csY22" fmla="*/ 33651 h 132009"/>
                  <a:gd name="csX23" fmla="*/ 74012 w 84732"/>
                  <a:gd name="csY23" fmla="*/ 48914 h 132009"/>
                  <a:gd name="csX24" fmla="*/ 60717 w 84732"/>
                  <a:gd name="csY24" fmla="*/ 59815 h 132009"/>
                  <a:gd name="csX25" fmla="*/ 78577 w 84732"/>
                  <a:gd name="csY25" fmla="*/ 70915 h 132009"/>
                  <a:gd name="csX26" fmla="*/ 84927 w 84732"/>
                  <a:gd name="csY26" fmla="*/ 91728 h 132009"/>
                  <a:gd name="csX27" fmla="*/ 72425 w 84732"/>
                  <a:gd name="csY27" fmla="*/ 120468 h 132009"/>
                  <a:gd name="csX28" fmla="*/ 41270 w 84732"/>
                  <a:gd name="csY28" fmla="*/ 132163 h 132009"/>
                  <a:gd name="csX29" fmla="*/ 13092 w 84732"/>
                  <a:gd name="csY29" fmla="*/ 122054 h 132009"/>
                  <a:gd name="csX30" fmla="*/ 194 w 84732"/>
                  <a:gd name="csY30" fmla="*/ 95692 h 132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84732" h="132009">
                    <a:moveTo>
                      <a:pt x="194" y="95692"/>
                    </a:moveTo>
                    <a:lnTo>
                      <a:pt x="16069" y="93511"/>
                    </a:lnTo>
                    <a:cubicBezTo>
                      <a:pt x="17904" y="102530"/>
                      <a:pt x="21030" y="108972"/>
                      <a:pt x="25395" y="112936"/>
                    </a:cubicBezTo>
                    <a:cubicBezTo>
                      <a:pt x="29761" y="116901"/>
                      <a:pt x="35119" y="118883"/>
                      <a:pt x="41469" y="118883"/>
                    </a:cubicBezTo>
                    <a:cubicBezTo>
                      <a:pt x="48861" y="118883"/>
                      <a:pt x="55161" y="116306"/>
                      <a:pt x="60320" y="111152"/>
                    </a:cubicBezTo>
                    <a:cubicBezTo>
                      <a:pt x="65480" y="105999"/>
                      <a:pt x="68059" y="99607"/>
                      <a:pt x="68059" y="91926"/>
                    </a:cubicBezTo>
                    <a:cubicBezTo>
                      <a:pt x="68059" y="84691"/>
                      <a:pt x="65678" y="78745"/>
                      <a:pt x="60916" y="74087"/>
                    </a:cubicBezTo>
                    <a:cubicBezTo>
                      <a:pt x="56153" y="69330"/>
                      <a:pt x="50051" y="66951"/>
                      <a:pt x="42659" y="66951"/>
                    </a:cubicBezTo>
                    <a:cubicBezTo>
                      <a:pt x="39732" y="66951"/>
                      <a:pt x="36012" y="67546"/>
                      <a:pt x="31547" y="68735"/>
                    </a:cubicBezTo>
                    <a:lnTo>
                      <a:pt x="33333" y="54662"/>
                    </a:lnTo>
                    <a:cubicBezTo>
                      <a:pt x="34375" y="54811"/>
                      <a:pt x="35218" y="54860"/>
                      <a:pt x="35912" y="54860"/>
                    </a:cubicBezTo>
                    <a:cubicBezTo>
                      <a:pt x="42659" y="54860"/>
                      <a:pt x="48712" y="53175"/>
                      <a:pt x="54169" y="49707"/>
                    </a:cubicBezTo>
                    <a:cubicBezTo>
                      <a:pt x="59576" y="46139"/>
                      <a:pt x="62305" y="40688"/>
                      <a:pt x="62305" y="33255"/>
                    </a:cubicBezTo>
                    <a:cubicBezTo>
                      <a:pt x="62305" y="27457"/>
                      <a:pt x="60320" y="22700"/>
                      <a:pt x="56352" y="18984"/>
                    </a:cubicBezTo>
                    <a:cubicBezTo>
                      <a:pt x="52383" y="15168"/>
                      <a:pt x="47273" y="13236"/>
                      <a:pt x="41072" y="13236"/>
                    </a:cubicBezTo>
                    <a:cubicBezTo>
                      <a:pt x="34821" y="13236"/>
                      <a:pt x="29662" y="15168"/>
                      <a:pt x="25594" y="18984"/>
                    </a:cubicBezTo>
                    <a:cubicBezTo>
                      <a:pt x="21476" y="22849"/>
                      <a:pt x="18847" y="28647"/>
                      <a:pt x="17656" y="36426"/>
                    </a:cubicBezTo>
                    <a:lnTo>
                      <a:pt x="1781" y="33651"/>
                    </a:lnTo>
                    <a:cubicBezTo>
                      <a:pt x="3766" y="22948"/>
                      <a:pt x="8181" y="14722"/>
                      <a:pt x="15077" y="8875"/>
                    </a:cubicBezTo>
                    <a:cubicBezTo>
                      <a:pt x="21923" y="3077"/>
                      <a:pt x="30455" y="154"/>
                      <a:pt x="40675" y="154"/>
                    </a:cubicBezTo>
                    <a:cubicBezTo>
                      <a:pt x="47670" y="154"/>
                      <a:pt x="54169" y="1690"/>
                      <a:pt x="60122" y="4713"/>
                    </a:cubicBezTo>
                    <a:cubicBezTo>
                      <a:pt x="66075" y="7785"/>
                      <a:pt x="70639" y="11947"/>
                      <a:pt x="73814" y="17200"/>
                    </a:cubicBezTo>
                    <a:cubicBezTo>
                      <a:pt x="76989" y="22353"/>
                      <a:pt x="78577" y="27854"/>
                      <a:pt x="78577" y="33651"/>
                    </a:cubicBezTo>
                    <a:cubicBezTo>
                      <a:pt x="78577" y="39201"/>
                      <a:pt x="77039" y="44305"/>
                      <a:pt x="74012" y="48914"/>
                    </a:cubicBezTo>
                    <a:cubicBezTo>
                      <a:pt x="70937" y="53572"/>
                      <a:pt x="66521" y="57189"/>
                      <a:pt x="60717" y="59815"/>
                    </a:cubicBezTo>
                    <a:cubicBezTo>
                      <a:pt x="68357" y="61698"/>
                      <a:pt x="74310" y="65365"/>
                      <a:pt x="78577" y="70915"/>
                    </a:cubicBezTo>
                    <a:cubicBezTo>
                      <a:pt x="82793" y="76465"/>
                      <a:pt x="84927" y="83403"/>
                      <a:pt x="84927" y="91728"/>
                    </a:cubicBezTo>
                    <a:cubicBezTo>
                      <a:pt x="84927" y="102976"/>
                      <a:pt x="80759" y="112540"/>
                      <a:pt x="72425" y="120468"/>
                    </a:cubicBezTo>
                    <a:cubicBezTo>
                      <a:pt x="64190" y="128298"/>
                      <a:pt x="53821" y="132163"/>
                      <a:pt x="41270" y="132163"/>
                    </a:cubicBezTo>
                    <a:cubicBezTo>
                      <a:pt x="30009" y="132163"/>
                      <a:pt x="20633" y="128793"/>
                      <a:pt x="13092" y="122054"/>
                    </a:cubicBezTo>
                    <a:cubicBezTo>
                      <a:pt x="5552" y="115216"/>
                      <a:pt x="1236" y="106395"/>
                      <a:pt x="194" y="956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ihandform: Form 805">
                <a:extLst>
                  <a:ext uri="{FF2B5EF4-FFF2-40B4-BE49-F238E27FC236}">
                    <a16:creationId xmlns:a16="http://schemas.microsoft.com/office/drawing/2014/main" id="{AE55EC07-F9D1-E5B1-6BEE-304D97DEBC67}"/>
                  </a:ext>
                </a:extLst>
              </p:cNvPr>
              <p:cNvSpPr/>
              <p:nvPr/>
            </p:nvSpPr>
            <p:spPr>
              <a:xfrm>
                <a:off x="8914041" y="6997357"/>
                <a:ext cx="85328" cy="131810"/>
              </a:xfrm>
              <a:custGeom>
                <a:avLst/>
                <a:gdLst>
                  <a:gd name="csX0" fmla="*/ 83347 w 85328"/>
                  <a:gd name="csY0" fmla="*/ 32264 h 131810"/>
                  <a:gd name="csX1" fmla="*/ 67472 w 85328"/>
                  <a:gd name="csY1" fmla="*/ 33453 h 131810"/>
                  <a:gd name="csX2" fmla="*/ 61519 w 85328"/>
                  <a:gd name="csY2" fmla="*/ 19975 h 131810"/>
                  <a:gd name="csX3" fmla="*/ 45644 w 85328"/>
                  <a:gd name="csY3" fmla="*/ 13236 h 131810"/>
                  <a:gd name="csX4" fmla="*/ 32349 w 85328"/>
                  <a:gd name="csY4" fmla="*/ 17398 h 131810"/>
                  <a:gd name="csX5" fmla="*/ 20442 w 85328"/>
                  <a:gd name="csY5" fmla="*/ 33453 h 131810"/>
                  <a:gd name="csX6" fmla="*/ 16077 w 85328"/>
                  <a:gd name="csY6" fmla="*/ 63185 h 131810"/>
                  <a:gd name="csX7" fmla="*/ 29967 w 85328"/>
                  <a:gd name="csY7" fmla="*/ 50301 h 131810"/>
                  <a:gd name="csX8" fmla="*/ 47430 w 85328"/>
                  <a:gd name="csY8" fmla="*/ 45941 h 131810"/>
                  <a:gd name="csX9" fmla="*/ 74417 w 85328"/>
                  <a:gd name="csY9" fmla="*/ 57635 h 131810"/>
                  <a:gd name="csX10" fmla="*/ 85530 w 85328"/>
                  <a:gd name="csY10" fmla="*/ 87763 h 131810"/>
                  <a:gd name="csX11" fmla="*/ 80172 w 85328"/>
                  <a:gd name="csY11" fmla="*/ 110558 h 131810"/>
                  <a:gd name="csX12" fmla="*/ 65884 w 85328"/>
                  <a:gd name="csY12" fmla="*/ 126415 h 131810"/>
                  <a:gd name="csX13" fmla="*/ 45049 w 85328"/>
                  <a:gd name="csY13" fmla="*/ 131965 h 131810"/>
                  <a:gd name="csX14" fmla="*/ 12703 w 85328"/>
                  <a:gd name="csY14" fmla="*/ 117495 h 131810"/>
                  <a:gd name="csX15" fmla="*/ 202 w 85328"/>
                  <a:gd name="csY15" fmla="*/ 69330 h 131810"/>
                  <a:gd name="csX16" fmla="*/ 14092 w 85328"/>
                  <a:gd name="csY16" fmla="*/ 15020 h 131810"/>
                  <a:gd name="csX17" fmla="*/ 46636 w 85328"/>
                  <a:gd name="csY17" fmla="*/ 154 h 131810"/>
                  <a:gd name="csX18" fmla="*/ 71639 w 85328"/>
                  <a:gd name="csY18" fmla="*/ 8677 h 131810"/>
                  <a:gd name="csX19" fmla="*/ 83347 w 85328"/>
                  <a:gd name="csY19" fmla="*/ 32264 h 131810"/>
                  <a:gd name="csX20" fmla="*/ 18458 w 85328"/>
                  <a:gd name="csY20" fmla="*/ 87962 h 131810"/>
                  <a:gd name="csX21" fmla="*/ 21831 w 85328"/>
                  <a:gd name="csY21" fmla="*/ 103620 h 131810"/>
                  <a:gd name="csX22" fmla="*/ 31555 w 85328"/>
                  <a:gd name="csY22" fmla="*/ 115117 h 131810"/>
                  <a:gd name="csX23" fmla="*/ 44850 w 85328"/>
                  <a:gd name="csY23" fmla="*/ 118883 h 131810"/>
                  <a:gd name="csX24" fmla="*/ 62114 w 85328"/>
                  <a:gd name="csY24" fmla="*/ 110954 h 131810"/>
                  <a:gd name="csX25" fmla="*/ 69456 w 85328"/>
                  <a:gd name="csY25" fmla="*/ 88754 h 131810"/>
                  <a:gd name="csX26" fmla="*/ 62313 w 85328"/>
                  <a:gd name="csY26" fmla="*/ 67744 h 131810"/>
                  <a:gd name="csX27" fmla="*/ 44255 w 85328"/>
                  <a:gd name="csY27" fmla="*/ 60014 h 131810"/>
                  <a:gd name="csX28" fmla="*/ 25999 w 85328"/>
                  <a:gd name="csY28" fmla="*/ 67744 h 131810"/>
                  <a:gd name="csX29" fmla="*/ 18458 w 85328"/>
                  <a:gd name="csY29" fmla="*/ 87962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347" y="32264"/>
                    </a:moveTo>
                    <a:lnTo>
                      <a:pt x="67472" y="33453"/>
                    </a:lnTo>
                    <a:cubicBezTo>
                      <a:pt x="66132" y="27259"/>
                      <a:pt x="64148" y="22750"/>
                      <a:pt x="61519" y="19975"/>
                    </a:cubicBezTo>
                    <a:cubicBezTo>
                      <a:pt x="57252" y="15515"/>
                      <a:pt x="51994" y="13236"/>
                      <a:pt x="45644" y="13236"/>
                    </a:cubicBezTo>
                    <a:cubicBezTo>
                      <a:pt x="40584" y="13236"/>
                      <a:pt x="36168" y="14623"/>
                      <a:pt x="32349" y="17398"/>
                    </a:cubicBezTo>
                    <a:cubicBezTo>
                      <a:pt x="27288" y="21115"/>
                      <a:pt x="23320" y="26466"/>
                      <a:pt x="20442" y="33453"/>
                    </a:cubicBezTo>
                    <a:cubicBezTo>
                      <a:pt x="17664" y="40341"/>
                      <a:pt x="16176" y="50252"/>
                      <a:pt x="16077" y="63185"/>
                    </a:cubicBezTo>
                    <a:cubicBezTo>
                      <a:pt x="19897" y="57387"/>
                      <a:pt x="24510" y="53076"/>
                      <a:pt x="29967" y="50301"/>
                    </a:cubicBezTo>
                    <a:cubicBezTo>
                      <a:pt x="35524" y="47427"/>
                      <a:pt x="41328" y="45941"/>
                      <a:pt x="47430" y="45941"/>
                    </a:cubicBezTo>
                    <a:cubicBezTo>
                      <a:pt x="57997" y="45941"/>
                      <a:pt x="66976" y="49855"/>
                      <a:pt x="74417" y="57635"/>
                    </a:cubicBezTo>
                    <a:cubicBezTo>
                      <a:pt x="81809" y="65464"/>
                      <a:pt x="85530" y="75474"/>
                      <a:pt x="85530" y="87763"/>
                    </a:cubicBezTo>
                    <a:cubicBezTo>
                      <a:pt x="85530" y="95989"/>
                      <a:pt x="83744" y="103571"/>
                      <a:pt x="80172" y="110558"/>
                    </a:cubicBezTo>
                    <a:cubicBezTo>
                      <a:pt x="76699" y="117446"/>
                      <a:pt x="71937" y="122748"/>
                      <a:pt x="65884" y="126415"/>
                    </a:cubicBezTo>
                    <a:cubicBezTo>
                      <a:pt x="59782" y="130082"/>
                      <a:pt x="52837" y="131965"/>
                      <a:pt x="45049" y="131965"/>
                    </a:cubicBezTo>
                    <a:cubicBezTo>
                      <a:pt x="31803" y="131965"/>
                      <a:pt x="21038" y="127158"/>
                      <a:pt x="12703" y="117495"/>
                    </a:cubicBezTo>
                    <a:cubicBezTo>
                      <a:pt x="4369" y="107733"/>
                      <a:pt x="202" y="91678"/>
                      <a:pt x="202" y="69330"/>
                    </a:cubicBezTo>
                    <a:cubicBezTo>
                      <a:pt x="202" y="44355"/>
                      <a:pt x="4815" y="26268"/>
                      <a:pt x="14092" y="15020"/>
                    </a:cubicBezTo>
                    <a:cubicBezTo>
                      <a:pt x="22129" y="5109"/>
                      <a:pt x="32993" y="154"/>
                      <a:pt x="46636" y="154"/>
                    </a:cubicBezTo>
                    <a:cubicBezTo>
                      <a:pt x="56806" y="154"/>
                      <a:pt x="65140" y="3028"/>
                      <a:pt x="71639" y="8677"/>
                    </a:cubicBezTo>
                    <a:cubicBezTo>
                      <a:pt x="78088" y="14375"/>
                      <a:pt x="82007" y="22254"/>
                      <a:pt x="83347" y="32264"/>
                    </a:cubicBezTo>
                    <a:close/>
                    <a:moveTo>
                      <a:pt x="18458" y="87962"/>
                    </a:moveTo>
                    <a:cubicBezTo>
                      <a:pt x="18458" y="93412"/>
                      <a:pt x="19549" y="98615"/>
                      <a:pt x="21831" y="103620"/>
                    </a:cubicBezTo>
                    <a:cubicBezTo>
                      <a:pt x="24213" y="108675"/>
                      <a:pt x="27437" y="112490"/>
                      <a:pt x="31555" y="115117"/>
                    </a:cubicBezTo>
                    <a:cubicBezTo>
                      <a:pt x="35772" y="117644"/>
                      <a:pt x="40187" y="118883"/>
                      <a:pt x="44850" y="118883"/>
                    </a:cubicBezTo>
                    <a:cubicBezTo>
                      <a:pt x="51597" y="118883"/>
                      <a:pt x="57352" y="116256"/>
                      <a:pt x="62114" y="110954"/>
                    </a:cubicBezTo>
                    <a:cubicBezTo>
                      <a:pt x="66976" y="105553"/>
                      <a:pt x="69456" y="98169"/>
                      <a:pt x="69456" y="88754"/>
                    </a:cubicBezTo>
                    <a:cubicBezTo>
                      <a:pt x="69456" y="79934"/>
                      <a:pt x="67075" y="72897"/>
                      <a:pt x="62313" y="67744"/>
                    </a:cubicBezTo>
                    <a:cubicBezTo>
                      <a:pt x="57550" y="62590"/>
                      <a:pt x="51498" y="60014"/>
                      <a:pt x="44255" y="60014"/>
                    </a:cubicBezTo>
                    <a:cubicBezTo>
                      <a:pt x="37111" y="60014"/>
                      <a:pt x="31009" y="62590"/>
                      <a:pt x="25999" y="67744"/>
                    </a:cubicBezTo>
                    <a:cubicBezTo>
                      <a:pt x="20938" y="72897"/>
                      <a:pt x="18458" y="79637"/>
                      <a:pt x="18458" y="879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07" name="Grafik 637">
              <a:extLst>
                <a:ext uri="{FF2B5EF4-FFF2-40B4-BE49-F238E27FC236}">
                  <a16:creationId xmlns:a16="http://schemas.microsoft.com/office/drawing/2014/main" id="{9790E813-F979-BA50-1208-A9190DF7FDB1}"/>
                </a:ext>
              </a:extLst>
            </p:cNvPr>
            <p:cNvGrpSpPr/>
            <p:nvPr/>
          </p:nvGrpSpPr>
          <p:grpSpPr>
            <a:xfrm>
              <a:off x="6672449" y="7494572"/>
              <a:ext cx="336094" cy="131810"/>
              <a:chOff x="6672449" y="7494572"/>
              <a:chExt cx="336094" cy="131810"/>
            </a:xfrm>
            <a:solidFill>
              <a:srgbClr val="000000"/>
            </a:solidFill>
          </p:grpSpPr>
          <p:sp>
            <p:nvSpPr>
              <p:cNvPr id="808" name="Freihandform: Form 807">
                <a:extLst>
                  <a:ext uri="{FF2B5EF4-FFF2-40B4-BE49-F238E27FC236}">
                    <a16:creationId xmlns:a16="http://schemas.microsoft.com/office/drawing/2014/main" id="{1815373E-2627-B4B0-5404-47CF0D1DD13C}"/>
                  </a:ext>
                </a:extLst>
              </p:cNvPr>
              <p:cNvSpPr/>
              <p:nvPr/>
            </p:nvSpPr>
            <p:spPr>
              <a:xfrm>
                <a:off x="6672449" y="7494572"/>
                <a:ext cx="84335" cy="131810"/>
              </a:xfrm>
              <a:custGeom>
                <a:avLst/>
                <a:gdLst>
                  <a:gd name="csX0" fmla="*/ 25 w 84335"/>
                  <a:gd name="csY0" fmla="*/ 66197 h 131810"/>
                  <a:gd name="csX1" fmla="*/ 4589 w 84335"/>
                  <a:gd name="csY1" fmla="*/ 29330 h 131810"/>
                  <a:gd name="csX2" fmla="*/ 18678 w 84335"/>
                  <a:gd name="csY2" fmla="*/ 7725 h 131810"/>
                  <a:gd name="csX3" fmla="*/ 42094 w 84335"/>
                  <a:gd name="csY3" fmla="*/ 193 h 131810"/>
                  <a:gd name="csX4" fmla="*/ 60350 w 84335"/>
                  <a:gd name="csY4" fmla="*/ 4355 h 131810"/>
                  <a:gd name="csX5" fmla="*/ 73249 w 84335"/>
                  <a:gd name="csY5" fmla="*/ 16446 h 131810"/>
                  <a:gd name="csX6" fmla="*/ 81384 w 84335"/>
                  <a:gd name="csY6" fmla="*/ 35673 h 131810"/>
                  <a:gd name="csX7" fmla="*/ 84361 w 84335"/>
                  <a:gd name="csY7" fmla="*/ 66197 h 131810"/>
                  <a:gd name="csX8" fmla="*/ 79599 w 84335"/>
                  <a:gd name="csY8" fmla="*/ 102867 h 131810"/>
                  <a:gd name="csX9" fmla="*/ 65509 w 84335"/>
                  <a:gd name="csY9" fmla="*/ 124472 h 131810"/>
                  <a:gd name="csX10" fmla="*/ 42094 w 84335"/>
                  <a:gd name="csY10" fmla="*/ 132004 h 131810"/>
                  <a:gd name="csX11" fmla="*/ 12725 w 84335"/>
                  <a:gd name="csY11" fmla="*/ 118724 h 131810"/>
                  <a:gd name="csX12" fmla="*/ 25 w 84335"/>
                  <a:gd name="csY12" fmla="*/ 66197 h 131810"/>
                  <a:gd name="csX13" fmla="*/ 16297 w 84335"/>
                  <a:gd name="csY13" fmla="*/ 66197 h 131810"/>
                  <a:gd name="csX14" fmla="*/ 23639 w 84335"/>
                  <a:gd name="csY14" fmla="*/ 108417 h 131810"/>
                  <a:gd name="csX15" fmla="*/ 42094 w 84335"/>
                  <a:gd name="csY15" fmla="*/ 118922 h 131810"/>
                  <a:gd name="csX16" fmla="*/ 60350 w 84335"/>
                  <a:gd name="csY16" fmla="*/ 108417 h 131810"/>
                  <a:gd name="csX17" fmla="*/ 67891 w 84335"/>
                  <a:gd name="csY17" fmla="*/ 66197 h 131810"/>
                  <a:gd name="csX18" fmla="*/ 60350 w 84335"/>
                  <a:gd name="csY18" fmla="*/ 23780 h 131810"/>
                  <a:gd name="csX19" fmla="*/ 41895 w 84335"/>
                  <a:gd name="csY19" fmla="*/ 13275 h 131810"/>
                  <a:gd name="csX20" fmla="*/ 24433 w 84335"/>
                  <a:gd name="csY20" fmla="*/ 22591 h 131810"/>
                  <a:gd name="csX21" fmla="*/ 16297 w 84335"/>
                  <a:gd name="csY21" fmla="*/ 66197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25" y="66197"/>
                    </a:moveTo>
                    <a:cubicBezTo>
                      <a:pt x="25" y="50886"/>
                      <a:pt x="1513" y="38596"/>
                      <a:pt x="4589" y="29330"/>
                    </a:cubicBezTo>
                    <a:cubicBezTo>
                      <a:pt x="7764" y="19964"/>
                      <a:pt x="12427" y="12779"/>
                      <a:pt x="18678" y="7725"/>
                    </a:cubicBezTo>
                    <a:cubicBezTo>
                      <a:pt x="24879" y="2720"/>
                      <a:pt x="32668" y="193"/>
                      <a:pt x="42094" y="193"/>
                    </a:cubicBezTo>
                    <a:cubicBezTo>
                      <a:pt x="49089" y="193"/>
                      <a:pt x="55191" y="1580"/>
                      <a:pt x="60350" y="4355"/>
                    </a:cubicBezTo>
                    <a:cubicBezTo>
                      <a:pt x="65609" y="7130"/>
                      <a:pt x="69925" y="11194"/>
                      <a:pt x="73249" y="16446"/>
                    </a:cubicBezTo>
                    <a:cubicBezTo>
                      <a:pt x="76672" y="21748"/>
                      <a:pt x="79400" y="28141"/>
                      <a:pt x="81384" y="35673"/>
                    </a:cubicBezTo>
                    <a:cubicBezTo>
                      <a:pt x="83369" y="43205"/>
                      <a:pt x="84361" y="53413"/>
                      <a:pt x="84361" y="66197"/>
                    </a:cubicBezTo>
                    <a:cubicBezTo>
                      <a:pt x="84361" y="81262"/>
                      <a:pt x="82774" y="93501"/>
                      <a:pt x="79599" y="102867"/>
                    </a:cubicBezTo>
                    <a:cubicBezTo>
                      <a:pt x="76424" y="112133"/>
                      <a:pt x="71711" y="119318"/>
                      <a:pt x="65509" y="124472"/>
                    </a:cubicBezTo>
                    <a:cubicBezTo>
                      <a:pt x="59407" y="129526"/>
                      <a:pt x="51619" y="132004"/>
                      <a:pt x="42094" y="132004"/>
                    </a:cubicBezTo>
                    <a:cubicBezTo>
                      <a:pt x="29642" y="132004"/>
                      <a:pt x="19869" y="127594"/>
                      <a:pt x="12725" y="118724"/>
                    </a:cubicBezTo>
                    <a:cubicBezTo>
                      <a:pt x="4242" y="107921"/>
                      <a:pt x="25" y="90379"/>
                      <a:pt x="25" y="66197"/>
                    </a:cubicBezTo>
                    <a:close/>
                    <a:moveTo>
                      <a:pt x="16297" y="66197"/>
                    </a:moveTo>
                    <a:cubicBezTo>
                      <a:pt x="16297" y="87357"/>
                      <a:pt x="18728" y="101430"/>
                      <a:pt x="23639" y="108417"/>
                    </a:cubicBezTo>
                    <a:cubicBezTo>
                      <a:pt x="28650" y="115453"/>
                      <a:pt x="34801" y="118922"/>
                      <a:pt x="42094" y="118922"/>
                    </a:cubicBezTo>
                    <a:cubicBezTo>
                      <a:pt x="49337" y="118922"/>
                      <a:pt x="55439" y="115453"/>
                      <a:pt x="60350" y="108417"/>
                    </a:cubicBezTo>
                    <a:cubicBezTo>
                      <a:pt x="65361" y="101430"/>
                      <a:pt x="67891" y="87357"/>
                      <a:pt x="67891" y="66197"/>
                    </a:cubicBezTo>
                    <a:cubicBezTo>
                      <a:pt x="67891" y="44939"/>
                      <a:pt x="65361" y="30817"/>
                      <a:pt x="60350" y="23780"/>
                    </a:cubicBezTo>
                    <a:cubicBezTo>
                      <a:pt x="55439" y="16793"/>
                      <a:pt x="49287" y="13275"/>
                      <a:pt x="41895" y="13275"/>
                    </a:cubicBezTo>
                    <a:cubicBezTo>
                      <a:pt x="34603" y="13275"/>
                      <a:pt x="28799" y="16397"/>
                      <a:pt x="24433" y="22591"/>
                    </a:cubicBezTo>
                    <a:cubicBezTo>
                      <a:pt x="18976" y="30420"/>
                      <a:pt x="16297" y="44939"/>
                      <a:pt x="16297" y="661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Freihandform: Form 808">
                <a:extLst>
                  <a:ext uri="{FF2B5EF4-FFF2-40B4-BE49-F238E27FC236}">
                    <a16:creationId xmlns:a16="http://schemas.microsoft.com/office/drawing/2014/main" id="{6403284C-8377-6338-B09C-54A97FB507EA}"/>
                  </a:ext>
                </a:extLst>
              </p:cNvPr>
              <p:cNvSpPr/>
              <p:nvPr/>
            </p:nvSpPr>
            <p:spPr>
              <a:xfrm>
                <a:off x="6781862" y="7606165"/>
                <a:ext cx="18057" cy="18037"/>
              </a:xfrm>
              <a:custGeom>
                <a:avLst/>
                <a:gdLst>
                  <a:gd name="csX0" fmla="*/ 33 w 18057"/>
                  <a:gd name="csY0" fmla="*/ 18230 h 18037"/>
                  <a:gd name="csX1" fmla="*/ 33 w 18057"/>
                  <a:gd name="csY1" fmla="*/ 193 h 18037"/>
                  <a:gd name="csX2" fmla="*/ 18091 w 18057"/>
                  <a:gd name="csY2" fmla="*/ 193 h 18037"/>
                  <a:gd name="csX3" fmla="*/ 18091 w 18057"/>
                  <a:gd name="csY3" fmla="*/ 18230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33" y="18230"/>
                    </a:moveTo>
                    <a:lnTo>
                      <a:pt x="33" y="193"/>
                    </a:lnTo>
                    <a:lnTo>
                      <a:pt x="18091" y="193"/>
                    </a:lnTo>
                    <a:lnTo>
                      <a:pt x="18091" y="1823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ihandform: Form 809">
                <a:extLst>
                  <a:ext uri="{FF2B5EF4-FFF2-40B4-BE49-F238E27FC236}">
                    <a16:creationId xmlns:a16="http://schemas.microsoft.com/office/drawing/2014/main" id="{09C39FB9-2546-3D30-75BF-AA2D8D0FEA61}"/>
                  </a:ext>
                </a:extLst>
              </p:cNvPr>
              <p:cNvSpPr/>
              <p:nvPr/>
            </p:nvSpPr>
            <p:spPr>
              <a:xfrm>
                <a:off x="6822336" y="7494572"/>
                <a:ext cx="85328" cy="131810"/>
              </a:xfrm>
              <a:custGeom>
                <a:avLst/>
                <a:gdLst>
                  <a:gd name="csX0" fmla="*/ 83182 w 85328"/>
                  <a:gd name="csY0" fmla="*/ 32303 h 131810"/>
                  <a:gd name="csX1" fmla="*/ 67307 w 85328"/>
                  <a:gd name="csY1" fmla="*/ 33492 h 131810"/>
                  <a:gd name="csX2" fmla="*/ 61354 w 85328"/>
                  <a:gd name="csY2" fmla="*/ 20014 h 131810"/>
                  <a:gd name="csX3" fmla="*/ 45479 w 85328"/>
                  <a:gd name="csY3" fmla="*/ 13275 h 131810"/>
                  <a:gd name="csX4" fmla="*/ 32184 w 85328"/>
                  <a:gd name="csY4" fmla="*/ 17437 h 131810"/>
                  <a:gd name="csX5" fmla="*/ 20278 w 85328"/>
                  <a:gd name="csY5" fmla="*/ 33492 h 131810"/>
                  <a:gd name="csX6" fmla="*/ 15912 w 85328"/>
                  <a:gd name="csY6" fmla="*/ 63224 h 131810"/>
                  <a:gd name="csX7" fmla="*/ 29803 w 85328"/>
                  <a:gd name="csY7" fmla="*/ 50340 h 131810"/>
                  <a:gd name="csX8" fmla="*/ 47265 w 85328"/>
                  <a:gd name="csY8" fmla="*/ 45980 h 131810"/>
                  <a:gd name="csX9" fmla="*/ 74253 w 85328"/>
                  <a:gd name="csY9" fmla="*/ 57674 h 131810"/>
                  <a:gd name="csX10" fmla="*/ 85365 w 85328"/>
                  <a:gd name="csY10" fmla="*/ 87803 h 131810"/>
                  <a:gd name="csX11" fmla="*/ 80007 w 85328"/>
                  <a:gd name="csY11" fmla="*/ 110597 h 131810"/>
                  <a:gd name="csX12" fmla="*/ 65720 w 85328"/>
                  <a:gd name="csY12" fmla="*/ 126454 h 131810"/>
                  <a:gd name="csX13" fmla="*/ 44884 w 85328"/>
                  <a:gd name="csY13" fmla="*/ 132004 h 131810"/>
                  <a:gd name="csX14" fmla="*/ 12538 w 85328"/>
                  <a:gd name="csY14" fmla="*/ 117534 h 131810"/>
                  <a:gd name="csX15" fmla="*/ 37 w 85328"/>
                  <a:gd name="csY15" fmla="*/ 69369 h 131810"/>
                  <a:gd name="csX16" fmla="*/ 13928 w 85328"/>
                  <a:gd name="csY16" fmla="*/ 15059 h 131810"/>
                  <a:gd name="csX17" fmla="*/ 46471 w 85328"/>
                  <a:gd name="csY17" fmla="*/ 193 h 131810"/>
                  <a:gd name="csX18" fmla="*/ 71474 w 85328"/>
                  <a:gd name="csY18" fmla="*/ 8716 h 131810"/>
                  <a:gd name="csX19" fmla="*/ 83182 w 85328"/>
                  <a:gd name="csY19" fmla="*/ 32303 h 131810"/>
                  <a:gd name="csX20" fmla="*/ 18293 w 85328"/>
                  <a:gd name="csY20" fmla="*/ 88001 h 131810"/>
                  <a:gd name="csX21" fmla="*/ 21667 w 85328"/>
                  <a:gd name="csY21" fmla="*/ 103659 h 131810"/>
                  <a:gd name="csX22" fmla="*/ 31390 w 85328"/>
                  <a:gd name="csY22" fmla="*/ 115156 h 131810"/>
                  <a:gd name="csX23" fmla="*/ 44685 w 85328"/>
                  <a:gd name="csY23" fmla="*/ 118922 h 131810"/>
                  <a:gd name="csX24" fmla="*/ 61949 w 85328"/>
                  <a:gd name="csY24" fmla="*/ 110993 h 131810"/>
                  <a:gd name="csX25" fmla="*/ 69292 w 85328"/>
                  <a:gd name="csY25" fmla="*/ 88794 h 131810"/>
                  <a:gd name="csX26" fmla="*/ 62148 w 85328"/>
                  <a:gd name="csY26" fmla="*/ 67783 h 131810"/>
                  <a:gd name="csX27" fmla="*/ 44090 w 85328"/>
                  <a:gd name="csY27" fmla="*/ 60053 h 131810"/>
                  <a:gd name="csX28" fmla="*/ 25834 w 85328"/>
                  <a:gd name="csY28" fmla="*/ 67783 h 131810"/>
                  <a:gd name="csX29" fmla="*/ 18293 w 85328"/>
                  <a:gd name="csY29" fmla="*/ 88001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182" y="32303"/>
                    </a:moveTo>
                    <a:lnTo>
                      <a:pt x="67307" y="33492"/>
                    </a:lnTo>
                    <a:cubicBezTo>
                      <a:pt x="65968" y="27298"/>
                      <a:pt x="63983" y="22789"/>
                      <a:pt x="61354" y="20014"/>
                    </a:cubicBezTo>
                    <a:cubicBezTo>
                      <a:pt x="57088" y="15554"/>
                      <a:pt x="51829" y="13275"/>
                      <a:pt x="45479" y="13275"/>
                    </a:cubicBezTo>
                    <a:cubicBezTo>
                      <a:pt x="40419" y="13275"/>
                      <a:pt x="36004" y="14662"/>
                      <a:pt x="32184" y="17437"/>
                    </a:cubicBezTo>
                    <a:cubicBezTo>
                      <a:pt x="27124" y="21154"/>
                      <a:pt x="23155" y="26505"/>
                      <a:pt x="20278" y="33492"/>
                    </a:cubicBezTo>
                    <a:cubicBezTo>
                      <a:pt x="17499" y="40380"/>
                      <a:pt x="16011" y="50291"/>
                      <a:pt x="15912" y="63224"/>
                    </a:cubicBezTo>
                    <a:cubicBezTo>
                      <a:pt x="19732" y="57427"/>
                      <a:pt x="24346" y="53115"/>
                      <a:pt x="29803" y="50340"/>
                    </a:cubicBezTo>
                    <a:cubicBezTo>
                      <a:pt x="35359" y="47466"/>
                      <a:pt x="41163" y="45980"/>
                      <a:pt x="47265" y="45980"/>
                    </a:cubicBezTo>
                    <a:cubicBezTo>
                      <a:pt x="57832" y="45980"/>
                      <a:pt x="66811" y="49894"/>
                      <a:pt x="74253" y="57674"/>
                    </a:cubicBezTo>
                    <a:cubicBezTo>
                      <a:pt x="81644" y="65504"/>
                      <a:pt x="85365" y="75513"/>
                      <a:pt x="85365" y="87803"/>
                    </a:cubicBezTo>
                    <a:cubicBezTo>
                      <a:pt x="85365" y="96028"/>
                      <a:pt x="83579" y="103610"/>
                      <a:pt x="80007" y="110597"/>
                    </a:cubicBezTo>
                    <a:cubicBezTo>
                      <a:pt x="76535" y="117485"/>
                      <a:pt x="71772" y="122787"/>
                      <a:pt x="65720" y="126454"/>
                    </a:cubicBezTo>
                    <a:cubicBezTo>
                      <a:pt x="59618" y="130121"/>
                      <a:pt x="52672" y="132004"/>
                      <a:pt x="44884" y="132004"/>
                    </a:cubicBezTo>
                    <a:cubicBezTo>
                      <a:pt x="31638" y="132004"/>
                      <a:pt x="20873" y="127197"/>
                      <a:pt x="12538" y="117534"/>
                    </a:cubicBezTo>
                    <a:cubicBezTo>
                      <a:pt x="4204" y="107772"/>
                      <a:pt x="37" y="91717"/>
                      <a:pt x="37" y="69369"/>
                    </a:cubicBezTo>
                    <a:cubicBezTo>
                      <a:pt x="37" y="44394"/>
                      <a:pt x="4651" y="26307"/>
                      <a:pt x="13928" y="15059"/>
                    </a:cubicBezTo>
                    <a:cubicBezTo>
                      <a:pt x="21964" y="5148"/>
                      <a:pt x="32829" y="193"/>
                      <a:pt x="46471" y="193"/>
                    </a:cubicBezTo>
                    <a:cubicBezTo>
                      <a:pt x="56641" y="193"/>
                      <a:pt x="64976" y="3067"/>
                      <a:pt x="71474" y="8716"/>
                    </a:cubicBezTo>
                    <a:cubicBezTo>
                      <a:pt x="77924" y="14415"/>
                      <a:pt x="81843" y="22293"/>
                      <a:pt x="83182" y="32303"/>
                    </a:cubicBezTo>
                    <a:close/>
                    <a:moveTo>
                      <a:pt x="18293" y="88001"/>
                    </a:moveTo>
                    <a:cubicBezTo>
                      <a:pt x="18293" y="93452"/>
                      <a:pt x="19385" y="98655"/>
                      <a:pt x="21667" y="103659"/>
                    </a:cubicBezTo>
                    <a:cubicBezTo>
                      <a:pt x="24048" y="108714"/>
                      <a:pt x="27272" y="112529"/>
                      <a:pt x="31390" y="115156"/>
                    </a:cubicBezTo>
                    <a:cubicBezTo>
                      <a:pt x="35607" y="117683"/>
                      <a:pt x="40022" y="118922"/>
                      <a:pt x="44685" y="118922"/>
                    </a:cubicBezTo>
                    <a:cubicBezTo>
                      <a:pt x="51432" y="118922"/>
                      <a:pt x="57187" y="116296"/>
                      <a:pt x="61949" y="110993"/>
                    </a:cubicBezTo>
                    <a:cubicBezTo>
                      <a:pt x="66811" y="105592"/>
                      <a:pt x="69292" y="98209"/>
                      <a:pt x="69292" y="88794"/>
                    </a:cubicBezTo>
                    <a:cubicBezTo>
                      <a:pt x="69292" y="79973"/>
                      <a:pt x="66910" y="72937"/>
                      <a:pt x="62148" y="67783"/>
                    </a:cubicBezTo>
                    <a:cubicBezTo>
                      <a:pt x="57385" y="62630"/>
                      <a:pt x="51333" y="60053"/>
                      <a:pt x="44090" y="60053"/>
                    </a:cubicBezTo>
                    <a:cubicBezTo>
                      <a:pt x="36946" y="60053"/>
                      <a:pt x="30844" y="62630"/>
                      <a:pt x="25834" y="67783"/>
                    </a:cubicBezTo>
                    <a:cubicBezTo>
                      <a:pt x="20774" y="72937"/>
                      <a:pt x="18293" y="79676"/>
                      <a:pt x="18293" y="880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ihandform: Form 810">
                <a:extLst>
                  <a:ext uri="{FF2B5EF4-FFF2-40B4-BE49-F238E27FC236}">
                    <a16:creationId xmlns:a16="http://schemas.microsoft.com/office/drawing/2014/main" id="{945427F8-B63E-0BDB-3548-F92D0A939128}"/>
                  </a:ext>
                </a:extLst>
              </p:cNvPr>
              <p:cNvSpPr/>
              <p:nvPr/>
            </p:nvSpPr>
            <p:spPr>
              <a:xfrm>
                <a:off x="6923414" y="7494572"/>
                <a:ext cx="85129" cy="131810"/>
              </a:xfrm>
              <a:custGeom>
                <a:avLst/>
                <a:gdLst>
                  <a:gd name="csX0" fmla="*/ 24651 w 85129"/>
                  <a:gd name="csY0" fmla="*/ 59855 h 131810"/>
                  <a:gd name="csX1" fmla="*/ 9967 w 85129"/>
                  <a:gd name="csY1" fmla="*/ 49548 h 131810"/>
                  <a:gd name="csX2" fmla="*/ 5204 w 85129"/>
                  <a:gd name="csY2" fmla="*/ 33492 h 131810"/>
                  <a:gd name="csX3" fmla="*/ 15325 w 85129"/>
                  <a:gd name="csY3" fmla="*/ 9905 h 131810"/>
                  <a:gd name="csX4" fmla="*/ 42312 w 85129"/>
                  <a:gd name="csY4" fmla="*/ 193 h 131810"/>
                  <a:gd name="csX5" fmla="*/ 69498 w 85129"/>
                  <a:gd name="csY5" fmla="*/ 10103 h 131810"/>
                  <a:gd name="csX6" fmla="*/ 79817 w 85129"/>
                  <a:gd name="csY6" fmla="*/ 33889 h 131810"/>
                  <a:gd name="csX7" fmla="*/ 75054 w 85129"/>
                  <a:gd name="csY7" fmla="*/ 49548 h 131810"/>
                  <a:gd name="csX8" fmla="*/ 60767 w 85129"/>
                  <a:gd name="csY8" fmla="*/ 59855 h 131810"/>
                  <a:gd name="csX9" fmla="*/ 78825 w 85129"/>
                  <a:gd name="csY9" fmla="*/ 72342 h 131810"/>
                  <a:gd name="csX10" fmla="*/ 85175 w 85129"/>
                  <a:gd name="csY10" fmla="*/ 92956 h 131810"/>
                  <a:gd name="csX11" fmla="*/ 73467 w 85129"/>
                  <a:gd name="csY11" fmla="*/ 120706 h 131810"/>
                  <a:gd name="csX12" fmla="*/ 42510 w 85129"/>
                  <a:gd name="csY12" fmla="*/ 132004 h 131810"/>
                  <a:gd name="csX13" fmla="*/ 11753 w 85129"/>
                  <a:gd name="csY13" fmla="*/ 120706 h 131810"/>
                  <a:gd name="csX14" fmla="*/ 45 w 85129"/>
                  <a:gd name="csY14" fmla="*/ 92560 h 131810"/>
                  <a:gd name="csX15" fmla="*/ 6395 w 85129"/>
                  <a:gd name="csY15" fmla="*/ 71351 h 131810"/>
                  <a:gd name="csX16" fmla="*/ 24651 w 85129"/>
                  <a:gd name="csY16" fmla="*/ 59855 h 131810"/>
                  <a:gd name="csX17" fmla="*/ 21476 w 85129"/>
                  <a:gd name="csY17" fmla="*/ 32898 h 131810"/>
                  <a:gd name="csX18" fmla="*/ 27231 w 85129"/>
                  <a:gd name="csY18" fmla="*/ 47962 h 131810"/>
                  <a:gd name="csX19" fmla="*/ 42709 w 85129"/>
                  <a:gd name="csY19" fmla="*/ 53710 h 131810"/>
                  <a:gd name="csX20" fmla="*/ 57592 w 85129"/>
                  <a:gd name="csY20" fmla="*/ 47962 h 131810"/>
                  <a:gd name="csX21" fmla="*/ 63545 w 85129"/>
                  <a:gd name="csY21" fmla="*/ 33889 h 131810"/>
                  <a:gd name="csX22" fmla="*/ 57393 w 85129"/>
                  <a:gd name="csY22" fmla="*/ 19221 h 131810"/>
                  <a:gd name="csX23" fmla="*/ 42510 w 85129"/>
                  <a:gd name="csY23" fmla="*/ 13275 h 131810"/>
                  <a:gd name="csX24" fmla="*/ 27429 w 85129"/>
                  <a:gd name="csY24" fmla="*/ 19023 h 131810"/>
                  <a:gd name="csX25" fmla="*/ 21476 w 85129"/>
                  <a:gd name="csY25" fmla="*/ 32898 h 131810"/>
                  <a:gd name="csX26" fmla="*/ 16317 w 85129"/>
                  <a:gd name="csY26" fmla="*/ 92560 h 131810"/>
                  <a:gd name="csX27" fmla="*/ 19492 w 85129"/>
                  <a:gd name="csY27" fmla="*/ 105642 h 131810"/>
                  <a:gd name="csX28" fmla="*/ 29215 w 85129"/>
                  <a:gd name="csY28" fmla="*/ 115552 h 131810"/>
                  <a:gd name="csX29" fmla="*/ 42709 w 85129"/>
                  <a:gd name="csY29" fmla="*/ 118922 h 131810"/>
                  <a:gd name="csX30" fmla="*/ 61560 w 85129"/>
                  <a:gd name="csY30" fmla="*/ 111786 h 131810"/>
                  <a:gd name="csX31" fmla="*/ 68903 w 85129"/>
                  <a:gd name="csY31" fmla="*/ 93154 h 131810"/>
                  <a:gd name="csX32" fmla="*/ 61164 w 85129"/>
                  <a:gd name="csY32" fmla="*/ 74126 h 131810"/>
                  <a:gd name="csX33" fmla="*/ 42312 w 85129"/>
                  <a:gd name="csY33" fmla="*/ 66594 h 131810"/>
                  <a:gd name="csX34" fmla="*/ 23659 w 85129"/>
                  <a:gd name="csY34" fmla="*/ 74126 h 131810"/>
                  <a:gd name="csX35" fmla="*/ 16317 w 85129"/>
                  <a:gd name="csY35" fmla="*/ 92560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85129" h="131810">
                    <a:moveTo>
                      <a:pt x="24651" y="59855"/>
                    </a:moveTo>
                    <a:cubicBezTo>
                      <a:pt x="18003" y="57476"/>
                      <a:pt x="13142" y="54057"/>
                      <a:pt x="9967" y="49548"/>
                    </a:cubicBezTo>
                    <a:cubicBezTo>
                      <a:pt x="6792" y="45088"/>
                      <a:pt x="5204" y="39736"/>
                      <a:pt x="5204" y="33492"/>
                    </a:cubicBezTo>
                    <a:cubicBezTo>
                      <a:pt x="5204" y="24127"/>
                      <a:pt x="8578" y="16248"/>
                      <a:pt x="15325" y="9905"/>
                    </a:cubicBezTo>
                    <a:cubicBezTo>
                      <a:pt x="22071" y="3463"/>
                      <a:pt x="31051" y="193"/>
                      <a:pt x="42312" y="193"/>
                    </a:cubicBezTo>
                    <a:cubicBezTo>
                      <a:pt x="53524" y="193"/>
                      <a:pt x="62602" y="3513"/>
                      <a:pt x="69498" y="10103"/>
                    </a:cubicBezTo>
                    <a:cubicBezTo>
                      <a:pt x="76344" y="16595"/>
                      <a:pt x="79817" y="24523"/>
                      <a:pt x="79817" y="33889"/>
                    </a:cubicBezTo>
                    <a:cubicBezTo>
                      <a:pt x="79817" y="39835"/>
                      <a:pt x="78229" y="45088"/>
                      <a:pt x="75054" y="49548"/>
                    </a:cubicBezTo>
                    <a:cubicBezTo>
                      <a:pt x="71978" y="54057"/>
                      <a:pt x="67216" y="57476"/>
                      <a:pt x="60767" y="59855"/>
                    </a:cubicBezTo>
                    <a:cubicBezTo>
                      <a:pt x="68704" y="62382"/>
                      <a:pt x="74707" y="66544"/>
                      <a:pt x="78825" y="72342"/>
                    </a:cubicBezTo>
                    <a:cubicBezTo>
                      <a:pt x="83041" y="78041"/>
                      <a:pt x="85175" y="84928"/>
                      <a:pt x="85175" y="92956"/>
                    </a:cubicBezTo>
                    <a:cubicBezTo>
                      <a:pt x="85175" y="103957"/>
                      <a:pt x="81255" y="113174"/>
                      <a:pt x="73467" y="120706"/>
                    </a:cubicBezTo>
                    <a:cubicBezTo>
                      <a:pt x="65628" y="128238"/>
                      <a:pt x="55310" y="132004"/>
                      <a:pt x="42510" y="132004"/>
                    </a:cubicBezTo>
                    <a:cubicBezTo>
                      <a:pt x="29810" y="132004"/>
                      <a:pt x="19541" y="128238"/>
                      <a:pt x="11753" y="120706"/>
                    </a:cubicBezTo>
                    <a:cubicBezTo>
                      <a:pt x="3914" y="113174"/>
                      <a:pt x="45" y="103808"/>
                      <a:pt x="45" y="92560"/>
                    </a:cubicBezTo>
                    <a:cubicBezTo>
                      <a:pt x="45" y="84136"/>
                      <a:pt x="2128" y="77050"/>
                      <a:pt x="6395" y="71351"/>
                    </a:cubicBezTo>
                    <a:cubicBezTo>
                      <a:pt x="10612" y="65702"/>
                      <a:pt x="16714" y="61837"/>
                      <a:pt x="24651" y="59855"/>
                    </a:cubicBezTo>
                    <a:close/>
                    <a:moveTo>
                      <a:pt x="21476" y="32898"/>
                    </a:moveTo>
                    <a:cubicBezTo>
                      <a:pt x="21476" y="38993"/>
                      <a:pt x="23361" y="43998"/>
                      <a:pt x="27231" y="47962"/>
                    </a:cubicBezTo>
                    <a:cubicBezTo>
                      <a:pt x="31200" y="51827"/>
                      <a:pt x="36359" y="53710"/>
                      <a:pt x="42709" y="53710"/>
                    </a:cubicBezTo>
                    <a:cubicBezTo>
                      <a:pt x="48761" y="53710"/>
                      <a:pt x="53722" y="51827"/>
                      <a:pt x="57592" y="47962"/>
                    </a:cubicBezTo>
                    <a:cubicBezTo>
                      <a:pt x="61560" y="44146"/>
                      <a:pt x="63545" y="39439"/>
                      <a:pt x="63545" y="33889"/>
                    </a:cubicBezTo>
                    <a:cubicBezTo>
                      <a:pt x="63545" y="28091"/>
                      <a:pt x="61461" y="23185"/>
                      <a:pt x="57393" y="19221"/>
                    </a:cubicBezTo>
                    <a:cubicBezTo>
                      <a:pt x="53425" y="15257"/>
                      <a:pt x="48464" y="13275"/>
                      <a:pt x="42510" y="13275"/>
                    </a:cubicBezTo>
                    <a:cubicBezTo>
                      <a:pt x="36409" y="13275"/>
                      <a:pt x="31398" y="15207"/>
                      <a:pt x="27429" y="19023"/>
                    </a:cubicBezTo>
                    <a:cubicBezTo>
                      <a:pt x="23460" y="22888"/>
                      <a:pt x="21476" y="27497"/>
                      <a:pt x="21476" y="32898"/>
                    </a:cubicBezTo>
                    <a:close/>
                    <a:moveTo>
                      <a:pt x="16317" y="92560"/>
                    </a:moveTo>
                    <a:cubicBezTo>
                      <a:pt x="16317" y="97069"/>
                      <a:pt x="17359" y="101430"/>
                      <a:pt x="19492" y="105642"/>
                    </a:cubicBezTo>
                    <a:cubicBezTo>
                      <a:pt x="21724" y="109903"/>
                      <a:pt x="24949" y="113174"/>
                      <a:pt x="29215" y="115552"/>
                    </a:cubicBezTo>
                    <a:cubicBezTo>
                      <a:pt x="33432" y="117832"/>
                      <a:pt x="37946" y="118922"/>
                      <a:pt x="42709" y="118922"/>
                    </a:cubicBezTo>
                    <a:cubicBezTo>
                      <a:pt x="50349" y="118922"/>
                      <a:pt x="56649" y="116543"/>
                      <a:pt x="61560" y="111786"/>
                    </a:cubicBezTo>
                    <a:cubicBezTo>
                      <a:pt x="66422" y="106930"/>
                      <a:pt x="68903" y="100686"/>
                      <a:pt x="68903" y="93154"/>
                    </a:cubicBezTo>
                    <a:cubicBezTo>
                      <a:pt x="68903" y="85523"/>
                      <a:pt x="66323" y="79180"/>
                      <a:pt x="61164" y="74126"/>
                    </a:cubicBezTo>
                    <a:cubicBezTo>
                      <a:pt x="56103" y="69121"/>
                      <a:pt x="49853" y="66594"/>
                      <a:pt x="42312" y="66594"/>
                    </a:cubicBezTo>
                    <a:cubicBezTo>
                      <a:pt x="34771" y="66594"/>
                      <a:pt x="28521" y="69121"/>
                      <a:pt x="23659" y="74126"/>
                    </a:cubicBezTo>
                    <a:cubicBezTo>
                      <a:pt x="18748" y="79032"/>
                      <a:pt x="16317" y="85176"/>
                      <a:pt x="16317" y="925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2" name="Grafik 637">
              <a:extLst>
                <a:ext uri="{FF2B5EF4-FFF2-40B4-BE49-F238E27FC236}">
                  <a16:creationId xmlns:a16="http://schemas.microsoft.com/office/drawing/2014/main" id="{B085510D-4FF3-03DE-A52A-A0FDA2E38C12}"/>
                </a:ext>
              </a:extLst>
            </p:cNvPr>
            <p:cNvGrpSpPr/>
            <p:nvPr/>
          </p:nvGrpSpPr>
          <p:grpSpPr>
            <a:xfrm>
              <a:off x="7170261" y="7494572"/>
              <a:ext cx="335895" cy="131810"/>
              <a:chOff x="7170261" y="7494572"/>
              <a:chExt cx="335895" cy="131810"/>
            </a:xfrm>
            <a:solidFill>
              <a:srgbClr val="000000"/>
            </a:solidFill>
          </p:grpSpPr>
          <p:sp>
            <p:nvSpPr>
              <p:cNvPr id="813" name="Freihandform: Form 812">
                <a:extLst>
                  <a:ext uri="{FF2B5EF4-FFF2-40B4-BE49-F238E27FC236}">
                    <a16:creationId xmlns:a16="http://schemas.microsoft.com/office/drawing/2014/main" id="{5C932748-481F-9396-56DF-66037CC81B4A}"/>
                  </a:ext>
                </a:extLst>
              </p:cNvPr>
              <p:cNvSpPr/>
              <p:nvPr/>
            </p:nvSpPr>
            <p:spPr>
              <a:xfrm>
                <a:off x="7170261" y="7494572"/>
                <a:ext cx="84335" cy="131810"/>
              </a:xfrm>
              <a:custGeom>
                <a:avLst/>
                <a:gdLst>
                  <a:gd name="csX0" fmla="*/ 64 w 84335"/>
                  <a:gd name="csY0" fmla="*/ 66197 h 131810"/>
                  <a:gd name="csX1" fmla="*/ 4628 w 84335"/>
                  <a:gd name="csY1" fmla="*/ 29330 h 131810"/>
                  <a:gd name="csX2" fmla="*/ 18717 w 84335"/>
                  <a:gd name="csY2" fmla="*/ 7725 h 131810"/>
                  <a:gd name="csX3" fmla="*/ 42133 w 84335"/>
                  <a:gd name="csY3" fmla="*/ 193 h 131810"/>
                  <a:gd name="csX4" fmla="*/ 60389 w 84335"/>
                  <a:gd name="csY4" fmla="*/ 4355 h 131810"/>
                  <a:gd name="csX5" fmla="*/ 73288 w 84335"/>
                  <a:gd name="csY5" fmla="*/ 16446 h 131810"/>
                  <a:gd name="csX6" fmla="*/ 81424 w 84335"/>
                  <a:gd name="csY6" fmla="*/ 35673 h 131810"/>
                  <a:gd name="csX7" fmla="*/ 84400 w 84335"/>
                  <a:gd name="csY7" fmla="*/ 66197 h 131810"/>
                  <a:gd name="csX8" fmla="*/ 79638 w 84335"/>
                  <a:gd name="csY8" fmla="*/ 102867 h 131810"/>
                  <a:gd name="csX9" fmla="*/ 65549 w 84335"/>
                  <a:gd name="csY9" fmla="*/ 124472 h 131810"/>
                  <a:gd name="csX10" fmla="*/ 42133 w 84335"/>
                  <a:gd name="csY10" fmla="*/ 132004 h 131810"/>
                  <a:gd name="csX11" fmla="*/ 12764 w 84335"/>
                  <a:gd name="csY11" fmla="*/ 118724 h 131810"/>
                  <a:gd name="csX12" fmla="*/ 64 w 84335"/>
                  <a:gd name="csY12" fmla="*/ 66197 h 131810"/>
                  <a:gd name="csX13" fmla="*/ 16336 w 84335"/>
                  <a:gd name="csY13" fmla="*/ 66197 h 131810"/>
                  <a:gd name="csX14" fmla="*/ 23678 w 84335"/>
                  <a:gd name="csY14" fmla="*/ 108417 h 131810"/>
                  <a:gd name="csX15" fmla="*/ 42133 w 84335"/>
                  <a:gd name="csY15" fmla="*/ 118922 h 131810"/>
                  <a:gd name="csX16" fmla="*/ 60389 w 84335"/>
                  <a:gd name="csY16" fmla="*/ 108417 h 131810"/>
                  <a:gd name="csX17" fmla="*/ 67930 w 84335"/>
                  <a:gd name="csY17" fmla="*/ 66197 h 131810"/>
                  <a:gd name="csX18" fmla="*/ 60389 w 84335"/>
                  <a:gd name="csY18" fmla="*/ 23780 h 131810"/>
                  <a:gd name="csX19" fmla="*/ 41935 w 84335"/>
                  <a:gd name="csY19" fmla="*/ 13275 h 131810"/>
                  <a:gd name="csX20" fmla="*/ 24472 w 84335"/>
                  <a:gd name="csY20" fmla="*/ 22591 h 131810"/>
                  <a:gd name="csX21" fmla="*/ 16336 w 84335"/>
                  <a:gd name="csY21" fmla="*/ 66197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64" y="66197"/>
                    </a:moveTo>
                    <a:cubicBezTo>
                      <a:pt x="64" y="50886"/>
                      <a:pt x="1553" y="38596"/>
                      <a:pt x="4628" y="29330"/>
                    </a:cubicBezTo>
                    <a:cubicBezTo>
                      <a:pt x="7803" y="19964"/>
                      <a:pt x="12467" y="12779"/>
                      <a:pt x="18717" y="7725"/>
                    </a:cubicBezTo>
                    <a:cubicBezTo>
                      <a:pt x="24919" y="2720"/>
                      <a:pt x="32707" y="193"/>
                      <a:pt x="42133" y="193"/>
                    </a:cubicBezTo>
                    <a:cubicBezTo>
                      <a:pt x="49128" y="193"/>
                      <a:pt x="55230" y="1580"/>
                      <a:pt x="60389" y="4355"/>
                    </a:cubicBezTo>
                    <a:cubicBezTo>
                      <a:pt x="65648" y="7130"/>
                      <a:pt x="69964" y="11194"/>
                      <a:pt x="73288" y="16446"/>
                    </a:cubicBezTo>
                    <a:cubicBezTo>
                      <a:pt x="76711" y="21748"/>
                      <a:pt x="79439" y="28141"/>
                      <a:pt x="81424" y="35673"/>
                    </a:cubicBezTo>
                    <a:cubicBezTo>
                      <a:pt x="83408" y="43205"/>
                      <a:pt x="84400" y="53413"/>
                      <a:pt x="84400" y="66197"/>
                    </a:cubicBezTo>
                    <a:cubicBezTo>
                      <a:pt x="84400" y="81262"/>
                      <a:pt x="82813" y="93501"/>
                      <a:pt x="79638" y="102867"/>
                    </a:cubicBezTo>
                    <a:cubicBezTo>
                      <a:pt x="76463" y="112133"/>
                      <a:pt x="71750" y="119318"/>
                      <a:pt x="65549" y="124472"/>
                    </a:cubicBezTo>
                    <a:cubicBezTo>
                      <a:pt x="59447" y="129526"/>
                      <a:pt x="51658" y="132004"/>
                      <a:pt x="42133" y="132004"/>
                    </a:cubicBezTo>
                    <a:cubicBezTo>
                      <a:pt x="29681" y="132004"/>
                      <a:pt x="19908" y="127594"/>
                      <a:pt x="12764" y="118724"/>
                    </a:cubicBezTo>
                    <a:cubicBezTo>
                      <a:pt x="4281" y="107921"/>
                      <a:pt x="64" y="90379"/>
                      <a:pt x="64" y="66197"/>
                    </a:cubicBezTo>
                    <a:close/>
                    <a:moveTo>
                      <a:pt x="16336" y="66197"/>
                    </a:moveTo>
                    <a:cubicBezTo>
                      <a:pt x="16336" y="87357"/>
                      <a:pt x="18767" y="101430"/>
                      <a:pt x="23678" y="108417"/>
                    </a:cubicBezTo>
                    <a:cubicBezTo>
                      <a:pt x="28689" y="115453"/>
                      <a:pt x="34840" y="118922"/>
                      <a:pt x="42133" y="118922"/>
                    </a:cubicBezTo>
                    <a:cubicBezTo>
                      <a:pt x="49376" y="118922"/>
                      <a:pt x="55478" y="115453"/>
                      <a:pt x="60389" y="108417"/>
                    </a:cubicBezTo>
                    <a:cubicBezTo>
                      <a:pt x="65400" y="101430"/>
                      <a:pt x="67930" y="87357"/>
                      <a:pt x="67930" y="66197"/>
                    </a:cubicBezTo>
                    <a:cubicBezTo>
                      <a:pt x="67930" y="44939"/>
                      <a:pt x="65400" y="30817"/>
                      <a:pt x="60389" y="23780"/>
                    </a:cubicBezTo>
                    <a:cubicBezTo>
                      <a:pt x="55478" y="16793"/>
                      <a:pt x="49326" y="13275"/>
                      <a:pt x="41935" y="13275"/>
                    </a:cubicBezTo>
                    <a:cubicBezTo>
                      <a:pt x="34642" y="13275"/>
                      <a:pt x="28838" y="16397"/>
                      <a:pt x="24472" y="22591"/>
                    </a:cubicBezTo>
                    <a:cubicBezTo>
                      <a:pt x="19015" y="30420"/>
                      <a:pt x="16336" y="44939"/>
                      <a:pt x="16336" y="661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ihandform: Form 813">
                <a:extLst>
                  <a:ext uri="{FF2B5EF4-FFF2-40B4-BE49-F238E27FC236}">
                    <a16:creationId xmlns:a16="http://schemas.microsoft.com/office/drawing/2014/main" id="{DF16E1BE-A2DE-6C73-7771-17662C8D6E78}"/>
                  </a:ext>
                </a:extLst>
              </p:cNvPr>
              <p:cNvSpPr/>
              <p:nvPr/>
            </p:nvSpPr>
            <p:spPr>
              <a:xfrm>
                <a:off x="7279674" y="7606165"/>
                <a:ext cx="18057" cy="18037"/>
              </a:xfrm>
              <a:custGeom>
                <a:avLst/>
                <a:gdLst>
                  <a:gd name="csX0" fmla="*/ 72 w 18057"/>
                  <a:gd name="csY0" fmla="*/ 18230 h 18037"/>
                  <a:gd name="csX1" fmla="*/ 72 w 18057"/>
                  <a:gd name="csY1" fmla="*/ 193 h 18037"/>
                  <a:gd name="csX2" fmla="*/ 18130 w 18057"/>
                  <a:gd name="csY2" fmla="*/ 193 h 18037"/>
                  <a:gd name="csX3" fmla="*/ 18130 w 18057"/>
                  <a:gd name="csY3" fmla="*/ 18230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72" y="18230"/>
                    </a:moveTo>
                    <a:lnTo>
                      <a:pt x="72" y="193"/>
                    </a:lnTo>
                    <a:lnTo>
                      <a:pt x="18130" y="193"/>
                    </a:lnTo>
                    <a:lnTo>
                      <a:pt x="18130" y="1823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Freihandform: Form 814">
                <a:extLst>
                  <a:ext uri="{FF2B5EF4-FFF2-40B4-BE49-F238E27FC236}">
                    <a16:creationId xmlns:a16="http://schemas.microsoft.com/office/drawing/2014/main" id="{BB75D3DE-6D9A-5A28-16DF-37B0731CB380}"/>
                  </a:ext>
                </a:extLst>
              </p:cNvPr>
              <p:cNvSpPr/>
              <p:nvPr/>
            </p:nvSpPr>
            <p:spPr>
              <a:xfrm>
                <a:off x="7321934" y="7496752"/>
                <a:ext cx="83740" cy="127450"/>
              </a:xfrm>
              <a:custGeom>
                <a:avLst/>
                <a:gdLst>
                  <a:gd name="csX0" fmla="*/ 76 w 83740"/>
                  <a:gd name="csY0" fmla="*/ 15455 h 127450"/>
                  <a:gd name="csX1" fmla="*/ 76 w 83740"/>
                  <a:gd name="csY1" fmla="*/ 193 h 127450"/>
                  <a:gd name="csX2" fmla="*/ 83817 w 83740"/>
                  <a:gd name="csY2" fmla="*/ 193 h 127450"/>
                  <a:gd name="csX3" fmla="*/ 83817 w 83740"/>
                  <a:gd name="csY3" fmla="*/ 12482 h 127450"/>
                  <a:gd name="csX4" fmla="*/ 59211 w 83740"/>
                  <a:gd name="csY4" fmla="*/ 47367 h 127450"/>
                  <a:gd name="csX5" fmla="*/ 40557 w 83740"/>
                  <a:gd name="csY5" fmla="*/ 92163 h 127450"/>
                  <a:gd name="csX6" fmla="*/ 34406 w 83740"/>
                  <a:gd name="csY6" fmla="*/ 127643 h 127450"/>
                  <a:gd name="csX7" fmla="*/ 18134 w 83740"/>
                  <a:gd name="csY7" fmla="*/ 127643 h 127450"/>
                  <a:gd name="csX8" fmla="*/ 24087 w 83740"/>
                  <a:gd name="csY8" fmla="*/ 90776 h 127450"/>
                  <a:gd name="csX9" fmla="*/ 40557 w 83740"/>
                  <a:gd name="csY9" fmla="*/ 49151 h 127450"/>
                  <a:gd name="csX10" fmla="*/ 63378 w 83740"/>
                  <a:gd name="csY10" fmla="*/ 15455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76" y="15455"/>
                    </a:moveTo>
                    <a:lnTo>
                      <a:pt x="76" y="193"/>
                    </a:lnTo>
                    <a:lnTo>
                      <a:pt x="83817" y="193"/>
                    </a:lnTo>
                    <a:lnTo>
                      <a:pt x="83817" y="12482"/>
                    </a:lnTo>
                    <a:cubicBezTo>
                      <a:pt x="75582" y="21203"/>
                      <a:pt x="67396" y="32848"/>
                      <a:pt x="59211" y="47367"/>
                    </a:cubicBezTo>
                    <a:cubicBezTo>
                      <a:pt x="51124" y="61936"/>
                      <a:pt x="44923" y="76851"/>
                      <a:pt x="40557" y="92163"/>
                    </a:cubicBezTo>
                    <a:cubicBezTo>
                      <a:pt x="37382" y="103015"/>
                      <a:pt x="35299" y="114858"/>
                      <a:pt x="34406" y="127643"/>
                    </a:cubicBezTo>
                    <a:lnTo>
                      <a:pt x="18134" y="127643"/>
                    </a:lnTo>
                    <a:cubicBezTo>
                      <a:pt x="18382" y="117485"/>
                      <a:pt x="20366" y="105196"/>
                      <a:pt x="24087" y="90776"/>
                    </a:cubicBezTo>
                    <a:cubicBezTo>
                      <a:pt x="27907" y="76405"/>
                      <a:pt x="33414" y="62531"/>
                      <a:pt x="40557" y="49151"/>
                    </a:cubicBezTo>
                    <a:cubicBezTo>
                      <a:pt x="47701" y="35821"/>
                      <a:pt x="55291" y="24573"/>
                      <a:pt x="63378" y="154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ihandform: Form 815">
                <a:extLst>
                  <a:ext uri="{FF2B5EF4-FFF2-40B4-BE49-F238E27FC236}">
                    <a16:creationId xmlns:a16="http://schemas.microsoft.com/office/drawing/2014/main" id="{69A545CE-1EDC-0D91-6AA8-8308C6852F0F}"/>
                  </a:ext>
                </a:extLst>
              </p:cNvPr>
              <p:cNvSpPr/>
              <p:nvPr/>
            </p:nvSpPr>
            <p:spPr>
              <a:xfrm>
                <a:off x="7422416" y="7496752"/>
                <a:ext cx="83740" cy="127450"/>
              </a:xfrm>
              <a:custGeom>
                <a:avLst/>
                <a:gdLst>
                  <a:gd name="csX0" fmla="*/ 84 w 83740"/>
                  <a:gd name="csY0" fmla="*/ 15455 h 127450"/>
                  <a:gd name="csX1" fmla="*/ 84 w 83740"/>
                  <a:gd name="csY1" fmla="*/ 193 h 127450"/>
                  <a:gd name="csX2" fmla="*/ 83825 w 83740"/>
                  <a:gd name="csY2" fmla="*/ 193 h 127450"/>
                  <a:gd name="csX3" fmla="*/ 83825 w 83740"/>
                  <a:gd name="csY3" fmla="*/ 12482 h 127450"/>
                  <a:gd name="csX4" fmla="*/ 59218 w 83740"/>
                  <a:gd name="csY4" fmla="*/ 47367 h 127450"/>
                  <a:gd name="csX5" fmla="*/ 40565 w 83740"/>
                  <a:gd name="csY5" fmla="*/ 92163 h 127450"/>
                  <a:gd name="csX6" fmla="*/ 34414 w 83740"/>
                  <a:gd name="csY6" fmla="*/ 127643 h 127450"/>
                  <a:gd name="csX7" fmla="*/ 18142 w 83740"/>
                  <a:gd name="csY7" fmla="*/ 127643 h 127450"/>
                  <a:gd name="csX8" fmla="*/ 24095 w 83740"/>
                  <a:gd name="csY8" fmla="*/ 90776 h 127450"/>
                  <a:gd name="csX9" fmla="*/ 40565 w 83740"/>
                  <a:gd name="csY9" fmla="*/ 49151 h 127450"/>
                  <a:gd name="csX10" fmla="*/ 63386 w 83740"/>
                  <a:gd name="csY10" fmla="*/ 15455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84" y="15455"/>
                    </a:moveTo>
                    <a:lnTo>
                      <a:pt x="84" y="193"/>
                    </a:lnTo>
                    <a:lnTo>
                      <a:pt x="83825" y="193"/>
                    </a:lnTo>
                    <a:lnTo>
                      <a:pt x="83825" y="12482"/>
                    </a:lnTo>
                    <a:cubicBezTo>
                      <a:pt x="75590" y="21203"/>
                      <a:pt x="67404" y="32848"/>
                      <a:pt x="59218" y="47367"/>
                    </a:cubicBezTo>
                    <a:cubicBezTo>
                      <a:pt x="51132" y="61936"/>
                      <a:pt x="44931" y="76851"/>
                      <a:pt x="40565" y="92163"/>
                    </a:cubicBezTo>
                    <a:cubicBezTo>
                      <a:pt x="37390" y="103015"/>
                      <a:pt x="35307" y="114858"/>
                      <a:pt x="34414" y="127643"/>
                    </a:cubicBezTo>
                    <a:lnTo>
                      <a:pt x="18142" y="127643"/>
                    </a:lnTo>
                    <a:cubicBezTo>
                      <a:pt x="18390" y="117485"/>
                      <a:pt x="20374" y="105196"/>
                      <a:pt x="24095" y="90776"/>
                    </a:cubicBezTo>
                    <a:cubicBezTo>
                      <a:pt x="27915" y="76405"/>
                      <a:pt x="33422" y="62531"/>
                      <a:pt x="40565" y="49151"/>
                    </a:cubicBezTo>
                    <a:cubicBezTo>
                      <a:pt x="47709" y="35821"/>
                      <a:pt x="55299" y="24573"/>
                      <a:pt x="63386" y="154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7" name="Grafik 637">
              <a:extLst>
                <a:ext uri="{FF2B5EF4-FFF2-40B4-BE49-F238E27FC236}">
                  <a16:creationId xmlns:a16="http://schemas.microsoft.com/office/drawing/2014/main" id="{21A04012-D3EA-F3F8-AAB8-57B55B729DD0}"/>
                </a:ext>
              </a:extLst>
            </p:cNvPr>
            <p:cNvGrpSpPr/>
            <p:nvPr/>
          </p:nvGrpSpPr>
          <p:grpSpPr>
            <a:xfrm>
              <a:off x="7668073" y="7494572"/>
              <a:ext cx="335300" cy="131810"/>
              <a:chOff x="7668073" y="7494572"/>
              <a:chExt cx="335300" cy="131810"/>
            </a:xfrm>
            <a:solidFill>
              <a:srgbClr val="000000"/>
            </a:solidFill>
          </p:grpSpPr>
          <p:sp>
            <p:nvSpPr>
              <p:cNvPr id="818" name="Freihandform: Form 817">
                <a:extLst>
                  <a:ext uri="{FF2B5EF4-FFF2-40B4-BE49-F238E27FC236}">
                    <a16:creationId xmlns:a16="http://schemas.microsoft.com/office/drawing/2014/main" id="{4DF9B4B1-E0FB-CFF6-AFD3-6D54E28BA3C1}"/>
                  </a:ext>
                </a:extLst>
              </p:cNvPr>
              <p:cNvSpPr/>
              <p:nvPr/>
            </p:nvSpPr>
            <p:spPr>
              <a:xfrm>
                <a:off x="7668073" y="7494572"/>
                <a:ext cx="84335" cy="131810"/>
              </a:xfrm>
              <a:custGeom>
                <a:avLst/>
                <a:gdLst>
                  <a:gd name="csX0" fmla="*/ 103 w 84335"/>
                  <a:gd name="csY0" fmla="*/ 66197 h 131810"/>
                  <a:gd name="csX1" fmla="*/ 4668 w 84335"/>
                  <a:gd name="csY1" fmla="*/ 29330 h 131810"/>
                  <a:gd name="csX2" fmla="*/ 18757 w 84335"/>
                  <a:gd name="csY2" fmla="*/ 7725 h 131810"/>
                  <a:gd name="csX3" fmla="*/ 42172 w 84335"/>
                  <a:gd name="csY3" fmla="*/ 193 h 131810"/>
                  <a:gd name="csX4" fmla="*/ 60428 w 84335"/>
                  <a:gd name="csY4" fmla="*/ 4355 h 131810"/>
                  <a:gd name="csX5" fmla="*/ 73327 w 84335"/>
                  <a:gd name="csY5" fmla="*/ 16446 h 131810"/>
                  <a:gd name="csX6" fmla="*/ 81463 w 84335"/>
                  <a:gd name="csY6" fmla="*/ 35673 h 131810"/>
                  <a:gd name="csX7" fmla="*/ 84439 w 84335"/>
                  <a:gd name="csY7" fmla="*/ 66197 h 131810"/>
                  <a:gd name="csX8" fmla="*/ 79677 w 84335"/>
                  <a:gd name="csY8" fmla="*/ 102867 h 131810"/>
                  <a:gd name="csX9" fmla="*/ 65588 w 84335"/>
                  <a:gd name="csY9" fmla="*/ 124472 h 131810"/>
                  <a:gd name="csX10" fmla="*/ 42172 w 84335"/>
                  <a:gd name="csY10" fmla="*/ 132004 h 131810"/>
                  <a:gd name="csX11" fmla="*/ 12803 w 84335"/>
                  <a:gd name="csY11" fmla="*/ 118724 h 131810"/>
                  <a:gd name="csX12" fmla="*/ 103 w 84335"/>
                  <a:gd name="csY12" fmla="*/ 66197 h 131810"/>
                  <a:gd name="csX13" fmla="*/ 16375 w 84335"/>
                  <a:gd name="csY13" fmla="*/ 66197 h 131810"/>
                  <a:gd name="csX14" fmla="*/ 23718 w 84335"/>
                  <a:gd name="csY14" fmla="*/ 108417 h 131810"/>
                  <a:gd name="csX15" fmla="*/ 42172 w 84335"/>
                  <a:gd name="csY15" fmla="*/ 118922 h 131810"/>
                  <a:gd name="csX16" fmla="*/ 60428 w 84335"/>
                  <a:gd name="csY16" fmla="*/ 108417 h 131810"/>
                  <a:gd name="csX17" fmla="*/ 67969 w 84335"/>
                  <a:gd name="csY17" fmla="*/ 66197 h 131810"/>
                  <a:gd name="csX18" fmla="*/ 60428 w 84335"/>
                  <a:gd name="csY18" fmla="*/ 23780 h 131810"/>
                  <a:gd name="csX19" fmla="*/ 41974 w 84335"/>
                  <a:gd name="csY19" fmla="*/ 13275 h 131810"/>
                  <a:gd name="csX20" fmla="*/ 24511 w 84335"/>
                  <a:gd name="csY20" fmla="*/ 22591 h 131810"/>
                  <a:gd name="csX21" fmla="*/ 16375 w 84335"/>
                  <a:gd name="csY21" fmla="*/ 66197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03" y="66197"/>
                    </a:moveTo>
                    <a:cubicBezTo>
                      <a:pt x="103" y="50886"/>
                      <a:pt x="1592" y="38596"/>
                      <a:pt x="4668" y="29330"/>
                    </a:cubicBezTo>
                    <a:cubicBezTo>
                      <a:pt x="7843" y="19964"/>
                      <a:pt x="12506" y="12779"/>
                      <a:pt x="18757" y="7725"/>
                    </a:cubicBezTo>
                    <a:cubicBezTo>
                      <a:pt x="24958" y="2720"/>
                      <a:pt x="32746" y="193"/>
                      <a:pt x="42172" y="193"/>
                    </a:cubicBezTo>
                    <a:cubicBezTo>
                      <a:pt x="49167" y="193"/>
                      <a:pt x="55269" y="1580"/>
                      <a:pt x="60428" y="4355"/>
                    </a:cubicBezTo>
                    <a:cubicBezTo>
                      <a:pt x="65687" y="7130"/>
                      <a:pt x="70003" y="11194"/>
                      <a:pt x="73327" y="16446"/>
                    </a:cubicBezTo>
                    <a:cubicBezTo>
                      <a:pt x="76750" y="21748"/>
                      <a:pt x="79478" y="28141"/>
                      <a:pt x="81463" y="35673"/>
                    </a:cubicBezTo>
                    <a:cubicBezTo>
                      <a:pt x="83447" y="43205"/>
                      <a:pt x="84439" y="53413"/>
                      <a:pt x="84439" y="66197"/>
                    </a:cubicBezTo>
                    <a:cubicBezTo>
                      <a:pt x="84439" y="81262"/>
                      <a:pt x="82852" y="93501"/>
                      <a:pt x="79677" y="102867"/>
                    </a:cubicBezTo>
                    <a:cubicBezTo>
                      <a:pt x="76502" y="112133"/>
                      <a:pt x="71789" y="119318"/>
                      <a:pt x="65588" y="124472"/>
                    </a:cubicBezTo>
                    <a:cubicBezTo>
                      <a:pt x="59486" y="129526"/>
                      <a:pt x="51697" y="132004"/>
                      <a:pt x="42172" y="132004"/>
                    </a:cubicBezTo>
                    <a:cubicBezTo>
                      <a:pt x="29720" y="132004"/>
                      <a:pt x="19947" y="127594"/>
                      <a:pt x="12803" y="118724"/>
                    </a:cubicBezTo>
                    <a:cubicBezTo>
                      <a:pt x="4320" y="107921"/>
                      <a:pt x="103" y="90379"/>
                      <a:pt x="103" y="66197"/>
                    </a:cubicBezTo>
                    <a:close/>
                    <a:moveTo>
                      <a:pt x="16375" y="66197"/>
                    </a:moveTo>
                    <a:cubicBezTo>
                      <a:pt x="16375" y="87357"/>
                      <a:pt x="18806" y="101430"/>
                      <a:pt x="23718" y="108417"/>
                    </a:cubicBezTo>
                    <a:cubicBezTo>
                      <a:pt x="28728" y="115453"/>
                      <a:pt x="34880" y="118922"/>
                      <a:pt x="42172" y="118922"/>
                    </a:cubicBezTo>
                    <a:cubicBezTo>
                      <a:pt x="49415" y="118922"/>
                      <a:pt x="55517" y="115453"/>
                      <a:pt x="60428" y="108417"/>
                    </a:cubicBezTo>
                    <a:cubicBezTo>
                      <a:pt x="65439" y="101430"/>
                      <a:pt x="67969" y="87357"/>
                      <a:pt x="67969" y="66197"/>
                    </a:cubicBezTo>
                    <a:cubicBezTo>
                      <a:pt x="67969" y="44939"/>
                      <a:pt x="65439" y="30817"/>
                      <a:pt x="60428" y="23780"/>
                    </a:cubicBezTo>
                    <a:cubicBezTo>
                      <a:pt x="55517" y="16793"/>
                      <a:pt x="49366" y="13275"/>
                      <a:pt x="41974" y="13275"/>
                    </a:cubicBezTo>
                    <a:cubicBezTo>
                      <a:pt x="34681" y="13275"/>
                      <a:pt x="28877" y="16397"/>
                      <a:pt x="24511" y="22591"/>
                    </a:cubicBezTo>
                    <a:cubicBezTo>
                      <a:pt x="19054" y="30420"/>
                      <a:pt x="16375" y="44939"/>
                      <a:pt x="16375" y="661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Freihandform: Form 818">
                <a:extLst>
                  <a:ext uri="{FF2B5EF4-FFF2-40B4-BE49-F238E27FC236}">
                    <a16:creationId xmlns:a16="http://schemas.microsoft.com/office/drawing/2014/main" id="{3DD63390-51DA-4490-A21D-1195156248B8}"/>
                  </a:ext>
                </a:extLst>
              </p:cNvPr>
              <p:cNvSpPr/>
              <p:nvPr/>
            </p:nvSpPr>
            <p:spPr>
              <a:xfrm>
                <a:off x="7777486" y="7606165"/>
                <a:ext cx="18057" cy="18037"/>
              </a:xfrm>
              <a:custGeom>
                <a:avLst/>
                <a:gdLst>
                  <a:gd name="csX0" fmla="*/ 111 w 18057"/>
                  <a:gd name="csY0" fmla="*/ 18230 h 18037"/>
                  <a:gd name="csX1" fmla="*/ 111 w 18057"/>
                  <a:gd name="csY1" fmla="*/ 193 h 18037"/>
                  <a:gd name="csX2" fmla="*/ 18169 w 18057"/>
                  <a:gd name="csY2" fmla="*/ 193 h 18037"/>
                  <a:gd name="csX3" fmla="*/ 18169 w 18057"/>
                  <a:gd name="csY3" fmla="*/ 18230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11" y="18230"/>
                    </a:moveTo>
                    <a:lnTo>
                      <a:pt x="111" y="193"/>
                    </a:lnTo>
                    <a:lnTo>
                      <a:pt x="18169" y="193"/>
                    </a:lnTo>
                    <a:lnTo>
                      <a:pt x="18169" y="1823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ihandform: Form 819">
                <a:extLst>
                  <a:ext uri="{FF2B5EF4-FFF2-40B4-BE49-F238E27FC236}">
                    <a16:creationId xmlns:a16="http://schemas.microsoft.com/office/drawing/2014/main" id="{5CFB8E67-0E3A-C383-09FF-AA17E2155788}"/>
                  </a:ext>
                </a:extLst>
              </p:cNvPr>
              <p:cNvSpPr/>
              <p:nvPr/>
            </p:nvSpPr>
            <p:spPr>
              <a:xfrm>
                <a:off x="7819746" y="7496752"/>
                <a:ext cx="83740" cy="127450"/>
              </a:xfrm>
              <a:custGeom>
                <a:avLst/>
                <a:gdLst>
                  <a:gd name="csX0" fmla="*/ 115 w 83740"/>
                  <a:gd name="csY0" fmla="*/ 15455 h 127450"/>
                  <a:gd name="csX1" fmla="*/ 115 w 83740"/>
                  <a:gd name="csY1" fmla="*/ 193 h 127450"/>
                  <a:gd name="csX2" fmla="*/ 83856 w 83740"/>
                  <a:gd name="csY2" fmla="*/ 193 h 127450"/>
                  <a:gd name="csX3" fmla="*/ 83856 w 83740"/>
                  <a:gd name="csY3" fmla="*/ 12482 h 127450"/>
                  <a:gd name="csX4" fmla="*/ 59250 w 83740"/>
                  <a:gd name="csY4" fmla="*/ 47367 h 127450"/>
                  <a:gd name="csX5" fmla="*/ 40597 w 83740"/>
                  <a:gd name="csY5" fmla="*/ 92163 h 127450"/>
                  <a:gd name="csX6" fmla="*/ 34445 w 83740"/>
                  <a:gd name="csY6" fmla="*/ 127643 h 127450"/>
                  <a:gd name="csX7" fmla="*/ 18173 w 83740"/>
                  <a:gd name="csY7" fmla="*/ 127643 h 127450"/>
                  <a:gd name="csX8" fmla="*/ 24126 w 83740"/>
                  <a:gd name="csY8" fmla="*/ 90776 h 127450"/>
                  <a:gd name="csX9" fmla="*/ 40597 w 83740"/>
                  <a:gd name="csY9" fmla="*/ 49151 h 127450"/>
                  <a:gd name="csX10" fmla="*/ 63417 w 83740"/>
                  <a:gd name="csY10" fmla="*/ 15455 h 127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83740" h="127450">
                    <a:moveTo>
                      <a:pt x="115" y="15455"/>
                    </a:moveTo>
                    <a:lnTo>
                      <a:pt x="115" y="193"/>
                    </a:lnTo>
                    <a:lnTo>
                      <a:pt x="83856" y="193"/>
                    </a:lnTo>
                    <a:lnTo>
                      <a:pt x="83856" y="12482"/>
                    </a:lnTo>
                    <a:cubicBezTo>
                      <a:pt x="75621" y="21203"/>
                      <a:pt x="67435" y="32848"/>
                      <a:pt x="59250" y="47367"/>
                    </a:cubicBezTo>
                    <a:cubicBezTo>
                      <a:pt x="51163" y="61936"/>
                      <a:pt x="44962" y="76851"/>
                      <a:pt x="40597" y="92163"/>
                    </a:cubicBezTo>
                    <a:cubicBezTo>
                      <a:pt x="37422" y="103015"/>
                      <a:pt x="35338" y="114858"/>
                      <a:pt x="34445" y="127643"/>
                    </a:cubicBezTo>
                    <a:lnTo>
                      <a:pt x="18173" y="127643"/>
                    </a:lnTo>
                    <a:cubicBezTo>
                      <a:pt x="18421" y="117485"/>
                      <a:pt x="20406" y="105196"/>
                      <a:pt x="24126" y="90776"/>
                    </a:cubicBezTo>
                    <a:cubicBezTo>
                      <a:pt x="27946" y="76405"/>
                      <a:pt x="33453" y="62531"/>
                      <a:pt x="40597" y="49151"/>
                    </a:cubicBezTo>
                    <a:cubicBezTo>
                      <a:pt x="47740" y="35821"/>
                      <a:pt x="55331" y="24573"/>
                      <a:pt x="63417" y="154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Freihandform: Form 820">
                <a:extLst>
                  <a:ext uri="{FF2B5EF4-FFF2-40B4-BE49-F238E27FC236}">
                    <a16:creationId xmlns:a16="http://schemas.microsoft.com/office/drawing/2014/main" id="{86EAEB5A-3B7B-C66B-F923-0FA8001C4FE9}"/>
                  </a:ext>
                </a:extLst>
              </p:cNvPr>
              <p:cNvSpPr/>
              <p:nvPr/>
            </p:nvSpPr>
            <p:spPr>
              <a:xfrm>
                <a:off x="7914077" y="7495166"/>
                <a:ext cx="89296" cy="129036"/>
              </a:xfrm>
              <a:custGeom>
                <a:avLst/>
                <a:gdLst>
                  <a:gd name="csX0" fmla="*/ 56083 w 89296"/>
                  <a:gd name="csY0" fmla="*/ 129229 h 129036"/>
                  <a:gd name="csX1" fmla="*/ 56083 w 89296"/>
                  <a:gd name="csY1" fmla="*/ 98308 h 129036"/>
                  <a:gd name="csX2" fmla="*/ 123 w 89296"/>
                  <a:gd name="csY2" fmla="*/ 98308 h 129036"/>
                  <a:gd name="csX3" fmla="*/ 123 w 89296"/>
                  <a:gd name="csY3" fmla="*/ 83838 h 129036"/>
                  <a:gd name="csX4" fmla="*/ 59059 w 89296"/>
                  <a:gd name="csY4" fmla="*/ 193 h 129036"/>
                  <a:gd name="csX5" fmla="*/ 71958 w 89296"/>
                  <a:gd name="csY5" fmla="*/ 193 h 129036"/>
                  <a:gd name="csX6" fmla="*/ 71958 w 89296"/>
                  <a:gd name="csY6" fmla="*/ 83838 h 129036"/>
                  <a:gd name="csX7" fmla="*/ 89420 w 89296"/>
                  <a:gd name="csY7" fmla="*/ 83838 h 129036"/>
                  <a:gd name="csX8" fmla="*/ 89420 w 89296"/>
                  <a:gd name="csY8" fmla="*/ 98308 h 129036"/>
                  <a:gd name="csX9" fmla="*/ 71958 w 89296"/>
                  <a:gd name="csY9" fmla="*/ 98308 h 129036"/>
                  <a:gd name="csX10" fmla="*/ 71958 w 89296"/>
                  <a:gd name="csY10" fmla="*/ 129229 h 129036"/>
                  <a:gd name="csX11" fmla="*/ 56083 w 89296"/>
                  <a:gd name="csY11" fmla="*/ 83838 h 129036"/>
                  <a:gd name="csX12" fmla="*/ 56083 w 89296"/>
                  <a:gd name="csY12" fmla="*/ 25564 h 129036"/>
                  <a:gd name="csX13" fmla="*/ 15601 w 89296"/>
                  <a:gd name="csY13" fmla="*/ 83838 h 1290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9296" h="129036">
                    <a:moveTo>
                      <a:pt x="56083" y="129229"/>
                    </a:moveTo>
                    <a:lnTo>
                      <a:pt x="56083" y="98308"/>
                    </a:lnTo>
                    <a:lnTo>
                      <a:pt x="123" y="98308"/>
                    </a:lnTo>
                    <a:lnTo>
                      <a:pt x="123" y="83838"/>
                    </a:lnTo>
                    <a:lnTo>
                      <a:pt x="59059" y="193"/>
                    </a:lnTo>
                    <a:lnTo>
                      <a:pt x="71958" y="193"/>
                    </a:lnTo>
                    <a:lnTo>
                      <a:pt x="71958" y="83838"/>
                    </a:lnTo>
                    <a:lnTo>
                      <a:pt x="89420" y="83838"/>
                    </a:lnTo>
                    <a:lnTo>
                      <a:pt x="89420" y="98308"/>
                    </a:lnTo>
                    <a:lnTo>
                      <a:pt x="71958" y="98308"/>
                    </a:lnTo>
                    <a:lnTo>
                      <a:pt x="71958" y="129229"/>
                    </a:lnTo>
                    <a:close/>
                    <a:moveTo>
                      <a:pt x="56083" y="83838"/>
                    </a:moveTo>
                    <a:lnTo>
                      <a:pt x="56083" y="25564"/>
                    </a:lnTo>
                    <a:lnTo>
                      <a:pt x="15601" y="83838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2" name="Grafik 637">
              <a:extLst>
                <a:ext uri="{FF2B5EF4-FFF2-40B4-BE49-F238E27FC236}">
                  <a16:creationId xmlns:a16="http://schemas.microsoft.com/office/drawing/2014/main" id="{BA0AC7C9-49C2-8484-7F55-A70067379984}"/>
                </a:ext>
              </a:extLst>
            </p:cNvPr>
            <p:cNvGrpSpPr/>
            <p:nvPr/>
          </p:nvGrpSpPr>
          <p:grpSpPr>
            <a:xfrm>
              <a:off x="8165885" y="7494572"/>
              <a:ext cx="335697" cy="132009"/>
              <a:chOff x="8165885" y="7494572"/>
              <a:chExt cx="335697" cy="132009"/>
            </a:xfrm>
            <a:solidFill>
              <a:srgbClr val="000000"/>
            </a:solidFill>
          </p:grpSpPr>
          <p:sp>
            <p:nvSpPr>
              <p:cNvPr id="823" name="Freihandform: Form 822">
                <a:extLst>
                  <a:ext uri="{FF2B5EF4-FFF2-40B4-BE49-F238E27FC236}">
                    <a16:creationId xmlns:a16="http://schemas.microsoft.com/office/drawing/2014/main" id="{8834A9E4-B2DF-964C-A464-2C534A46AB1F}"/>
                  </a:ext>
                </a:extLst>
              </p:cNvPr>
              <p:cNvSpPr/>
              <p:nvPr/>
            </p:nvSpPr>
            <p:spPr>
              <a:xfrm>
                <a:off x="8165885" y="7494572"/>
                <a:ext cx="84335" cy="131810"/>
              </a:xfrm>
              <a:custGeom>
                <a:avLst/>
                <a:gdLst>
                  <a:gd name="csX0" fmla="*/ 143 w 84335"/>
                  <a:gd name="csY0" fmla="*/ 66197 h 131810"/>
                  <a:gd name="csX1" fmla="*/ 4707 w 84335"/>
                  <a:gd name="csY1" fmla="*/ 29330 h 131810"/>
                  <a:gd name="csX2" fmla="*/ 18796 w 84335"/>
                  <a:gd name="csY2" fmla="*/ 7725 h 131810"/>
                  <a:gd name="csX3" fmla="*/ 42211 w 84335"/>
                  <a:gd name="csY3" fmla="*/ 193 h 131810"/>
                  <a:gd name="csX4" fmla="*/ 60468 w 84335"/>
                  <a:gd name="csY4" fmla="*/ 4355 h 131810"/>
                  <a:gd name="csX5" fmla="*/ 73366 w 84335"/>
                  <a:gd name="csY5" fmla="*/ 16446 h 131810"/>
                  <a:gd name="csX6" fmla="*/ 81502 w 84335"/>
                  <a:gd name="csY6" fmla="*/ 35673 h 131810"/>
                  <a:gd name="csX7" fmla="*/ 84479 w 84335"/>
                  <a:gd name="csY7" fmla="*/ 66197 h 131810"/>
                  <a:gd name="csX8" fmla="*/ 79716 w 84335"/>
                  <a:gd name="csY8" fmla="*/ 102867 h 131810"/>
                  <a:gd name="csX9" fmla="*/ 65627 w 84335"/>
                  <a:gd name="csY9" fmla="*/ 124472 h 131810"/>
                  <a:gd name="csX10" fmla="*/ 42211 w 84335"/>
                  <a:gd name="csY10" fmla="*/ 132004 h 131810"/>
                  <a:gd name="csX11" fmla="*/ 12843 w 84335"/>
                  <a:gd name="csY11" fmla="*/ 118724 h 131810"/>
                  <a:gd name="csX12" fmla="*/ 143 w 84335"/>
                  <a:gd name="csY12" fmla="*/ 66197 h 131810"/>
                  <a:gd name="csX13" fmla="*/ 16415 w 84335"/>
                  <a:gd name="csY13" fmla="*/ 66197 h 131810"/>
                  <a:gd name="csX14" fmla="*/ 23757 w 84335"/>
                  <a:gd name="csY14" fmla="*/ 108417 h 131810"/>
                  <a:gd name="csX15" fmla="*/ 42211 w 84335"/>
                  <a:gd name="csY15" fmla="*/ 118922 h 131810"/>
                  <a:gd name="csX16" fmla="*/ 60468 w 84335"/>
                  <a:gd name="csY16" fmla="*/ 108417 h 131810"/>
                  <a:gd name="csX17" fmla="*/ 68008 w 84335"/>
                  <a:gd name="csY17" fmla="*/ 66197 h 131810"/>
                  <a:gd name="csX18" fmla="*/ 60468 w 84335"/>
                  <a:gd name="csY18" fmla="*/ 23780 h 131810"/>
                  <a:gd name="csX19" fmla="*/ 42013 w 84335"/>
                  <a:gd name="csY19" fmla="*/ 13275 h 131810"/>
                  <a:gd name="csX20" fmla="*/ 24550 w 84335"/>
                  <a:gd name="csY20" fmla="*/ 22591 h 131810"/>
                  <a:gd name="csX21" fmla="*/ 16415 w 84335"/>
                  <a:gd name="csY21" fmla="*/ 66197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4335" h="131810">
                    <a:moveTo>
                      <a:pt x="143" y="66197"/>
                    </a:moveTo>
                    <a:cubicBezTo>
                      <a:pt x="143" y="50886"/>
                      <a:pt x="1631" y="38596"/>
                      <a:pt x="4707" y="29330"/>
                    </a:cubicBezTo>
                    <a:cubicBezTo>
                      <a:pt x="7882" y="19964"/>
                      <a:pt x="12545" y="12779"/>
                      <a:pt x="18796" y="7725"/>
                    </a:cubicBezTo>
                    <a:cubicBezTo>
                      <a:pt x="24997" y="2720"/>
                      <a:pt x="32786" y="193"/>
                      <a:pt x="42211" y="193"/>
                    </a:cubicBezTo>
                    <a:cubicBezTo>
                      <a:pt x="49206" y="193"/>
                      <a:pt x="55308" y="1580"/>
                      <a:pt x="60468" y="4355"/>
                    </a:cubicBezTo>
                    <a:cubicBezTo>
                      <a:pt x="65726" y="7130"/>
                      <a:pt x="70042" y="11194"/>
                      <a:pt x="73366" y="16446"/>
                    </a:cubicBezTo>
                    <a:cubicBezTo>
                      <a:pt x="76789" y="21748"/>
                      <a:pt x="79518" y="28141"/>
                      <a:pt x="81502" y="35673"/>
                    </a:cubicBezTo>
                    <a:cubicBezTo>
                      <a:pt x="83486" y="43205"/>
                      <a:pt x="84479" y="53413"/>
                      <a:pt x="84479" y="66197"/>
                    </a:cubicBezTo>
                    <a:cubicBezTo>
                      <a:pt x="84479" y="81262"/>
                      <a:pt x="82891" y="93501"/>
                      <a:pt x="79716" y="102867"/>
                    </a:cubicBezTo>
                    <a:cubicBezTo>
                      <a:pt x="76541" y="112133"/>
                      <a:pt x="71828" y="119318"/>
                      <a:pt x="65627" y="124472"/>
                    </a:cubicBezTo>
                    <a:cubicBezTo>
                      <a:pt x="59525" y="129526"/>
                      <a:pt x="51736" y="132004"/>
                      <a:pt x="42211" y="132004"/>
                    </a:cubicBezTo>
                    <a:cubicBezTo>
                      <a:pt x="29759" y="132004"/>
                      <a:pt x="19986" y="127594"/>
                      <a:pt x="12843" y="118724"/>
                    </a:cubicBezTo>
                    <a:cubicBezTo>
                      <a:pt x="4359" y="107921"/>
                      <a:pt x="143" y="90379"/>
                      <a:pt x="143" y="66197"/>
                    </a:cubicBezTo>
                    <a:close/>
                    <a:moveTo>
                      <a:pt x="16415" y="66197"/>
                    </a:moveTo>
                    <a:cubicBezTo>
                      <a:pt x="16415" y="87357"/>
                      <a:pt x="18845" y="101430"/>
                      <a:pt x="23757" y="108417"/>
                    </a:cubicBezTo>
                    <a:cubicBezTo>
                      <a:pt x="28767" y="115453"/>
                      <a:pt x="34919" y="118922"/>
                      <a:pt x="42211" y="118922"/>
                    </a:cubicBezTo>
                    <a:cubicBezTo>
                      <a:pt x="49454" y="118922"/>
                      <a:pt x="55556" y="115453"/>
                      <a:pt x="60468" y="108417"/>
                    </a:cubicBezTo>
                    <a:cubicBezTo>
                      <a:pt x="65478" y="101430"/>
                      <a:pt x="68008" y="87357"/>
                      <a:pt x="68008" y="66197"/>
                    </a:cubicBezTo>
                    <a:cubicBezTo>
                      <a:pt x="68008" y="44939"/>
                      <a:pt x="65478" y="30817"/>
                      <a:pt x="60468" y="23780"/>
                    </a:cubicBezTo>
                    <a:cubicBezTo>
                      <a:pt x="55556" y="16793"/>
                      <a:pt x="49405" y="13275"/>
                      <a:pt x="42013" y="13275"/>
                    </a:cubicBezTo>
                    <a:cubicBezTo>
                      <a:pt x="34720" y="13275"/>
                      <a:pt x="28916" y="16397"/>
                      <a:pt x="24550" y="22591"/>
                    </a:cubicBezTo>
                    <a:cubicBezTo>
                      <a:pt x="19093" y="30420"/>
                      <a:pt x="16415" y="44939"/>
                      <a:pt x="16415" y="661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ihandform: Form 823">
                <a:extLst>
                  <a:ext uri="{FF2B5EF4-FFF2-40B4-BE49-F238E27FC236}">
                    <a16:creationId xmlns:a16="http://schemas.microsoft.com/office/drawing/2014/main" id="{05D54AAA-FE3C-2773-B58F-986A347659FD}"/>
                  </a:ext>
                </a:extLst>
              </p:cNvPr>
              <p:cNvSpPr/>
              <p:nvPr/>
            </p:nvSpPr>
            <p:spPr>
              <a:xfrm>
                <a:off x="8275298" y="7606165"/>
                <a:ext cx="18057" cy="18037"/>
              </a:xfrm>
              <a:custGeom>
                <a:avLst/>
                <a:gdLst>
                  <a:gd name="csX0" fmla="*/ 151 w 18057"/>
                  <a:gd name="csY0" fmla="*/ 18230 h 18037"/>
                  <a:gd name="csX1" fmla="*/ 151 w 18057"/>
                  <a:gd name="csY1" fmla="*/ 193 h 18037"/>
                  <a:gd name="csX2" fmla="*/ 18208 w 18057"/>
                  <a:gd name="csY2" fmla="*/ 193 h 18037"/>
                  <a:gd name="csX3" fmla="*/ 18208 w 18057"/>
                  <a:gd name="csY3" fmla="*/ 18230 h 180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8057" h="18037">
                    <a:moveTo>
                      <a:pt x="151" y="18230"/>
                    </a:moveTo>
                    <a:lnTo>
                      <a:pt x="151" y="193"/>
                    </a:lnTo>
                    <a:lnTo>
                      <a:pt x="18208" y="193"/>
                    </a:lnTo>
                    <a:lnTo>
                      <a:pt x="18208" y="1823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Freihandform: Form 824">
                <a:extLst>
                  <a:ext uri="{FF2B5EF4-FFF2-40B4-BE49-F238E27FC236}">
                    <a16:creationId xmlns:a16="http://schemas.microsoft.com/office/drawing/2014/main" id="{DF0E0B34-39A2-5625-EDD4-FB160C086B42}"/>
                  </a:ext>
                </a:extLst>
              </p:cNvPr>
              <p:cNvSpPr/>
              <p:nvPr/>
            </p:nvSpPr>
            <p:spPr>
              <a:xfrm>
                <a:off x="8316565" y="7494572"/>
                <a:ext cx="84732" cy="132009"/>
              </a:xfrm>
              <a:custGeom>
                <a:avLst/>
                <a:gdLst>
                  <a:gd name="csX0" fmla="*/ 155 w 84732"/>
                  <a:gd name="csY0" fmla="*/ 95731 h 132009"/>
                  <a:gd name="csX1" fmla="*/ 16030 w 84732"/>
                  <a:gd name="csY1" fmla="*/ 93551 h 132009"/>
                  <a:gd name="csX2" fmla="*/ 25356 w 84732"/>
                  <a:gd name="csY2" fmla="*/ 112975 h 132009"/>
                  <a:gd name="csX3" fmla="*/ 41430 w 84732"/>
                  <a:gd name="csY3" fmla="*/ 118922 h 132009"/>
                  <a:gd name="csX4" fmla="*/ 60281 w 84732"/>
                  <a:gd name="csY4" fmla="*/ 111192 h 132009"/>
                  <a:gd name="csX5" fmla="*/ 68020 w 84732"/>
                  <a:gd name="csY5" fmla="*/ 91965 h 132009"/>
                  <a:gd name="csX6" fmla="*/ 60876 w 84732"/>
                  <a:gd name="csY6" fmla="*/ 74126 h 132009"/>
                  <a:gd name="csX7" fmla="*/ 42620 w 84732"/>
                  <a:gd name="csY7" fmla="*/ 66990 h 132009"/>
                  <a:gd name="csX8" fmla="*/ 31508 w 84732"/>
                  <a:gd name="csY8" fmla="*/ 68774 h 132009"/>
                  <a:gd name="csX9" fmla="*/ 33294 w 84732"/>
                  <a:gd name="csY9" fmla="*/ 54701 h 132009"/>
                  <a:gd name="csX10" fmla="*/ 35873 w 84732"/>
                  <a:gd name="csY10" fmla="*/ 54899 h 132009"/>
                  <a:gd name="csX11" fmla="*/ 54130 w 84732"/>
                  <a:gd name="csY11" fmla="*/ 49746 h 132009"/>
                  <a:gd name="csX12" fmla="*/ 62265 w 84732"/>
                  <a:gd name="csY12" fmla="*/ 33294 h 132009"/>
                  <a:gd name="csX13" fmla="*/ 56312 w 84732"/>
                  <a:gd name="csY13" fmla="*/ 19023 h 132009"/>
                  <a:gd name="csX14" fmla="*/ 41033 w 84732"/>
                  <a:gd name="csY14" fmla="*/ 13275 h 132009"/>
                  <a:gd name="csX15" fmla="*/ 25555 w 84732"/>
                  <a:gd name="csY15" fmla="*/ 19023 h 132009"/>
                  <a:gd name="csX16" fmla="*/ 17617 w 84732"/>
                  <a:gd name="csY16" fmla="*/ 36466 h 132009"/>
                  <a:gd name="csX17" fmla="*/ 1742 w 84732"/>
                  <a:gd name="csY17" fmla="*/ 33691 h 132009"/>
                  <a:gd name="csX18" fmla="*/ 15037 w 84732"/>
                  <a:gd name="csY18" fmla="*/ 8914 h 132009"/>
                  <a:gd name="csX19" fmla="*/ 40636 w 84732"/>
                  <a:gd name="csY19" fmla="*/ 193 h 132009"/>
                  <a:gd name="csX20" fmla="*/ 60083 w 84732"/>
                  <a:gd name="csY20" fmla="*/ 4752 h 132009"/>
                  <a:gd name="csX21" fmla="*/ 73775 w 84732"/>
                  <a:gd name="csY21" fmla="*/ 17239 h 132009"/>
                  <a:gd name="csX22" fmla="*/ 78537 w 84732"/>
                  <a:gd name="csY22" fmla="*/ 33691 h 132009"/>
                  <a:gd name="csX23" fmla="*/ 73973 w 84732"/>
                  <a:gd name="csY23" fmla="*/ 48953 h 132009"/>
                  <a:gd name="csX24" fmla="*/ 60678 w 84732"/>
                  <a:gd name="csY24" fmla="*/ 59855 h 132009"/>
                  <a:gd name="csX25" fmla="*/ 78537 w 84732"/>
                  <a:gd name="csY25" fmla="*/ 70955 h 132009"/>
                  <a:gd name="csX26" fmla="*/ 84887 w 84732"/>
                  <a:gd name="csY26" fmla="*/ 91767 h 132009"/>
                  <a:gd name="csX27" fmla="*/ 72386 w 84732"/>
                  <a:gd name="csY27" fmla="*/ 120508 h 132009"/>
                  <a:gd name="csX28" fmla="*/ 41231 w 84732"/>
                  <a:gd name="csY28" fmla="*/ 132202 h 132009"/>
                  <a:gd name="csX29" fmla="*/ 13053 w 84732"/>
                  <a:gd name="csY29" fmla="*/ 122093 h 132009"/>
                  <a:gd name="csX30" fmla="*/ 155 w 84732"/>
                  <a:gd name="csY30" fmla="*/ 95731 h 1320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84732" h="132009">
                    <a:moveTo>
                      <a:pt x="155" y="95731"/>
                    </a:moveTo>
                    <a:lnTo>
                      <a:pt x="16030" y="93551"/>
                    </a:lnTo>
                    <a:cubicBezTo>
                      <a:pt x="17865" y="102569"/>
                      <a:pt x="20990" y="109011"/>
                      <a:pt x="25356" y="112975"/>
                    </a:cubicBezTo>
                    <a:cubicBezTo>
                      <a:pt x="29722" y="116940"/>
                      <a:pt x="35080" y="118922"/>
                      <a:pt x="41430" y="118922"/>
                    </a:cubicBezTo>
                    <a:cubicBezTo>
                      <a:pt x="48821" y="118922"/>
                      <a:pt x="55122" y="116345"/>
                      <a:pt x="60281" y="111192"/>
                    </a:cubicBezTo>
                    <a:cubicBezTo>
                      <a:pt x="65440" y="106038"/>
                      <a:pt x="68020" y="99646"/>
                      <a:pt x="68020" y="91965"/>
                    </a:cubicBezTo>
                    <a:cubicBezTo>
                      <a:pt x="68020" y="84730"/>
                      <a:pt x="65639" y="78784"/>
                      <a:pt x="60876" y="74126"/>
                    </a:cubicBezTo>
                    <a:cubicBezTo>
                      <a:pt x="56114" y="69369"/>
                      <a:pt x="50012" y="66990"/>
                      <a:pt x="42620" y="66990"/>
                    </a:cubicBezTo>
                    <a:cubicBezTo>
                      <a:pt x="39693" y="66990"/>
                      <a:pt x="35972" y="67585"/>
                      <a:pt x="31508" y="68774"/>
                    </a:cubicBezTo>
                    <a:lnTo>
                      <a:pt x="33294" y="54701"/>
                    </a:lnTo>
                    <a:cubicBezTo>
                      <a:pt x="34335" y="54850"/>
                      <a:pt x="35179" y="54899"/>
                      <a:pt x="35873" y="54899"/>
                    </a:cubicBezTo>
                    <a:cubicBezTo>
                      <a:pt x="42620" y="54899"/>
                      <a:pt x="48672" y="53215"/>
                      <a:pt x="54130" y="49746"/>
                    </a:cubicBezTo>
                    <a:cubicBezTo>
                      <a:pt x="59537" y="46178"/>
                      <a:pt x="62265" y="40727"/>
                      <a:pt x="62265" y="33294"/>
                    </a:cubicBezTo>
                    <a:cubicBezTo>
                      <a:pt x="62265" y="27497"/>
                      <a:pt x="60281" y="22739"/>
                      <a:pt x="56312" y="19023"/>
                    </a:cubicBezTo>
                    <a:cubicBezTo>
                      <a:pt x="52344" y="15207"/>
                      <a:pt x="47234" y="13275"/>
                      <a:pt x="41033" y="13275"/>
                    </a:cubicBezTo>
                    <a:cubicBezTo>
                      <a:pt x="34782" y="13275"/>
                      <a:pt x="29622" y="15207"/>
                      <a:pt x="25555" y="19023"/>
                    </a:cubicBezTo>
                    <a:cubicBezTo>
                      <a:pt x="21437" y="22888"/>
                      <a:pt x="18808" y="28686"/>
                      <a:pt x="17617" y="36466"/>
                    </a:cubicBezTo>
                    <a:lnTo>
                      <a:pt x="1742" y="33691"/>
                    </a:lnTo>
                    <a:cubicBezTo>
                      <a:pt x="3726" y="22987"/>
                      <a:pt x="8142" y="14761"/>
                      <a:pt x="15037" y="8914"/>
                    </a:cubicBezTo>
                    <a:cubicBezTo>
                      <a:pt x="21883" y="3116"/>
                      <a:pt x="30416" y="193"/>
                      <a:pt x="40636" y="193"/>
                    </a:cubicBezTo>
                    <a:cubicBezTo>
                      <a:pt x="47631" y="193"/>
                      <a:pt x="54130" y="1729"/>
                      <a:pt x="60083" y="4752"/>
                    </a:cubicBezTo>
                    <a:cubicBezTo>
                      <a:pt x="66036" y="7824"/>
                      <a:pt x="70600" y="11986"/>
                      <a:pt x="73775" y="17239"/>
                    </a:cubicBezTo>
                    <a:cubicBezTo>
                      <a:pt x="76950" y="22393"/>
                      <a:pt x="78537" y="27893"/>
                      <a:pt x="78537" y="33691"/>
                    </a:cubicBezTo>
                    <a:cubicBezTo>
                      <a:pt x="78537" y="39241"/>
                      <a:pt x="76999" y="44345"/>
                      <a:pt x="73973" y="48953"/>
                    </a:cubicBezTo>
                    <a:cubicBezTo>
                      <a:pt x="70897" y="53611"/>
                      <a:pt x="66482" y="57228"/>
                      <a:pt x="60678" y="59855"/>
                    </a:cubicBezTo>
                    <a:cubicBezTo>
                      <a:pt x="68318" y="61738"/>
                      <a:pt x="74271" y="65405"/>
                      <a:pt x="78537" y="70955"/>
                    </a:cubicBezTo>
                    <a:cubicBezTo>
                      <a:pt x="82754" y="76504"/>
                      <a:pt x="84887" y="83442"/>
                      <a:pt x="84887" y="91767"/>
                    </a:cubicBezTo>
                    <a:cubicBezTo>
                      <a:pt x="84887" y="103015"/>
                      <a:pt x="80720" y="112579"/>
                      <a:pt x="72386" y="120508"/>
                    </a:cubicBezTo>
                    <a:cubicBezTo>
                      <a:pt x="64151" y="128337"/>
                      <a:pt x="53782" y="132202"/>
                      <a:pt x="41231" y="132202"/>
                    </a:cubicBezTo>
                    <a:cubicBezTo>
                      <a:pt x="29970" y="132202"/>
                      <a:pt x="20594" y="128832"/>
                      <a:pt x="13053" y="122093"/>
                    </a:cubicBezTo>
                    <a:cubicBezTo>
                      <a:pt x="5512" y="115255"/>
                      <a:pt x="1196" y="106434"/>
                      <a:pt x="155" y="957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ihandform: Form 825">
                <a:extLst>
                  <a:ext uri="{FF2B5EF4-FFF2-40B4-BE49-F238E27FC236}">
                    <a16:creationId xmlns:a16="http://schemas.microsoft.com/office/drawing/2014/main" id="{BB222029-7F34-2509-8565-36EB981217FB}"/>
                  </a:ext>
                </a:extLst>
              </p:cNvPr>
              <p:cNvSpPr/>
              <p:nvPr/>
            </p:nvSpPr>
            <p:spPr>
              <a:xfrm>
                <a:off x="8416254" y="7494572"/>
                <a:ext cx="85328" cy="131810"/>
              </a:xfrm>
              <a:custGeom>
                <a:avLst/>
                <a:gdLst>
                  <a:gd name="csX0" fmla="*/ 83308 w 85328"/>
                  <a:gd name="csY0" fmla="*/ 32303 h 131810"/>
                  <a:gd name="csX1" fmla="*/ 67433 w 85328"/>
                  <a:gd name="csY1" fmla="*/ 33492 h 131810"/>
                  <a:gd name="csX2" fmla="*/ 61480 w 85328"/>
                  <a:gd name="csY2" fmla="*/ 20014 h 131810"/>
                  <a:gd name="csX3" fmla="*/ 45605 w 85328"/>
                  <a:gd name="csY3" fmla="*/ 13275 h 131810"/>
                  <a:gd name="csX4" fmla="*/ 32309 w 85328"/>
                  <a:gd name="csY4" fmla="*/ 17437 h 131810"/>
                  <a:gd name="csX5" fmla="*/ 20403 w 85328"/>
                  <a:gd name="csY5" fmla="*/ 33492 h 131810"/>
                  <a:gd name="csX6" fmla="*/ 16037 w 85328"/>
                  <a:gd name="csY6" fmla="*/ 63224 h 131810"/>
                  <a:gd name="csX7" fmla="*/ 29928 w 85328"/>
                  <a:gd name="csY7" fmla="*/ 50340 h 131810"/>
                  <a:gd name="csX8" fmla="*/ 47391 w 85328"/>
                  <a:gd name="csY8" fmla="*/ 45980 h 131810"/>
                  <a:gd name="csX9" fmla="*/ 74378 w 85328"/>
                  <a:gd name="csY9" fmla="*/ 57674 h 131810"/>
                  <a:gd name="csX10" fmla="*/ 85491 w 85328"/>
                  <a:gd name="csY10" fmla="*/ 87803 h 131810"/>
                  <a:gd name="csX11" fmla="*/ 80133 w 85328"/>
                  <a:gd name="csY11" fmla="*/ 110597 h 131810"/>
                  <a:gd name="csX12" fmla="*/ 65845 w 85328"/>
                  <a:gd name="csY12" fmla="*/ 126454 h 131810"/>
                  <a:gd name="csX13" fmla="*/ 45009 w 85328"/>
                  <a:gd name="csY13" fmla="*/ 132004 h 131810"/>
                  <a:gd name="csX14" fmla="*/ 12664 w 85328"/>
                  <a:gd name="csY14" fmla="*/ 117534 h 131810"/>
                  <a:gd name="csX15" fmla="*/ 162 w 85328"/>
                  <a:gd name="csY15" fmla="*/ 69369 h 131810"/>
                  <a:gd name="csX16" fmla="*/ 14053 w 85328"/>
                  <a:gd name="csY16" fmla="*/ 15059 h 131810"/>
                  <a:gd name="csX17" fmla="*/ 46597 w 85328"/>
                  <a:gd name="csY17" fmla="*/ 193 h 131810"/>
                  <a:gd name="csX18" fmla="*/ 71600 w 85328"/>
                  <a:gd name="csY18" fmla="*/ 8716 h 131810"/>
                  <a:gd name="csX19" fmla="*/ 83308 w 85328"/>
                  <a:gd name="csY19" fmla="*/ 32303 h 131810"/>
                  <a:gd name="csX20" fmla="*/ 18419 w 85328"/>
                  <a:gd name="csY20" fmla="*/ 88001 h 131810"/>
                  <a:gd name="csX21" fmla="*/ 21792 w 85328"/>
                  <a:gd name="csY21" fmla="*/ 103659 h 131810"/>
                  <a:gd name="csX22" fmla="*/ 31516 w 85328"/>
                  <a:gd name="csY22" fmla="*/ 115156 h 131810"/>
                  <a:gd name="csX23" fmla="*/ 44811 w 85328"/>
                  <a:gd name="csY23" fmla="*/ 118922 h 131810"/>
                  <a:gd name="csX24" fmla="*/ 62075 w 85328"/>
                  <a:gd name="csY24" fmla="*/ 110993 h 131810"/>
                  <a:gd name="csX25" fmla="*/ 69417 w 85328"/>
                  <a:gd name="csY25" fmla="*/ 88794 h 131810"/>
                  <a:gd name="csX26" fmla="*/ 62273 w 85328"/>
                  <a:gd name="csY26" fmla="*/ 67783 h 131810"/>
                  <a:gd name="csX27" fmla="*/ 44216 w 85328"/>
                  <a:gd name="csY27" fmla="*/ 60053 h 131810"/>
                  <a:gd name="csX28" fmla="*/ 25959 w 85328"/>
                  <a:gd name="csY28" fmla="*/ 67783 h 131810"/>
                  <a:gd name="csX29" fmla="*/ 18419 w 85328"/>
                  <a:gd name="csY29" fmla="*/ 88001 h 131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5328" h="131810">
                    <a:moveTo>
                      <a:pt x="83308" y="32303"/>
                    </a:moveTo>
                    <a:lnTo>
                      <a:pt x="67433" y="33492"/>
                    </a:lnTo>
                    <a:cubicBezTo>
                      <a:pt x="66093" y="27298"/>
                      <a:pt x="64109" y="22789"/>
                      <a:pt x="61480" y="20014"/>
                    </a:cubicBezTo>
                    <a:cubicBezTo>
                      <a:pt x="57213" y="15554"/>
                      <a:pt x="51955" y="13275"/>
                      <a:pt x="45605" y="13275"/>
                    </a:cubicBezTo>
                    <a:cubicBezTo>
                      <a:pt x="40544" y="13275"/>
                      <a:pt x="36129" y="14662"/>
                      <a:pt x="32309" y="17437"/>
                    </a:cubicBezTo>
                    <a:cubicBezTo>
                      <a:pt x="27249" y="21154"/>
                      <a:pt x="23280" y="26505"/>
                      <a:pt x="20403" y="33492"/>
                    </a:cubicBezTo>
                    <a:cubicBezTo>
                      <a:pt x="17625" y="40380"/>
                      <a:pt x="16137" y="50291"/>
                      <a:pt x="16037" y="63224"/>
                    </a:cubicBezTo>
                    <a:cubicBezTo>
                      <a:pt x="19857" y="57427"/>
                      <a:pt x="24471" y="53115"/>
                      <a:pt x="29928" y="50340"/>
                    </a:cubicBezTo>
                    <a:cubicBezTo>
                      <a:pt x="35484" y="47466"/>
                      <a:pt x="41289" y="45980"/>
                      <a:pt x="47391" y="45980"/>
                    </a:cubicBezTo>
                    <a:cubicBezTo>
                      <a:pt x="57957" y="45980"/>
                      <a:pt x="66937" y="49894"/>
                      <a:pt x="74378" y="57674"/>
                    </a:cubicBezTo>
                    <a:cubicBezTo>
                      <a:pt x="81770" y="65504"/>
                      <a:pt x="85491" y="75513"/>
                      <a:pt x="85491" y="87803"/>
                    </a:cubicBezTo>
                    <a:cubicBezTo>
                      <a:pt x="85491" y="96028"/>
                      <a:pt x="83705" y="103610"/>
                      <a:pt x="80133" y="110597"/>
                    </a:cubicBezTo>
                    <a:cubicBezTo>
                      <a:pt x="76660" y="117485"/>
                      <a:pt x="71898" y="122787"/>
                      <a:pt x="65845" y="126454"/>
                    </a:cubicBezTo>
                    <a:cubicBezTo>
                      <a:pt x="59743" y="130121"/>
                      <a:pt x="52798" y="132004"/>
                      <a:pt x="45009" y="132004"/>
                    </a:cubicBezTo>
                    <a:cubicBezTo>
                      <a:pt x="31764" y="132004"/>
                      <a:pt x="20998" y="127197"/>
                      <a:pt x="12664" y="117534"/>
                    </a:cubicBezTo>
                    <a:cubicBezTo>
                      <a:pt x="4330" y="107772"/>
                      <a:pt x="162" y="91717"/>
                      <a:pt x="162" y="69369"/>
                    </a:cubicBezTo>
                    <a:cubicBezTo>
                      <a:pt x="162" y="44394"/>
                      <a:pt x="4776" y="26307"/>
                      <a:pt x="14053" y="15059"/>
                    </a:cubicBezTo>
                    <a:cubicBezTo>
                      <a:pt x="22090" y="5148"/>
                      <a:pt x="32954" y="193"/>
                      <a:pt x="46597" y="193"/>
                    </a:cubicBezTo>
                    <a:cubicBezTo>
                      <a:pt x="56767" y="193"/>
                      <a:pt x="65101" y="3067"/>
                      <a:pt x="71600" y="8716"/>
                    </a:cubicBezTo>
                    <a:cubicBezTo>
                      <a:pt x="78049" y="14415"/>
                      <a:pt x="81968" y="22293"/>
                      <a:pt x="83308" y="32303"/>
                    </a:cubicBezTo>
                    <a:close/>
                    <a:moveTo>
                      <a:pt x="18419" y="88001"/>
                    </a:moveTo>
                    <a:cubicBezTo>
                      <a:pt x="18419" y="93452"/>
                      <a:pt x="19510" y="98655"/>
                      <a:pt x="21792" y="103659"/>
                    </a:cubicBezTo>
                    <a:cubicBezTo>
                      <a:pt x="24173" y="108714"/>
                      <a:pt x="27398" y="112529"/>
                      <a:pt x="31516" y="115156"/>
                    </a:cubicBezTo>
                    <a:cubicBezTo>
                      <a:pt x="35732" y="117683"/>
                      <a:pt x="40148" y="118922"/>
                      <a:pt x="44811" y="118922"/>
                    </a:cubicBezTo>
                    <a:cubicBezTo>
                      <a:pt x="51558" y="118922"/>
                      <a:pt x="57312" y="116296"/>
                      <a:pt x="62075" y="110993"/>
                    </a:cubicBezTo>
                    <a:cubicBezTo>
                      <a:pt x="66937" y="105592"/>
                      <a:pt x="69417" y="98209"/>
                      <a:pt x="69417" y="88794"/>
                    </a:cubicBezTo>
                    <a:cubicBezTo>
                      <a:pt x="69417" y="79973"/>
                      <a:pt x="67036" y="72937"/>
                      <a:pt x="62273" y="67783"/>
                    </a:cubicBezTo>
                    <a:cubicBezTo>
                      <a:pt x="57511" y="62630"/>
                      <a:pt x="51459" y="60053"/>
                      <a:pt x="44216" y="60053"/>
                    </a:cubicBezTo>
                    <a:cubicBezTo>
                      <a:pt x="37072" y="60053"/>
                      <a:pt x="30970" y="62630"/>
                      <a:pt x="25959" y="67783"/>
                    </a:cubicBezTo>
                    <a:cubicBezTo>
                      <a:pt x="20899" y="72937"/>
                      <a:pt x="18419" y="79676"/>
                      <a:pt x="18419" y="880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7" name="Freihandform: Form 826">
              <a:extLst>
                <a:ext uri="{FF2B5EF4-FFF2-40B4-BE49-F238E27FC236}">
                  <a16:creationId xmlns:a16="http://schemas.microsoft.com/office/drawing/2014/main" id="{824E848D-B0F5-B4A2-E3FB-4FA29619E322}"/>
                </a:ext>
              </a:extLst>
            </p:cNvPr>
            <p:cNvSpPr/>
            <p:nvPr/>
          </p:nvSpPr>
          <p:spPr>
            <a:xfrm>
              <a:off x="8789266" y="7494572"/>
              <a:ext cx="84335" cy="131810"/>
            </a:xfrm>
            <a:custGeom>
              <a:avLst/>
              <a:gdLst>
                <a:gd name="csX0" fmla="*/ 192 w 84335"/>
                <a:gd name="csY0" fmla="*/ 66197 h 131810"/>
                <a:gd name="csX1" fmla="*/ 4756 w 84335"/>
                <a:gd name="csY1" fmla="*/ 29330 h 131810"/>
                <a:gd name="csX2" fmla="*/ 18845 w 84335"/>
                <a:gd name="csY2" fmla="*/ 7725 h 131810"/>
                <a:gd name="csX3" fmla="*/ 42260 w 84335"/>
                <a:gd name="csY3" fmla="*/ 193 h 131810"/>
                <a:gd name="csX4" fmla="*/ 60517 w 84335"/>
                <a:gd name="csY4" fmla="*/ 4355 h 131810"/>
                <a:gd name="csX5" fmla="*/ 73415 w 84335"/>
                <a:gd name="csY5" fmla="*/ 16446 h 131810"/>
                <a:gd name="csX6" fmla="*/ 81551 w 84335"/>
                <a:gd name="csY6" fmla="*/ 35673 h 131810"/>
                <a:gd name="csX7" fmla="*/ 84528 w 84335"/>
                <a:gd name="csY7" fmla="*/ 66197 h 131810"/>
                <a:gd name="csX8" fmla="*/ 79765 w 84335"/>
                <a:gd name="csY8" fmla="*/ 102867 h 131810"/>
                <a:gd name="csX9" fmla="*/ 65676 w 84335"/>
                <a:gd name="csY9" fmla="*/ 124472 h 131810"/>
                <a:gd name="csX10" fmla="*/ 42260 w 84335"/>
                <a:gd name="csY10" fmla="*/ 132004 h 131810"/>
                <a:gd name="csX11" fmla="*/ 12892 w 84335"/>
                <a:gd name="csY11" fmla="*/ 118724 h 131810"/>
                <a:gd name="csX12" fmla="*/ 192 w 84335"/>
                <a:gd name="csY12" fmla="*/ 66197 h 131810"/>
                <a:gd name="csX13" fmla="*/ 16464 w 84335"/>
                <a:gd name="csY13" fmla="*/ 66197 h 131810"/>
                <a:gd name="csX14" fmla="*/ 23806 w 84335"/>
                <a:gd name="csY14" fmla="*/ 108417 h 131810"/>
                <a:gd name="csX15" fmla="*/ 42260 w 84335"/>
                <a:gd name="csY15" fmla="*/ 118922 h 131810"/>
                <a:gd name="csX16" fmla="*/ 60517 w 84335"/>
                <a:gd name="csY16" fmla="*/ 108417 h 131810"/>
                <a:gd name="csX17" fmla="*/ 68057 w 84335"/>
                <a:gd name="csY17" fmla="*/ 66197 h 131810"/>
                <a:gd name="csX18" fmla="*/ 60517 w 84335"/>
                <a:gd name="csY18" fmla="*/ 23780 h 131810"/>
                <a:gd name="csX19" fmla="*/ 42062 w 84335"/>
                <a:gd name="csY19" fmla="*/ 13275 h 131810"/>
                <a:gd name="csX20" fmla="*/ 24600 w 84335"/>
                <a:gd name="csY20" fmla="*/ 22591 h 131810"/>
                <a:gd name="csX21" fmla="*/ 16464 w 84335"/>
                <a:gd name="csY21" fmla="*/ 66197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192" y="66197"/>
                  </a:moveTo>
                  <a:cubicBezTo>
                    <a:pt x="192" y="50886"/>
                    <a:pt x="1680" y="38596"/>
                    <a:pt x="4756" y="29330"/>
                  </a:cubicBezTo>
                  <a:cubicBezTo>
                    <a:pt x="7931" y="19964"/>
                    <a:pt x="12594" y="12779"/>
                    <a:pt x="18845" y="7725"/>
                  </a:cubicBezTo>
                  <a:cubicBezTo>
                    <a:pt x="25046" y="2720"/>
                    <a:pt x="32835" y="193"/>
                    <a:pt x="42260" y="193"/>
                  </a:cubicBezTo>
                  <a:cubicBezTo>
                    <a:pt x="49255" y="193"/>
                    <a:pt x="55357" y="1580"/>
                    <a:pt x="60517" y="4355"/>
                  </a:cubicBezTo>
                  <a:cubicBezTo>
                    <a:pt x="65775" y="7130"/>
                    <a:pt x="70091" y="11194"/>
                    <a:pt x="73415" y="16446"/>
                  </a:cubicBezTo>
                  <a:cubicBezTo>
                    <a:pt x="76838" y="21748"/>
                    <a:pt x="79567" y="28141"/>
                    <a:pt x="81551" y="35673"/>
                  </a:cubicBezTo>
                  <a:cubicBezTo>
                    <a:pt x="83535" y="43205"/>
                    <a:pt x="84528" y="53413"/>
                    <a:pt x="84528" y="66197"/>
                  </a:cubicBezTo>
                  <a:cubicBezTo>
                    <a:pt x="84528" y="81262"/>
                    <a:pt x="82940" y="93501"/>
                    <a:pt x="79765" y="102867"/>
                  </a:cubicBezTo>
                  <a:cubicBezTo>
                    <a:pt x="76590" y="112133"/>
                    <a:pt x="71877" y="119318"/>
                    <a:pt x="65676" y="124472"/>
                  </a:cubicBezTo>
                  <a:cubicBezTo>
                    <a:pt x="59574" y="129526"/>
                    <a:pt x="51785" y="132004"/>
                    <a:pt x="42260" y="132004"/>
                  </a:cubicBezTo>
                  <a:cubicBezTo>
                    <a:pt x="29809" y="132004"/>
                    <a:pt x="20035" y="127594"/>
                    <a:pt x="12892" y="118724"/>
                  </a:cubicBezTo>
                  <a:cubicBezTo>
                    <a:pt x="4409" y="107921"/>
                    <a:pt x="192" y="90379"/>
                    <a:pt x="192" y="66197"/>
                  </a:cubicBezTo>
                  <a:close/>
                  <a:moveTo>
                    <a:pt x="16464" y="66197"/>
                  </a:moveTo>
                  <a:cubicBezTo>
                    <a:pt x="16464" y="87357"/>
                    <a:pt x="18894" y="101430"/>
                    <a:pt x="23806" y="108417"/>
                  </a:cubicBezTo>
                  <a:cubicBezTo>
                    <a:pt x="28816" y="115453"/>
                    <a:pt x="34968" y="118922"/>
                    <a:pt x="42260" y="118922"/>
                  </a:cubicBezTo>
                  <a:cubicBezTo>
                    <a:pt x="49503" y="118922"/>
                    <a:pt x="55605" y="115453"/>
                    <a:pt x="60517" y="108417"/>
                  </a:cubicBezTo>
                  <a:cubicBezTo>
                    <a:pt x="65527" y="101430"/>
                    <a:pt x="68057" y="87357"/>
                    <a:pt x="68057" y="66197"/>
                  </a:cubicBezTo>
                  <a:cubicBezTo>
                    <a:pt x="68057" y="44939"/>
                    <a:pt x="65527" y="30817"/>
                    <a:pt x="60517" y="23780"/>
                  </a:cubicBezTo>
                  <a:cubicBezTo>
                    <a:pt x="55605" y="16793"/>
                    <a:pt x="49454" y="13275"/>
                    <a:pt x="42062" y="13275"/>
                  </a:cubicBezTo>
                  <a:cubicBezTo>
                    <a:pt x="34769" y="13275"/>
                    <a:pt x="28965" y="16397"/>
                    <a:pt x="24600" y="22591"/>
                  </a:cubicBezTo>
                  <a:cubicBezTo>
                    <a:pt x="19143" y="30420"/>
                    <a:pt x="16464" y="44939"/>
                    <a:pt x="16464" y="6619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8" name="Freihandform: Form 827">
              <a:extLst>
                <a:ext uri="{FF2B5EF4-FFF2-40B4-BE49-F238E27FC236}">
                  <a16:creationId xmlns:a16="http://schemas.microsoft.com/office/drawing/2014/main" id="{C9D25B69-E01F-755C-4DD4-915D8F3A86FF}"/>
                </a:ext>
              </a:extLst>
            </p:cNvPr>
            <p:cNvSpPr/>
            <p:nvPr/>
          </p:nvSpPr>
          <p:spPr>
            <a:xfrm>
              <a:off x="6542076" y="5272318"/>
              <a:ext cx="12700" cy="2585625"/>
            </a:xfrm>
            <a:custGeom>
              <a:avLst/>
              <a:gdLst>
                <a:gd name="csX0" fmla="*/ 273 w 12700"/>
                <a:gd name="csY0" fmla="*/ 2585256 h 2585625"/>
                <a:gd name="csX1" fmla="*/ 273 w 12700"/>
                <a:gd name="csY1" fmla="*/ -370 h 2585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85625">
                  <a:moveTo>
                    <a:pt x="273" y="2585256"/>
                  </a:moveTo>
                  <a:lnTo>
                    <a:pt x="273" y="-370"/>
                  </a:lnTo>
                </a:path>
              </a:pathLst>
            </a:custGeom>
            <a:noFill/>
            <a:ln w="14783" cap="sq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9" name="Freihandform: Form 828">
              <a:extLst>
                <a:ext uri="{FF2B5EF4-FFF2-40B4-BE49-F238E27FC236}">
                  <a16:creationId xmlns:a16="http://schemas.microsoft.com/office/drawing/2014/main" id="{6FEFA3B4-BECE-85A9-2726-1B8E6FE79EA7}"/>
                </a:ext>
              </a:extLst>
            </p:cNvPr>
            <p:cNvSpPr/>
            <p:nvPr/>
          </p:nvSpPr>
          <p:spPr>
            <a:xfrm>
              <a:off x="6504125" y="7559635"/>
              <a:ext cx="37951" cy="12685"/>
            </a:xfrm>
            <a:custGeom>
              <a:avLst/>
              <a:gdLst>
                <a:gd name="csX0" fmla="*/ 273 w 37951"/>
                <a:gd name="csY0" fmla="*/ -370 h 12685"/>
                <a:gd name="csX1" fmla="*/ 38224 w 37951"/>
                <a:gd name="csY1" fmla="*/ -370 h 12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51" h="12685">
                  <a:moveTo>
                    <a:pt x="273" y="-370"/>
                  </a:moveTo>
                  <a:lnTo>
                    <a:pt x="38224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0" name="Freihandform: Form 829">
              <a:extLst>
                <a:ext uri="{FF2B5EF4-FFF2-40B4-BE49-F238E27FC236}">
                  <a16:creationId xmlns:a16="http://schemas.microsoft.com/office/drawing/2014/main" id="{B6ABECB3-CCBF-EFEF-143E-4904A07E51F9}"/>
                </a:ext>
              </a:extLst>
            </p:cNvPr>
            <p:cNvSpPr/>
            <p:nvPr/>
          </p:nvSpPr>
          <p:spPr>
            <a:xfrm>
              <a:off x="6504125" y="7062370"/>
              <a:ext cx="37951" cy="12685"/>
            </a:xfrm>
            <a:custGeom>
              <a:avLst/>
              <a:gdLst>
                <a:gd name="csX0" fmla="*/ 273 w 37951"/>
                <a:gd name="csY0" fmla="*/ -370 h 12685"/>
                <a:gd name="csX1" fmla="*/ 38224 w 37951"/>
                <a:gd name="csY1" fmla="*/ -370 h 12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51" h="12685">
                  <a:moveTo>
                    <a:pt x="273" y="-370"/>
                  </a:moveTo>
                  <a:lnTo>
                    <a:pt x="38224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1" name="Freihandform: Form 830">
              <a:extLst>
                <a:ext uri="{FF2B5EF4-FFF2-40B4-BE49-F238E27FC236}">
                  <a16:creationId xmlns:a16="http://schemas.microsoft.com/office/drawing/2014/main" id="{82F8D44B-737D-122C-4D09-9A520915A58E}"/>
                </a:ext>
              </a:extLst>
            </p:cNvPr>
            <p:cNvSpPr/>
            <p:nvPr/>
          </p:nvSpPr>
          <p:spPr>
            <a:xfrm>
              <a:off x="6504125" y="6565156"/>
              <a:ext cx="37951" cy="12685"/>
            </a:xfrm>
            <a:custGeom>
              <a:avLst/>
              <a:gdLst>
                <a:gd name="csX0" fmla="*/ 273 w 37951"/>
                <a:gd name="csY0" fmla="*/ -370 h 12685"/>
                <a:gd name="csX1" fmla="*/ 38224 w 37951"/>
                <a:gd name="csY1" fmla="*/ -370 h 12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51" h="12685">
                  <a:moveTo>
                    <a:pt x="273" y="-370"/>
                  </a:moveTo>
                  <a:lnTo>
                    <a:pt x="38224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2" name="Freihandform: Form 831">
              <a:extLst>
                <a:ext uri="{FF2B5EF4-FFF2-40B4-BE49-F238E27FC236}">
                  <a16:creationId xmlns:a16="http://schemas.microsoft.com/office/drawing/2014/main" id="{4F99C648-CE9E-2F51-95ED-9F83235F3F16}"/>
                </a:ext>
              </a:extLst>
            </p:cNvPr>
            <p:cNvSpPr/>
            <p:nvPr/>
          </p:nvSpPr>
          <p:spPr>
            <a:xfrm>
              <a:off x="6504125" y="6067891"/>
              <a:ext cx="37951" cy="12685"/>
            </a:xfrm>
            <a:custGeom>
              <a:avLst/>
              <a:gdLst>
                <a:gd name="csX0" fmla="*/ 273 w 37951"/>
                <a:gd name="csY0" fmla="*/ -370 h 12685"/>
                <a:gd name="csX1" fmla="*/ 38224 w 37951"/>
                <a:gd name="csY1" fmla="*/ -370 h 12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51" h="12685">
                  <a:moveTo>
                    <a:pt x="273" y="-370"/>
                  </a:moveTo>
                  <a:lnTo>
                    <a:pt x="38224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3" name="Freihandform: Form 832">
              <a:extLst>
                <a:ext uri="{FF2B5EF4-FFF2-40B4-BE49-F238E27FC236}">
                  <a16:creationId xmlns:a16="http://schemas.microsoft.com/office/drawing/2014/main" id="{EFE53C15-A36E-492F-52CA-41E8A5776ACB}"/>
                </a:ext>
              </a:extLst>
            </p:cNvPr>
            <p:cNvSpPr/>
            <p:nvPr/>
          </p:nvSpPr>
          <p:spPr>
            <a:xfrm>
              <a:off x="6504125" y="5570677"/>
              <a:ext cx="37951" cy="12685"/>
            </a:xfrm>
            <a:custGeom>
              <a:avLst/>
              <a:gdLst>
                <a:gd name="csX0" fmla="*/ 273 w 37951"/>
                <a:gd name="csY0" fmla="*/ -370 h 12685"/>
                <a:gd name="csX1" fmla="*/ 38224 w 37951"/>
                <a:gd name="csY1" fmla="*/ -370 h 12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51" h="12685">
                  <a:moveTo>
                    <a:pt x="273" y="-370"/>
                  </a:moveTo>
                  <a:lnTo>
                    <a:pt x="38224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4" name="Freihandform: Form 833">
              <a:extLst>
                <a:ext uri="{FF2B5EF4-FFF2-40B4-BE49-F238E27FC236}">
                  <a16:creationId xmlns:a16="http://schemas.microsoft.com/office/drawing/2014/main" id="{1A891409-CC28-3DBF-B94F-0A2B6D1F6525}"/>
                </a:ext>
              </a:extLst>
            </p:cNvPr>
            <p:cNvSpPr/>
            <p:nvPr/>
          </p:nvSpPr>
          <p:spPr>
            <a:xfrm>
              <a:off x="6542076" y="7857944"/>
              <a:ext cx="2588567" cy="12685"/>
            </a:xfrm>
            <a:custGeom>
              <a:avLst/>
              <a:gdLst>
                <a:gd name="csX0" fmla="*/ 273 w 2588567"/>
                <a:gd name="csY0" fmla="*/ -370 h 12685"/>
                <a:gd name="csX1" fmla="*/ 2588841 w 2588567"/>
                <a:gd name="csY1" fmla="*/ -370 h 12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88567" h="12685">
                  <a:moveTo>
                    <a:pt x="273" y="-370"/>
                  </a:moveTo>
                  <a:lnTo>
                    <a:pt x="2588841" y="-370"/>
                  </a:lnTo>
                </a:path>
              </a:pathLst>
            </a:custGeom>
            <a:noFill/>
            <a:ln w="14783" cap="sq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5" name="Freihandform: Form 834">
              <a:extLst>
                <a:ext uri="{FF2B5EF4-FFF2-40B4-BE49-F238E27FC236}">
                  <a16:creationId xmlns:a16="http://schemas.microsoft.com/office/drawing/2014/main" id="{43FC5365-F934-65CF-1BB0-3809B8C03F6F}"/>
                </a:ext>
              </a:extLst>
            </p:cNvPr>
            <p:cNvSpPr/>
            <p:nvPr/>
          </p:nvSpPr>
          <p:spPr>
            <a:xfrm>
              <a:off x="6840724" y="7857944"/>
              <a:ext cx="12700" cy="37908"/>
            </a:xfrm>
            <a:custGeom>
              <a:avLst/>
              <a:gdLst>
                <a:gd name="csX0" fmla="*/ 273 w 12700"/>
                <a:gd name="csY0" fmla="*/ 37539 h 37908"/>
                <a:gd name="csX1" fmla="*/ 273 w 12700"/>
                <a:gd name="csY1" fmla="*/ -370 h 37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7908">
                  <a:moveTo>
                    <a:pt x="273" y="37539"/>
                  </a:moveTo>
                  <a:lnTo>
                    <a:pt x="273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6" name="Freihandform: Form 835">
              <a:extLst>
                <a:ext uri="{FF2B5EF4-FFF2-40B4-BE49-F238E27FC236}">
                  <a16:creationId xmlns:a16="http://schemas.microsoft.com/office/drawing/2014/main" id="{C76422F8-9586-DB9C-E6E6-71853F018EE9}"/>
                </a:ext>
              </a:extLst>
            </p:cNvPr>
            <p:cNvSpPr/>
            <p:nvPr/>
          </p:nvSpPr>
          <p:spPr>
            <a:xfrm>
              <a:off x="7338555" y="7857944"/>
              <a:ext cx="12700" cy="37908"/>
            </a:xfrm>
            <a:custGeom>
              <a:avLst/>
              <a:gdLst>
                <a:gd name="csX0" fmla="*/ 273 w 12700"/>
                <a:gd name="csY0" fmla="*/ 37539 h 37908"/>
                <a:gd name="csX1" fmla="*/ 273 w 12700"/>
                <a:gd name="csY1" fmla="*/ -370 h 37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7908">
                  <a:moveTo>
                    <a:pt x="273" y="37539"/>
                  </a:moveTo>
                  <a:lnTo>
                    <a:pt x="273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7" name="Freihandform: Form 836">
              <a:extLst>
                <a:ext uri="{FF2B5EF4-FFF2-40B4-BE49-F238E27FC236}">
                  <a16:creationId xmlns:a16="http://schemas.microsoft.com/office/drawing/2014/main" id="{A885C0A0-80D2-9E68-CDF9-914F424AEE12}"/>
                </a:ext>
              </a:extLst>
            </p:cNvPr>
            <p:cNvSpPr/>
            <p:nvPr/>
          </p:nvSpPr>
          <p:spPr>
            <a:xfrm>
              <a:off x="7836335" y="7857944"/>
              <a:ext cx="12700" cy="37908"/>
            </a:xfrm>
            <a:custGeom>
              <a:avLst/>
              <a:gdLst>
                <a:gd name="csX0" fmla="*/ 273 w 12700"/>
                <a:gd name="csY0" fmla="*/ 37539 h 37908"/>
                <a:gd name="csX1" fmla="*/ 273 w 12700"/>
                <a:gd name="csY1" fmla="*/ -370 h 37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7908">
                  <a:moveTo>
                    <a:pt x="273" y="37539"/>
                  </a:moveTo>
                  <a:lnTo>
                    <a:pt x="273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8" name="Freihandform: Form 837">
              <a:extLst>
                <a:ext uri="{FF2B5EF4-FFF2-40B4-BE49-F238E27FC236}">
                  <a16:creationId xmlns:a16="http://schemas.microsoft.com/office/drawing/2014/main" id="{6FCDDB12-5C90-7128-4FC3-B291EEF1D3BE}"/>
                </a:ext>
              </a:extLst>
            </p:cNvPr>
            <p:cNvSpPr/>
            <p:nvPr/>
          </p:nvSpPr>
          <p:spPr>
            <a:xfrm>
              <a:off x="8334165" y="7857944"/>
              <a:ext cx="12700" cy="37908"/>
            </a:xfrm>
            <a:custGeom>
              <a:avLst/>
              <a:gdLst>
                <a:gd name="csX0" fmla="*/ 273 w 12700"/>
                <a:gd name="csY0" fmla="*/ 37539 h 37908"/>
                <a:gd name="csX1" fmla="*/ 273 w 12700"/>
                <a:gd name="csY1" fmla="*/ -370 h 37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7908">
                  <a:moveTo>
                    <a:pt x="273" y="37539"/>
                  </a:moveTo>
                  <a:lnTo>
                    <a:pt x="273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9" name="Freihandform: Form 838">
              <a:extLst>
                <a:ext uri="{FF2B5EF4-FFF2-40B4-BE49-F238E27FC236}">
                  <a16:creationId xmlns:a16="http://schemas.microsoft.com/office/drawing/2014/main" id="{FDEBF935-55B2-16B4-4BDC-42BC506CBEF7}"/>
                </a:ext>
              </a:extLst>
            </p:cNvPr>
            <p:cNvSpPr/>
            <p:nvPr/>
          </p:nvSpPr>
          <p:spPr>
            <a:xfrm>
              <a:off x="8831946" y="7857944"/>
              <a:ext cx="12700" cy="37908"/>
            </a:xfrm>
            <a:custGeom>
              <a:avLst/>
              <a:gdLst>
                <a:gd name="csX0" fmla="*/ 273 w 12700"/>
                <a:gd name="csY0" fmla="*/ 37539 h 37908"/>
                <a:gd name="csX1" fmla="*/ 273 w 12700"/>
                <a:gd name="csY1" fmla="*/ -370 h 37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7908">
                  <a:moveTo>
                    <a:pt x="273" y="37539"/>
                  </a:moveTo>
                  <a:lnTo>
                    <a:pt x="273" y="-370"/>
                  </a:lnTo>
                </a:path>
              </a:pathLst>
            </a:custGeom>
            <a:noFill/>
            <a:ln w="14783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745722"/>
                  </p:ext>
                </p:extLst>
              </p:nvPr>
            </p:nvGraphicFramePr>
            <p:xfrm>
              <a:off x="915107" y="674079"/>
              <a:ext cx="406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4.983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-0.913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4745722"/>
                  </p:ext>
                </p:extLst>
              </p:nvPr>
            </p:nvGraphicFramePr>
            <p:xfrm>
              <a:off x="915107" y="674079"/>
              <a:ext cx="406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423" t="-4412" r="-30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0423" t="-4412" r="-15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423" t="-4412" r="-704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569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1449" r="-569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23" t="-201449" r="-30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0423" t="-201449" r="-15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23" t="-201449" r="-704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882" r="-569000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5882" r="-569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23" t="-405882" r="-30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0423" t="-405882" r="-15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23" t="-405882" r="-70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5882" r="-569000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4.983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-0.913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3896620"/>
                  </p:ext>
                </p:extLst>
              </p:nvPr>
            </p:nvGraphicFramePr>
            <p:xfrm>
              <a:off x="775794" y="3404555"/>
              <a:ext cx="4212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spc="-30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3896620"/>
                  </p:ext>
                </p:extLst>
              </p:nvPr>
            </p:nvGraphicFramePr>
            <p:xfrm>
              <a:off x="775794" y="3404555"/>
              <a:ext cx="4212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458871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2941" r="-458871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324" t="-102941" r="-30070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324" t="-102941" r="-15070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7324" t="-102941" r="-704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458871" b="-2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4412" r="-45887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324" t="-304412" r="-30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324" t="-304412" r="-15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7324" t="-304412" r="-70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4412" r="-458871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Shape 46">
            <a:extLst>
              <a:ext uri="{FF2B5EF4-FFF2-40B4-BE49-F238E27FC236}">
                <a16:creationId xmlns:a16="http://schemas.microsoft.com/office/drawing/2014/main" id="{A9443E5D-C341-D3EA-F953-29FE77AEA6F5}"/>
              </a:ext>
            </a:extLst>
          </p:cNvPr>
          <p:cNvSpPr/>
          <p:nvPr/>
        </p:nvSpPr>
        <p:spPr>
          <a:xfrm>
            <a:off x="1528009" y="3287846"/>
            <a:ext cx="3459785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08EC57-A92B-7287-282D-DD9D4A6E9F77}"/>
              </a:ext>
            </a:extLst>
          </p:cNvPr>
          <p:cNvSpPr txBox="1"/>
          <p:nvPr/>
        </p:nvSpPr>
        <p:spPr>
          <a:xfrm rot="16200000">
            <a:off x="-341789" y="190915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2E75B6"/>
                </a:solidFill>
              </a:rPr>
              <a:t>Group 1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DFC8A3B-FDF8-9EF6-BE44-D32AB665D0A7}"/>
              </a:ext>
            </a:extLst>
          </p:cNvPr>
          <p:cNvSpPr txBox="1"/>
          <p:nvPr/>
        </p:nvSpPr>
        <p:spPr>
          <a:xfrm rot="16200000">
            <a:off x="-341790" y="421389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35" name="Geschweifte Klammer links 34">
            <a:extLst>
              <a:ext uri="{FF2B5EF4-FFF2-40B4-BE49-F238E27FC236}">
                <a16:creationId xmlns:a16="http://schemas.microsoft.com/office/drawing/2014/main" id="{0F7C0437-FACF-04FB-E32D-6344A31621C7}"/>
              </a:ext>
            </a:extLst>
          </p:cNvPr>
          <p:cNvSpPr/>
          <p:nvPr/>
        </p:nvSpPr>
        <p:spPr>
          <a:xfrm>
            <a:off x="384324" y="1088075"/>
            <a:ext cx="118872" cy="2070094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eschweifte Klammer links 35">
            <a:extLst>
              <a:ext uri="{FF2B5EF4-FFF2-40B4-BE49-F238E27FC236}">
                <a16:creationId xmlns:a16="http://schemas.microsoft.com/office/drawing/2014/main" id="{4A16B343-5ED2-3A82-739C-7592A7FFF992}"/>
              </a:ext>
            </a:extLst>
          </p:cNvPr>
          <p:cNvSpPr/>
          <p:nvPr/>
        </p:nvSpPr>
        <p:spPr>
          <a:xfrm>
            <a:off x="384324" y="340576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FAF4E34-A813-073C-9D66-74E9DCE37804}"/>
              </a:ext>
            </a:extLst>
          </p:cNvPr>
          <p:cNvSpPr txBox="1"/>
          <p:nvPr/>
        </p:nvSpPr>
        <p:spPr>
          <a:xfrm>
            <a:off x="1528009" y="0"/>
            <a:ext cx="3243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CLR transformed matrix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65C8378-3633-32C6-72AF-A97B503963A8}"/>
              </a:ext>
            </a:extLst>
          </p:cNvPr>
          <p:cNvSpPr txBox="1"/>
          <p:nvPr/>
        </p:nvSpPr>
        <p:spPr>
          <a:xfrm>
            <a:off x="10157065" y="3903643"/>
            <a:ext cx="2358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Axis 1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690D091-E118-C915-38F4-92EE584A6146}"/>
              </a:ext>
            </a:extLst>
          </p:cNvPr>
          <p:cNvSpPr txBox="1"/>
          <p:nvPr/>
        </p:nvSpPr>
        <p:spPr>
          <a:xfrm rot="16200000">
            <a:off x="-392361" y="1920909"/>
            <a:ext cx="206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89ACDC2-32CF-1C2F-E704-1A57F8CCA21F}"/>
              </a:ext>
            </a:extLst>
          </p:cNvPr>
          <p:cNvSpPr txBox="1"/>
          <p:nvPr/>
        </p:nvSpPr>
        <p:spPr>
          <a:xfrm rot="16200000">
            <a:off x="-415951" y="4194836"/>
            <a:ext cx="2123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9D387C80-DCD9-7FCE-3ABB-31E52AFE48AB}"/>
              </a:ext>
            </a:extLst>
          </p:cNvPr>
          <p:cNvSpPr/>
          <p:nvPr/>
        </p:nvSpPr>
        <p:spPr>
          <a:xfrm>
            <a:off x="5119512" y="2327417"/>
            <a:ext cx="54102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C90BF0-D6F3-AD30-916C-2B7B174C4A01}"/>
              </a:ext>
            </a:extLst>
          </p:cNvPr>
          <p:cNvSpPr txBox="1"/>
          <p:nvPr/>
        </p:nvSpPr>
        <p:spPr>
          <a:xfrm>
            <a:off x="5947349" y="0"/>
            <a:ext cx="32442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Beta diversity distances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7108F5C-A698-DB81-B07B-26AA76FA7615}"/>
              </a:ext>
            </a:extLst>
          </p:cNvPr>
          <p:cNvSpPr txBox="1"/>
          <p:nvPr/>
        </p:nvSpPr>
        <p:spPr>
          <a:xfrm>
            <a:off x="10157067" y="-1"/>
            <a:ext cx="234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Ordination of</a:t>
            </a:r>
          </a:p>
          <a:p>
            <a:pPr algn="ctr"/>
            <a:r>
              <a:rPr lang="en-US" sz="2200" b="1" dirty="0"/>
              <a:t>beta diversity</a:t>
            </a:r>
          </a:p>
        </p:txBody>
      </p:sp>
      <p:sp>
        <p:nvSpPr>
          <p:cNvPr id="434" name="Freihandform: Form 433">
            <a:extLst>
              <a:ext uri="{FF2B5EF4-FFF2-40B4-BE49-F238E27FC236}">
                <a16:creationId xmlns:a16="http://schemas.microsoft.com/office/drawing/2014/main" id="{2EC586A6-0B12-43D4-3034-3BFB49745079}"/>
              </a:ext>
            </a:extLst>
          </p:cNvPr>
          <p:cNvSpPr/>
          <p:nvPr/>
        </p:nvSpPr>
        <p:spPr>
          <a:xfrm>
            <a:off x="10992823" y="1198172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5" name="Freihandform: Form 434">
            <a:extLst>
              <a:ext uri="{FF2B5EF4-FFF2-40B4-BE49-F238E27FC236}">
                <a16:creationId xmlns:a16="http://schemas.microsoft.com/office/drawing/2014/main" id="{F0B42BC2-1171-F856-1319-ED809A758E90}"/>
              </a:ext>
            </a:extLst>
          </p:cNvPr>
          <p:cNvSpPr/>
          <p:nvPr/>
        </p:nvSpPr>
        <p:spPr>
          <a:xfrm>
            <a:off x="10352177" y="1711865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6" name="Freihandform: Form 435">
            <a:extLst>
              <a:ext uri="{FF2B5EF4-FFF2-40B4-BE49-F238E27FC236}">
                <a16:creationId xmlns:a16="http://schemas.microsoft.com/office/drawing/2014/main" id="{4212C896-11A2-B9F8-60A5-27C425486F3C}"/>
              </a:ext>
            </a:extLst>
          </p:cNvPr>
          <p:cNvSpPr/>
          <p:nvPr/>
        </p:nvSpPr>
        <p:spPr>
          <a:xfrm>
            <a:off x="10659261" y="2016428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7" name="Freihandform: Form 436">
            <a:extLst>
              <a:ext uri="{FF2B5EF4-FFF2-40B4-BE49-F238E27FC236}">
                <a16:creationId xmlns:a16="http://schemas.microsoft.com/office/drawing/2014/main" id="{C1C79ADF-13C2-1961-06B1-CC4798BD28CA}"/>
              </a:ext>
            </a:extLst>
          </p:cNvPr>
          <p:cNvSpPr/>
          <p:nvPr/>
        </p:nvSpPr>
        <p:spPr>
          <a:xfrm>
            <a:off x="10748561" y="1913588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8" name="Freihandform: Form 437">
            <a:extLst>
              <a:ext uri="{FF2B5EF4-FFF2-40B4-BE49-F238E27FC236}">
                <a16:creationId xmlns:a16="http://schemas.microsoft.com/office/drawing/2014/main" id="{53936389-DD4F-E369-078A-47AB677F9CB5}"/>
              </a:ext>
            </a:extLst>
          </p:cNvPr>
          <p:cNvSpPr/>
          <p:nvPr/>
        </p:nvSpPr>
        <p:spPr>
          <a:xfrm>
            <a:off x="10672862" y="1691820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9" name="Freihandform: Form 438">
            <a:extLst>
              <a:ext uri="{FF2B5EF4-FFF2-40B4-BE49-F238E27FC236}">
                <a16:creationId xmlns:a16="http://schemas.microsoft.com/office/drawing/2014/main" id="{1FCBD798-5ADC-00E4-51BD-B1229EB57BA2}"/>
              </a:ext>
            </a:extLst>
          </p:cNvPr>
          <p:cNvSpPr/>
          <p:nvPr/>
        </p:nvSpPr>
        <p:spPr>
          <a:xfrm>
            <a:off x="10503964" y="2016413"/>
            <a:ext cx="105408" cy="105274"/>
          </a:xfrm>
          <a:custGeom>
            <a:avLst/>
            <a:gdLst>
              <a:gd name="csX0" fmla="*/ 93811 w 93811"/>
              <a:gd name="csY0" fmla="*/ 46828 h 93692"/>
              <a:gd name="csX1" fmla="*/ 0 w 93811"/>
              <a:gd name="csY1" fmla="*/ 46828 h 93692"/>
              <a:gd name="csX2" fmla="*/ 93811 w 93811"/>
              <a:gd name="csY2" fmla="*/ 46828 h 93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692">
                <a:moveTo>
                  <a:pt x="93811" y="46828"/>
                </a:moveTo>
                <a:cubicBezTo>
                  <a:pt x="93811" y="109314"/>
                  <a:pt x="0" y="109314"/>
                  <a:pt x="0" y="46828"/>
                </a:cubicBezTo>
                <a:cubicBezTo>
                  <a:pt x="0" y="-15609"/>
                  <a:pt x="93811" y="-15609"/>
                  <a:pt x="93811" y="46828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0" name="Freihandform: Form 439">
            <a:extLst>
              <a:ext uri="{FF2B5EF4-FFF2-40B4-BE49-F238E27FC236}">
                <a16:creationId xmlns:a16="http://schemas.microsoft.com/office/drawing/2014/main" id="{6EE48E50-AB04-F9F6-1ACC-6B37CF72D8F6}"/>
              </a:ext>
            </a:extLst>
          </p:cNvPr>
          <p:cNvSpPr/>
          <p:nvPr/>
        </p:nvSpPr>
        <p:spPr>
          <a:xfrm>
            <a:off x="11039367" y="3714019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1" name="Freihandform: Form 440">
            <a:extLst>
              <a:ext uri="{FF2B5EF4-FFF2-40B4-BE49-F238E27FC236}">
                <a16:creationId xmlns:a16="http://schemas.microsoft.com/office/drawing/2014/main" id="{8C94BBEE-B5D3-16AA-645E-F830B5F4F35A}"/>
              </a:ext>
            </a:extLst>
          </p:cNvPr>
          <p:cNvSpPr/>
          <p:nvPr/>
        </p:nvSpPr>
        <p:spPr>
          <a:xfrm>
            <a:off x="10507754" y="1909023"/>
            <a:ext cx="105408" cy="105274"/>
          </a:xfrm>
          <a:custGeom>
            <a:avLst/>
            <a:gdLst>
              <a:gd name="csX0" fmla="*/ 93811 w 93811"/>
              <a:gd name="csY0" fmla="*/ 46865 h 93692"/>
              <a:gd name="csX1" fmla="*/ 0 w 93811"/>
              <a:gd name="csY1" fmla="*/ 46865 h 93692"/>
              <a:gd name="csX2" fmla="*/ 93811 w 93811"/>
              <a:gd name="csY2" fmla="*/ 46865 h 93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692">
                <a:moveTo>
                  <a:pt x="93811" y="46865"/>
                </a:moveTo>
                <a:cubicBezTo>
                  <a:pt x="93811" y="109302"/>
                  <a:pt x="0" y="109302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2" name="Freihandform: Form 441">
            <a:extLst>
              <a:ext uri="{FF2B5EF4-FFF2-40B4-BE49-F238E27FC236}">
                <a16:creationId xmlns:a16="http://schemas.microsoft.com/office/drawing/2014/main" id="{53CBA7AB-276E-36C9-4ECA-B01E4529AD42}"/>
              </a:ext>
            </a:extLst>
          </p:cNvPr>
          <p:cNvSpPr/>
          <p:nvPr/>
        </p:nvSpPr>
        <p:spPr>
          <a:xfrm>
            <a:off x="11207151" y="2268096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3" name="Freihandform: Form 442">
            <a:extLst>
              <a:ext uri="{FF2B5EF4-FFF2-40B4-BE49-F238E27FC236}">
                <a16:creationId xmlns:a16="http://schemas.microsoft.com/office/drawing/2014/main" id="{421CC6A4-FD97-C5C9-3D55-3E579711CEC6}"/>
              </a:ext>
            </a:extLst>
          </p:cNvPr>
          <p:cNvSpPr/>
          <p:nvPr/>
        </p:nvSpPr>
        <p:spPr>
          <a:xfrm>
            <a:off x="10592197" y="1861642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4" name="Freihandform: Form 443">
            <a:extLst>
              <a:ext uri="{FF2B5EF4-FFF2-40B4-BE49-F238E27FC236}">
                <a16:creationId xmlns:a16="http://schemas.microsoft.com/office/drawing/2014/main" id="{D5F0F96D-F4A8-444E-2085-4FD98EAF3E14}"/>
              </a:ext>
            </a:extLst>
          </p:cNvPr>
          <p:cNvSpPr/>
          <p:nvPr/>
        </p:nvSpPr>
        <p:spPr>
          <a:xfrm>
            <a:off x="10970971" y="1745495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5" name="Freihandform: Form 444">
            <a:extLst>
              <a:ext uri="{FF2B5EF4-FFF2-40B4-BE49-F238E27FC236}">
                <a16:creationId xmlns:a16="http://schemas.microsoft.com/office/drawing/2014/main" id="{DC0A2450-F39E-D035-716D-5480F3F2E81C}"/>
              </a:ext>
            </a:extLst>
          </p:cNvPr>
          <p:cNvSpPr/>
          <p:nvPr/>
        </p:nvSpPr>
        <p:spPr>
          <a:xfrm>
            <a:off x="11295892" y="1295109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6" name="Freihandform: Form 445">
            <a:extLst>
              <a:ext uri="{FF2B5EF4-FFF2-40B4-BE49-F238E27FC236}">
                <a16:creationId xmlns:a16="http://schemas.microsoft.com/office/drawing/2014/main" id="{1CCACB56-B887-60B6-461E-02ABC5413A58}"/>
              </a:ext>
            </a:extLst>
          </p:cNvPr>
          <p:cNvSpPr/>
          <p:nvPr/>
        </p:nvSpPr>
        <p:spPr>
          <a:xfrm>
            <a:off x="10679453" y="2839577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7" name="Freihandform: Form 446">
            <a:extLst>
              <a:ext uri="{FF2B5EF4-FFF2-40B4-BE49-F238E27FC236}">
                <a16:creationId xmlns:a16="http://schemas.microsoft.com/office/drawing/2014/main" id="{6E9D5031-AE16-91AD-EE93-F2A4E1C8A18A}"/>
              </a:ext>
            </a:extLst>
          </p:cNvPr>
          <p:cNvSpPr/>
          <p:nvPr/>
        </p:nvSpPr>
        <p:spPr>
          <a:xfrm>
            <a:off x="10446773" y="1348616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8" name="Freihandform: Form 447">
            <a:extLst>
              <a:ext uri="{FF2B5EF4-FFF2-40B4-BE49-F238E27FC236}">
                <a16:creationId xmlns:a16="http://schemas.microsoft.com/office/drawing/2014/main" id="{C6F17F79-7CD9-DFC1-845C-B81E70B2C3CA}"/>
              </a:ext>
            </a:extLst>
          </p:cNvPr>
          <p:cNvSpPr/>
          <p:nvPr/>
        </p:nvSpPr>
        <p:spPr>
          <a:xfrm>
            <a:off x="10718871" y="2195657"/>
            <a:ext cx="105463" cy="105274"/>
          </a:xfrm>
          <a:custGeom>
            <a:avLst/>
            <a:gdLst>
              <a:gd name="csX0" fmla="*/ 93861 w 93860"/>
              <a:gd name="csY0" fmla="*/ 46828 h 93692"/>
              <a:gd name="csX1" fmla="*/ 0 w 93860"/>
              <a:gd name="csY1" fmla="*/ 46828 h 93692"/>
              <a:gd name="csX2" fmla="*/ 93861 w 93860"/>
              <a:gd name="csY2" fmla="*/ 46828 h 93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692">
                <a:moveTo>
                  <a:pt x="93861" y="46828"/>
                </a:moveTo>
                <a:cubicBezTo>
                  <a:pt x="93861" y="109314"/>
                  <a:pt x="0" y="109314"/>
                  <a:pt x="0" y="46828"/>
                </a:cubicBezTo>
                <a:cubicBezTo>
                  <a:pt x="0" y="-15609"/>
                  <a:pt x="93861" y="-15609"/>
                  <a:pt x="93861" y="46828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9" name="Freihandform: Form 448">
            <a:extLst>
              <a:ext uri="{FF2B5EF4-FFF2-40B4-BE49-F238E27FC236}">
                <a16:creationId xmlns:a16="http://schemas.microsoft.com/office/drawing/2014/main" id="{10E9EB10-2036-CD41-64A9-66344EAC8A16}"/>
              </a:ext>
            </a:extLst>
          </p:cNvPr>
          <p:cNvSpPr/>
          <p:nvPr/>
        </p:nvSpPr>
        <p:spPr>
          <a:xfrm>
            <a:off x="10749564" y="1493993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0" name="Freihandform: Form 449">
            <a:extLst>
              <a:ext uri="{FF2B5EF4-FFF2-40B4-BE49-F238E27FC236}">
                <a16:creationId xmlns:a16="http://schemas.microsoft.com/office/drawing/2014/main" id="{32A0021C-AA62-624B-73B7-FA7B5FF8D563}"/>
              </a:ext>
            </a:extLst>
          </p:cNvPr>
          <p:cNvSpPr/>
          <p:nvPr/>
        </p:nvSpPr>
        <p:spPr>
          <a:xfrm>
            <a:off x="10444988" y="1558859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1" name="Freihandform: Form 450">
            <a:extLst>
              <a:ext uri="{FF2B5EF4-FFF2-40B4-BE49-F238E27FC236}">
                <a16:creationId xmlns:a16="http://schemas.microsoft.com/office/drawing/2014/main" id="{89487C5C-941D-C9CE-955B-6E2845D14064}"/>
              </a:ext>
            </a:extLst>
          </p:cNvPr>
          <p:cNvSpPr/>
          <p:nvPr/>
        </p:nvSpPr>
        <p:spPr>
          <a:xfrm>
            <a:off x="10259883" y="2042145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2" name="Freihandform: Form 451">
            <a:extLst>
              <a:ext uri="{FF2B5EF4-FFF2-40B4-BE49-F238E27FC236}">
                <a16:creationId xmlns:a16="http://schemas.microsoft.com/office/drawing/2014/main" id="{42254B36-E1B1-E803-3966-A39631090688}"/>
              </a:ext>
            </a:extLst>
          </p:cNvPr>
          <p:cNvSpPr/>
          <p:nvPr/>
        </p:nvSpPr>
        <p:spPr>
          <a:xfrm>
            <a:off x="10331399" y="3013462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3" name="Freihandform: Form 452">
            <a:extLst>
              <a:ext uri="{FF2B5EF4-FFF2-40B4-BE49-F238E27FC236}">
                <a16:creationId xmlns:a16="http://schemas.microsoft.com/office/drawing/2014/main" id="{8679D38F-3627-40A3-F64C-C50ABC62ACB0}"/>
              </a:ext>
            </a:extLst>
          </p:cNvPr>
          <p:cNvSpPr/>
          <p:nvPr/>
        </p:nvSpPr>
        <p:spPr>
          <a:xfrm>
            <a:off x="10975988" y="2115536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4" name="Freihandform: Form 453">
            <a:extLst>
              <a:ext uri="{FF2B5EF4-FFF2-40B4-BE49-F238E27FC236}">
                <a16:creationId xmlns:a16="http://schemas.microsoft.com/office/drawing/2014/main" id="{AC0D55EB-3EDE-7069-1BC0-6347188F83F9}"/>
              </a:ext>
            </a:extLst>
          </p:cNvPr>
          <p:cNvSpPr/>
          <p:nvPr/>
        </p:nvSpPr>
        <p:spPr>
          <a:xfrm>
            <a:off x="10521802" y="1711865"/>
            <a:ext cx="105408" cy="105274"/>
          </a:xfrm>
          <a:custGeom>
            <a:avLst/>
            <a:gdLst>
              <a:gd name="csX0" fmla="*/ 93811 w 93811"/>
              <a:gd name="csY0" fmla="*/ 46828 h 93692"/>
              <a:gd name="csX1" fmla="*/ 0 w 93811"/>
              <a:gd name="csY1" fmla="*/ 46828 h 93692"/>
              <a:gd name="csX2" fmla="*/ 93811 w 93811"/>
              <a:gd name="csY2" fmla="*/ 46828 h 93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692">
                <a:moveTo>
                  <a:pt x="93811" y="46828"/>
                </a:moveTo>
                <a:cubicBezTo>
                  <a:pt x="93811" y="109314"/>
                  <a:pt x="0" y="109314"/>
                  <a:pt x="0" y="46828"/>
                </a:cubicBezTo>
                <a:cubicBezTo>
                  <a:pt x="0" y="-15609"/>
                  <a:pt x="93811" y="-15609"/>
                  <a:pt x="93811" y="46828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5" name="Freihandform: Form 454">
            <a:extLst>
              <a:ext uri="{FF2B5EF4-FFF2-40B4-BE49-F238E27FC236}">
                <a16:creationId xmlns:a16="http://schemas.microsoft.com/office/drawing/2014/main" id="{7AC32B93-5CE0-CFB7-142D-8CECDAF0C1F1}"/>
              </a:ext>
            </a:extLst>
          </p:cNvPr>
          <p:cNvSpPr/>
          <p:nvPr/>
        </p:nvSpPr>
        <p:spPr>
          <a:xfrm>
            <a:off x="10549574" y="2964131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6" name="Freihandform: Form 455">
            <a:extLst>
              <a:ext uri="{FF2B5EF4-FFF2-40B4-BE49-F238E27FC236}">
                <a16:creationId xmlns:a16="http://schemas.microsoft.com/office/drawing/2014/main" id="{C038BB42-D7BC-8664-CCEE-19F0BF02426C}"/>
              </a:ext>
            </a:extLst>
          </p:cNvPr>
          <p:cNvSpPr/>
          <p:nvPr/>
        </p:nvSpPr>
        <p:spPr>
          <a:xfrm>
            <a:off x="10482169" y="2364754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7" name="Freihandform: Form 456">
            <a:extLst>
              <a:ext uri="{FF2B5EF4-FFF2-40B4-BE49-F238E27FC236}">
                <a16:creationId xmlns:a16="http://schemas.microsoft.com/office/drawing/2014/main" id="{C7E5EC50-F4F8-C393-883A-D7C3BBF96289}"/>
              </a:ext>
            </a:extLst>
          </p:cNvPr>
          <p:cNvSpPr/>
          <p:nvPr/>
        </p:nvSpPr>
        <p:spPr>
          <a:xfrm>
            <a:off x="10891366" y="1766312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8" name="Freihandform: Form 457">
            <a:extLst>
              <a:ext uri="{FF2B5EF4-FFF2-40B4-BE49-F238E27FC236}">
                <a16:creationId xmlns:a16="http://schemas.microsoft.com/office/drawing/2014/main" id="{CF736691-213B-7AAF-140A-F9DF62804584}"/>
              </a:ext>
            </a:extLst>
          </p:cNvPr>
          <p:cNvSpPr/>
          <p:nvPr/>
        </p:nvSpPr>
        <p:spPr>
          <a:xfrm>
            <a:off x="11166348" y="1642879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9" name="Freihandform: Form 458">
            <a:extLst>
              <a:ext uri="{FF2B5EF4-FFF2-40B4-BE49-F238E27FC236}">
                <a16:creationId xmlns:a16="http://schemas.microsoft.com/office/drawing/2014/main" id="{77622006-FEF3-BA77-B6FC-463154A36FD9}"/>
              </a:ext>
            </a:extLst>
          </p:cNvPr>
          <p:cNvSpPr/>
          <p:nvPr/>
        </p:nvSpPr>
        <p:spPr>
          <a:xfrm>
            <a:off x="10384871" y="1860930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456D9">
              <a:alpha val="90000"/>
            </a:srgbClr>
          </a:solidFill>
          <a:ln w="9818" cap="rnd">
            <a:solidFill>
              <a:srgbClr val="2E75B6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0" name="Freihandform: Form 459">
            <a:extLst>
              <a:ext uri="{FF2B5EF4-FFF2-40B4-BE49-F238E27FC236}">
                <a16:creationId xmlns:a16="http://schemas.microsoft.com/office/drawing/2014/main" id="{C20984F5-8461-0977-C124-ABF46DCF53A2}"/>
              </a:ext>
            </a:extLst>
          </p:cNvPr>
          <p:cNvSpPr/>
          <p:nvPr/>
        </p:nvSpPr>
        <p:spPr>
          <a:xfrm>
            <a:off x="11862178" y="2621990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1" name="Freihandform: Form 460">
            <a:extLst>
              <a:ext uri="{FF2B5EF4-FFF2-40B4-BE49-F238E27FC236}">
                <a16:creationId xmlns:a16="http://schemas.microsoft.com/office/drawing/2014/main" id="{C8076EFC-D69A-158C-8CD8-CAD69A9D6579}"/>
              </a:ext>
            </a:extLst>
          </p:cNvPr>
          <p:cNvSpPr/>
          <p:nvPr/>
        </p:nvSpPr>
        <p:spPr>
          <a:xfrm>
            <a:off x="11635028" y="2730787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2" name="Freihandform: Form 461">
            <a:extLst>
              <a:ext uri="{FF2B5EF4-FFF2-40B4-BE49-F238E27FC236}">
                <a16:creationId xmlns:a16="http://schemas.microsoft.com/office/drawing/2014/main" id="{89B02FEA-4F27-5AE7-213A-079464C22F59}"/>
              </a:ext>
            </a:extLst>
          </p:cNvPr>
          <p:cNvSpPr/>
          <p:nvPr/>
        </p:nvSpPr>
        <p:spPr>
          <a:xfrm>
            <a:off x="12133530" y="1402847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3" name="Freihandform: Form 462">
            <a:extLst>
              <a:ext uri="{FF2B5EF4-FFF2-40B4-BE49-F238E27FC236}">
                <a16:creationId xmlns:a16="http://schemas.microsoft.com/office/drawing/2014/main" id="{A1699F09-292E-60C9-215F-E9995BECF4FF}"/>
              </a:ext>
            </a:extLst>
          </p:cNvPr>
          <p:cNvSpPr/>
          <p:nvPr/>
        </p:nvSpPr>
        <p:spPr>
          <a:xfrm>
            <a:off x="11717415" y="2040648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4" name="Freihandform: Form 463">
            <a:extLst>
              <a:ext uri="{FF2B5EF4-FFF2-40B4-BE49-F238E27FC236}">
                <a16:creationId xmlns:a16="http://schemas.microsoft.com/office/drawing/2014/main" id="{E76363C7-618B-5335-1DED-120358E7E160}"/>
              </a:ext>
            </a:extLst>
          </p:cNvPr>
          <p:cNvSpPr/>
          <p:nvPr/>
        </p:nvSpPr>
        <p:spPr>
          <a:xfrm>
            <a:off x="12131747" y="2126783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5" name="Freihandform: Form 464">
            <a:extLst>
              <a:ext uri="{FF2B5EF4-FFF2-40B4-BE49-F238E27FC236}">
                <a16:creationId xmlns:a16="http://schemas.microsoft.com/office/drawing/2014/main" id="{88E528BC-8D88-D967-B32F-81604434E236}"/>
              </a:ext>
            </a:extLst>
          </p:cNvPr>
          <p:cNvSpPr/>
          <p:nvPr/>
        </p:nvSpPr>
        <p:spPr>
          <a:xfrm>
            <a:off x="12226118" y="2233227"/>
            <a:ext cx="105408" cy="105274"/>
          </a:xfrm>
          <a:custGeom>
            <a:avLst/>
            <a:gdLst>
              <a:gd name="csX0" fmla="*/ 93811 w 93811"/>
              <a:gd name="csY0" fmla="*/ 46828 h 93692"/>
              <a:gd name="csX1" fmla="*/ 0 w 93811"/>
              <a:gd name="csY1" fmla="*/ 46828 h 93692"/>
              <a:gd name="csX2" fmla="*/ 93811 w 93811"/>
              <a:gd name="csY2" fmla="*/ 46828 h 93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692">
                <a:moveTo>
                  <a:pt x="93811" y="46828"/>
                </a:moveTo>
                <a:cubicBezTo>
                  <a:pt x="93811" y="109314"/>
                  <a:pt x="0" y="109314"/>
                  <a:pt x="0" y="46828"/>
                </a:cubicBezTo>
                <a:cubicBezTo>
                  <a:pt x="0" y="-15609"/>
                  <a:pt x="93811" y="-15609"/>
                  <a:pt x="93811" y="46828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6" name="Freihandform: Form 465">
            <a:extLst>
              <a:ext uri="{FF2B5EF4-FFF2-40B4-BE49-F238E27FC236}">
                <a16:creationId xmlns:a16="http://schemas.microsoft.com/office/drawing/2014/main" id="{DB0AB2BB-C89B-3387-D1BB-3B5951DA14C9}"/>
              </a:ext>
            </a:extLst>
          </p:cNvPr>
          <p:cNvSpPr/>
          <p:nvPr/>
        </p:nvSpPr>
        <p:spPr>
          <a:xfrm>
            <a:off x="12031582" y="3198218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7" name="Freihandform: Form 466">
            <a:extLst>
              <a:ext uri="{FF2B5EF4-FFF2-40B4-BE49-F238E27FC236}">
                <a16:creationId xmlns:a16="http://schemas.microsoft.com/office/drawing/2014/main" id="{A4471A8A-347E-7D6E-71E8-9DFD916F3F99}"/>
              </a:ext>
            </a:extLst>
          </p:cNvPr>
          <p:cNvSpPr/>
          <p:nvPr/>
        </p:nvSpPr>
        <p:spPr>
          <a:xfrm>
            <a:off x="11729121" y="1860694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8" name="Freihandform: Form 467">
            <a:extLst>
              <a:ext uri="{FF2B5EF4-FFF2-40B4-BE49-F238E27FC236}">
                <a16:creationId xmlns:a16="http://schemas.microsoft.com/office/drawing/2014/main" id="{4C30A157-1471-703B-F6FF-85F2B2172157}"/>
              </a:ext>
            </a:extLst>
          </p:cNvPr>
          <p:cNvSpPr/>
          <p:nvPr/>
        </p:nvSpPr>
        <p:spPr>
          <a:xfrm>
            <a:off x="12150475" y="2282127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9" name="Freihandform: Form 468">
            <a:extLst>
              <a:ext uri="{FF2B5EF4-FFF2-40B4-BE49-F238E27FC236}">
                <a16:creationId xmlns:a16="http://schemas.microsoft.com/office/drawing/2014/main" id="{25C3AD23-6C06-F74D-3848-C4AE091001DC}"/>
              </a:ext>
            </a:extLst>
          </p:cNvPr>
          <p:cNvSpPr/>
          <p:nvPr/>
        </p:nvSpPr>
        <p:spPr>
          <a:xfrm>
            <a:off x="11652475" y="2264644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0" name="Freihandform: Form 469">
            <a:extLst>
              <a:ext uri="{FF2B5EF4-FFF2-40B4-BE49-F238E27FC236}">
                <a16:creationId xmlns:a16="http://schemas.microsoft.com/office/drawing/2014/main" id="{C5981064-585C-E1EC-50D6-291F3528F8BD}"/>
              </a:ext>
            </a:extLst>
          </p:cNvPr>
          <p:cNvSpPr/>
          <p:nvPr/>
        </p:nvSpPr>
        <p:spPr>
          <a:xfrm>
            <a:off x="11662731" y="1697333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1" name="Freihandform: Form 470">
            <a:extLst>
              <a:ext uri="{FF2B5EF4-FFF2-40B4-BE49-F238E27FC236}">
                <a16:creationId xmlns:a16="http://schemas.microsoft.com/office/drawing/2014/main" id="{52FFB4BA-0D58-A4AD-62AE-9BF1C797AFFC}"/>
              </a:ext>
            </a:extLst>
          </p:cNvPr>
          <p:cNvSpPr/>
          <p:nvPr/>
        </p:nvSpPr>
        <p:spPr>
          <a:xfrm>
            <a:off x="11637593" y="1754069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2" name="Freihandform: Form 471">
            <a:extLst>
              <a:ext uri="{FF2B5EF4-FFF2-40B4-BE49-F238E27FC236}">
                <a16:creationId xmlns:a16="http://schemas.microsoft.com/office/drawing/2014/main" id="{7127706A-7FA2-692E-08DA-ACA3C0C6B143}"/>
              </a:ext>
            </a:extLst>
          </p:cNvPr>
          <p:cNvSpPr/>
          <p:nvPr/>
        </p:nvSpPr>
        <p:spPr>
          <a:xfrm>
            <a:off x="11388759" y="1464150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3" name="Freihandform: Form 472">
            <a:extLst>
              <a:ext uri="{FF2B5EF4-FFF2-40B4-BE49-F238E27FC236}">
                <a16:creationId xmlns:a16="http://schemas.microsoft.com/office/drawing/2014/main" id="{D8EADD90-84F0-B8BD-829B-D7C856A79AA0}"/>
              </a:ext>
            </a:extLst>
          </p:cNvPr>
          <p:cNvSpPr/>
          <p:nvPr/>
        </p:nvSpPr>
        <p:spPr>
          <a:xfrm>
            <a:off x="11973160" y="2413808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4" name="Freihandform: Form 473">
            <a:extLst>
              <a:ext uri="{FF2B5EF4-FFF2-40B4-BE49-F238E27FC236}">
                <a16:creationId xmlns:a16="http://schemas.microsoft.com/office/drawing/2014/main" id="{72B7C5AB-EE6D-F5A0-0EFC-B780E54B2C25}"/>
              </a:ext>
            </a:extLst>
          </p:cNvPr>
          <p:cNvSpPr/>
          <p:nvPr/>
        </p:nvSpPr>
        <p:spPr>
          <a:xfrm>
            <a:off x="12037375" y="1841207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5" name="Freihandform: Form 474">
            <a:extLst>
              <a:ext uri="{FF2B5EF4-FFF2-40B4-BE49-F238E27FC236}">
                <a16:creationId xmlns:a16="http://schemas.microsoft.com/office/drawing/2014/main" id="{F3361E4B-6C96-D40D-D2BC-6E67D751D0F0}"/>
              </a:ext>
            </a:extLst>
          </p:cNvPr>
          <p:cNvSpPr/>
          <p:nvPr/>
        </p:nvSpPr>
        <p:spPr>
          <a:xfrm>
            <a:off x="11822879" y="1464651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6" name="Freihandform: Form 475">
            <a:extLst>
              <a:ext uri="{FF2B5EF4-FFF2-40B4-BE49-F238E27FC236}">
                <a16:creationId xmlns:a16="http://schemas.microsoft.com/office/drawing/2014/main" id="{E8F57AEC-4528-6467-FFF1-478CF081F931}"/>
              </a:ext>
            </a:extLst>
          </p:cNvPr>
          <p:cNvSpPr/>
          <p:nvPr/>
        </p:nvSpPr>
        <p:spPr>
          <a:xfrm>
            <a:off x="12246240" y="2736355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7" name="Freihandform: Form 476">
            <a:extLst>
              <a:ext uri="{FF2B5EF4-FFF2-40B4-BE49-F238E27FC236}">
                <a16:creationId xmlns:a16="http://schemas.microsoft.com/office/drawing/2014/main" id="{20829E17-8B93-0AA1-009C-79053A364431}"/>
              </a:ext>
            </a:extLst>
          </p:cNvPr>
          <p:cNvSpPr/>
          <p:nvPr/>
        </p:nvSpPr>
        <p:spPr>
          <a:xfrm>
            <a:off x="11684582" y="2609296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8" name="Freihandform: Form 477">
            <a:extLst>
              <a:ext uri="{FF2B5EF4-FFF2-40B4-BE49-F238E27FC236}">
                <a16:creationId xmlns:a16="http://schemas.microsoft.com/office/drawing/2014/main" id="{D439CBF2-E823-5111-767D-427DE6B253AD}"/>
              </a:ext>
            </a:extLst>
          </p:cNvPr>
          <p:cNvSpPr/>
          <p:nvPr/>
        </p:nvSpPr>
        <p:spPr>
          <a:xfrm>
            <a:off x="11784361" y="2746990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9" name="Freihandform: Form 478">
            <a:extLst>
              <a:ext uri="{FF2B5EF4-FFF2-40B4-BE49-F238E27FC236}">
                <a16:creationId xmlns:a16="http://schemas.microsoft.com/office/drawing/2014/main" id="{6DC8763A-94E5-77BC-077B-B5F6414F020D}"/>
              </a:ext>
            </a:extLst>
          </p:cNvPr>
          <p:cNvSpPr/>
          <p:nvPr/>
        </p:nvSpPr>
        <p:spPr>
          <a:xfrm>
            <a:off x="12123218" y="2913469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0" name="Freihandform: Form 479">
            <a:extLst>
              <a:ext uri="{FF2B5EF4-FFF2-40B4-BE49-F238E27FC236}">
                <a16:creationId xmlns:a16="http://schemas.microsoft.com/office/drawing/2014/main" id="{2C560AF2-9A99-C0B3-FF02-578662BE4DC1}"/>
              </a:ext>
            </a:extLst>
          </p:cNvPr>
          <p:cNvSpPr/>
          <p:nvPr/>
        </p:nvSpPr>
        <p:spPr>
          <a:xfrm>
            <a:off x="11652531" y="2131126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1" name="Freihandform: Form 480">
            <a:extLst>
              <a:ext uri="{FF2B5EF4-FFF2-40B4-BE49-F238E27FC236}">
                <a16:creationId xmlns:a16="http://schemas.microsoft.com/office/drawing/2014/main" id="{CC9918A6-199E-BF57-642C-57A9C5C693D1}"/>
              </a:ext>
            </a:extLst>
          </p:cNvPr>
          <p:cNvSpPr/>
          <p:nvPr/>
        </p:nvSpPr>
        <p:spPr>
          <a:xfrm>
            <a:off x="12321229" y="1871211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2" name="Freihandform: Form 481">
            <a:extLst>
              <a:ext uri="{FF2B5EF4-FFF2-40B4-BE49-F238E27FC236}">
                <a16:creationId xmlns:a16="http://schemas.microsoft.com/office/drawing/2014/main" id="{EA909628-A9A1-039B-CD1C-5F71E151785C}"/>
              </a:ext>
            </a:extLst>
          </p:cNvPr>
          <p:cNvSpPr/>
          <p:nvPr/>
        </p:nvSpPr>
        <p:spPr>
          <a:xfrm>
            <a:off x="11796291" y="1561309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3" name="Freihandform: Form 482">
            <a:extLst>
              <a:ext uri="{FF2B5EF4-FFF2-40B4-BE49-F238E27FC236}">
                <a16:creationId xmlns:a16="http://schemas.microsoft.com/office/drawing/2014/main" id="{4C573602-AC87-595B-BD70-132FFFB59D60}"/>
              </a:ext>
            </a:extLst>
          </p:cNvPr>
          <p:cNvSpPr/>
          <p:nvPr/>
        </p:nvSpPr>
        <p:spPr>
          <a:xfrm>
            <a:off x="12207500" y="1640707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4" name="Freihandform: Form 483">
            <a:extLst>
              <a:ext uri="{FF2B5EF4-FFF2-40B4-BE49-F238E27FC236}">
                <a16:creationId xmlns:a16="http://schemas.microsoft.com/office/drawing/2014/main" id="{8389C46D-A389-6F13-39F8-BC61E3885EE6}"/>
              </a:ext>
            </a:extLst>
          </p:cNvPr>
          <p:cNvSpPr/>
          <p:nvPr/>
        </p:nvSpPr>
        <p:spPr>
          <a:xfrm>
            <a:off x="12081244" y="2681678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5" name="Freihandform: Form 484">
            <a:extLst>
              <a:ext uri="{FF2B5EF4-FFF2-40B4-BE49-F238E27FC236}">
                <a16:creationId xmlns:a16="http://schemas.microsoft.com/office/drawing/2014/main" id="{3E9721FE-EF06-44EC-8EC4-F346A28C7D8F}"/>
              </a:ext>
            </a:extLst>
          </p:cNvPr>
          <p:cNvSpPr/>
          <p:nvPr/>
        </p:nvSpPr>
        <p:spPr>
          <a:xfrm>
            <a:off x="11662955" y="1232192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>
              <a:alpha val="90000"/>
            </a:srgbClr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6" name="Freihandform: Form 485">
            <a:extLst>
              <a:ext uri="{FF2B5EF4-FFF2-40B4-BE49-F238E27FC236}">
                <a16:creationId xmlns:a16="http://schemas.microsoft.com/office/drawing/2014/main" id="{AEA6B3D3-C50F-8C72-FB6F-ECF078BA354C}"/>
              </a:ext>
            </a:extLst>
          </p:cNvPr>
          <p:cNvSpPr/>
          <p:nvPr/>
        </p:nvSpPr>
        <p:spPr>
          <a:xfrm>
            <a:off x="10157066" y="1125051"/>
            <a:ext cx="14270" cy="2767404"/>
          </a:xfrm>
          <a:custGeom>
            <a:avLst/>
            <a:gdLst>
              <a:gd name="csX0" fmla="*/ 0 w 12700"/>
              <a:gd name="csY0" fmla="*/ 2462933 h 2462932"/>
              <a:gd name="csX1" fmla="*/ 0 w 12700"/>
              <a:gd name="csY1" fmla="*/ 0 h 2462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2462932">
                <a:moveTo>
                  <a:pt x="0" y="2462933"/>
                </a:moveTo>
                <a:lnTo>
                  <a:pt x="0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7" name="Freihandform: Form 486">
            <a:extLst>
              <a:ext uri="{FF2B5EF4-FFF2-40B4-BE49-F238E27FC236}">
                <a16:creationId xmlns:a16="http://schemas.microsoft.com/office/drawing/2014/main" id="{75F14BA2-E460-5A36-2F48-2EA2F2032AE3}"/>
              </a:ext>
            </a:extLst>
          </p:cNvPr>
          <p:cNvSpPr/>
          <p:nvPr/>
        </p:nvSpPr>
        <p:spPr>
          <a:xfrm>
            <a:off x="10159331" y="1125051"/>
            <a:ext cx="2340000" cy="14253"/>
          </a:xfrm>
          <a:custGeom>
            <a:avLst/>
            <a:gdLst>
              <a:gd name="csX0" fmla="*/ 0 w 2299164"/>
              <a:gd name="csY0" fmla="*/ 0 h 12685"/>
              <a:gd name="csX1" fmla="*/ 2299164 w 2299164"/>
              <a:gd name="csY1" fmla="*/ 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99164" h="12685">
                <a:moveTo>
                  <a:pt x="0" y="0"/>
                </a:moveTo>
                <a:lnTo>
                  <a:pt x="2299164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88" name="Freihandform: Form 487">
            <a:extLst>
              <a:ext uri="{FF2B5EF4-FFF2-40B4-BE49-F238E27FC236}">
                <a16:creationId xmlns:a16="http://schemas.microsoft.com/office/drawing/2014/main" id="{C5E6B3E8-5B45-1120-50C3-B12A9C31FC0A}"/>
              </a:ext>
            </a:extLst>
          </p:cNvPr>
          <p:cNvSpPr/>
          <p:nvPr/>
        </p:nvSpPr>
        <p:spPr>
          <a:xfrm>
            <a:off x="12501538" y="1125051"/>
            <a:ext cx="14270" cy="2767404"/>
          </a:xfrm>
          <a:custGeom>
            <a:avLst/>
            <a:gdLst>
              <a:gd name="csX0" fmla="*/ 0 w 12700"/>
              <a:gd name="csY0" fmla="*/ 2462933 h 2462932"/>
              <a:gd name="csX1" fmla="*/ 0 w 12700"/>
              <a:gd name="csY1" fmla="*/ 0 h 2462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2462932">
                <a:moveTo>
                  <a:pt x="0" y="2462933"/>
                </a:moveTo>
                <a:lnTo>
                  <a:pt x="0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9" name="Freihandform: Form 488">
            <a:extLst>
              <a:ext uri="{FF2B5EF4-FFF2-40B4-BE49-F238E27FC236}">
                <a16:creationId xmlns:a16="http://schemas.microsoft.com/office/drawing/2014/main" id="{39C19872-0CBB-4E84-D995-CB11073EE2A0}"/>
              </a:ext>
            </a:extLst>
          </p:cNvPr>
          <p:cNvSpPr/>
          <p:nvPr/>
        </p:nvSpPr>
        <p:spPr>
          <a:xfrm>
            <a:off x="10159331" y="3892456"/>
            <a:ext cx="2340000" cy="14253"/>
          </a:xfrm>
          <a:custGeom>
            <a:avLst/>
            <a:gdLst>
              <a:gd name="csX0" fmla="*/ 0 w 2299164"/>
              <a:gd name="csY0" fmla="*/ 0 h 12685"/>
              <a:gd name="csX1" fmla="*/ 2299164 w 2299164"/>
              <a:gd name="csY1" fmla="*/ 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99164" h="12685">
                <a:moveTo>
                  <a:pt x="0" y="0"/>
                </a:moveTo>
                <a:lnTo>
                  <a:pt x="2299164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35" name="Tabelle 634">
                <a:extLst>
                  <a:ext uri="{FF2B5EF4-FFF2-40B4-BE49-F238E27FC236}">
                    <a16:creationId xmlns:a16="http://schemas.microsoft.com/office/drawing/2014/main" id="{A0C23E21-4965-470E-1782-58ED6CB980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0238518"/>
                  </p:ext>
                </p:extLst>
              </p:nvPr>
            </p:nvGraphicFramePr>
            <p:xfrm>
              <a:off x="5667682" y="1193483"/>
              <a:ext cx="612000" cy="27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35" name="Tabelle 634">
                <a:extLst>
                  <a:ext uri="{FF2B5EF4-FFF2-40B4-BE49-F238E27FC236}">
                    <a16:creationId xmlns:a16="http://schemas.microsoft.com/office/drawing/2014/main" id="{A0C23E21-4965-470E-1782-58ED6CB980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0238518"/>
                  </p:ext>
                </p:extLst>
              </p:nvPr>
            </p:nvGraphicFramePr>
            <p:xfrm>
              <a:off x="5667682" y="1193483"/>
              <a:ext cx="612000" cy="27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b="-3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b="-2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2273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9887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36" name="Tabelle 635">
                <a:extLst>
                  <a:ext uri="{FF2B5EF4-FFF2-40B4-BE49-F238E27FC236}">
                    <a16:creationId xmlns:a16="http://schemas.microsoft.com/office/drawing/2014/main" id="{BEC9C3EB-375B-332C-3064-087B513205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0434700"/>
                  </p:ext>
                </p:extLst>
              </p:nvPr>
            </p:nvGraphicFramePr>
            <p:xfrm>
              <a:off x="6235423" y="3930702"/>
              <a:ext cx="279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58000">
                      <a:extLst>
                        <a:ext uri="{9D8B030D-6E8A-4147-A177-3AD203B41FA5}">
                          <a16:colId xmlns:a16="http://schemas.microsoft.com/office/drawing/2014/main" val="1160814562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72964741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361071223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111082472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620255347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78637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36" name="Tabelle 635">
                <a:extLst>
                  <a:ext uri="{FF2B5EF4-FFF2-40B4-BE49-F238E27FC236}">
                    <a16:creationId xmlns:a16="http://schemas.microsoft.com/office/drawing/2014/main" id="{BEC9C3EB-375B-332C-3064-087B513205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0434700"/>
                  </p:ext>
                </p:extLst>
              </p:nvPr>
            </p:nvGraphicFramePr>
            <p:xfrm>
              <a:off x="6235423" y="3930702"/>
              <a:ext cx="279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58000">
                      <a:extLst>
                        <a:ext uri="{9D8B030D-6E8A-4147-A177-3AD203B41FA5}">
                          <a16:colId xmlns:a16="http://schemas.microsoft.com/office/drawing/2014/main" val="1160814562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72964741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361071223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111082472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620255347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348" r="-398913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2198" t="-4348" r="-202198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13" t="-4348" b="-23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8637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42" name="Rechteck 841">
            <a:extLst>
              <a:ext uri="{FF2B5EF4-FFF2-40B4-BE49-F238E27FC236}">
                <a16:creationId xmlns:a16="http://schemas.microsoft.com/office/drawing/2014/main" id="{DD9662CD-9003-82B2-8EBA-7816D9512FBF}"/>
              </a:ext>
            </a:extLst>
          </p:cNvPr>
          <p:cNvSpPr/>
          <p:nvPr/>
        </p:nvSpPr>
        <p:spPr>
          <a:xfrm>
            <a:off x="1527565" y="1088951"/>
            <a:ext cx="3455541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" name="Rechteck 842">
            <a:extLst>
              <a:ext uri="{FF2B5EF4-FFF2-40B4-BE49-F238E27FC236}">
                <a16:creationId xmlns:a16="http://schemas.microsoft.com/office/drawing/2014/main" id="{09FDA0B0-619A-A22C-5703-05E489F59EA3}"/>
              </a:ext>
            </a:extLst>
          </p:cNvPr>
          <p:cNvSpPr/>
          <p:nvPr/>
        </p:nvSpPr>
        <p:spPr>
          <a:xfrm>
            <a:off x="1527565" y="2749582"/>
            <a:ext cx="3455541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" name="Rechteck 843">
            <a:extLst>
              <a:ext uri="{FF2B5EF4-FFF2-40B4-BE49-F238E27FC236}">
                <a16:creationId xmlns:a16="http://schemas.microsoft.com/office/drawing/2014/main" id="{4F688169-CD18-672A-D9B0-8FC1152FAF80}"/>
              </a:ext>
            </a:extLst>
          </p:cNvPr>
          <p:cNvSpPr/>
          <p:nvPr/>
        </p:nvSpPr>
        <p:spPr>
          <a:xfrm>
            <a:off x="7323451" y="1125652"/>
            <a:ext cx="547303" cy="56384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" name="Rechteck 844">
            <a:extLst>
              <a:ext uri="{FF2B5EF4-FFF2-40B4-BE49-F238E27FC236}">
                <a16:creationId xmlns:a16="http://schemas.microsoft.com/office/drawing/2014/main" id="{939B9722-4F43-0FE7-C5B5-C37655365892}"/>
              </a:ext>
            </a:extLst>
          </p:cNvPr>
          <p:cNvSpPr/>
          <p:nvPr/>
        </p:nvSpPr>
        <p:spPr>
          <a:xfrm>
            <a:off x="6223003" y="2229279"/>
            <a:ext cx="547303" cy="56384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" name="Pfeil: nach rechts 848">
            <a:extLst>
              <a:ext uri="{FF2B5EF4-FFF2-40B4-BE49-F238E27FC236}">
                <a16:creationId xmlns:a16="http://schemas.microsoft.com/office/drawing/2014/main" id="{2F44D568-D954-3E1D-8FC1-971E6D1A90AA}"/>
              </a:ext>
            </a:extLst>
          </p:cNvPr>
          <p:cNvSpPr/>
          <p:nvPr/>
        </p:nvSpPr>
        <p:spPr>
          <a:xfrm>
            <a:off x="9173352" y="2326393"/>
            <a:ext cx="54102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2" name="Textfeld 851">
            <a:extLst>
              <a:ext uri="{FF2B5EF4-FFF2-40B4-BE49-F238E27FC236}">
                <a16:creationId xmlns:a16="http://schemas.microsoft.com/office/drawing/2014/main" id="{49005DA5-AD33-D974-2FB8-B97EADF9DF9F}"/>
              </a:ext>
            </a:extLst>
          </p:cNvPr>
          <p:cNvSpPr txBox="1"/>
          <p:nvPr/>
        </p:nvSpPr>
        <p:spPr>
          <a:xfrm>
            <a:off x="1679966" y="547016"/>
            <a:ext cx="324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853" name="Textfeld 852">
            <a:extLst>
              <a:ext uri="{FF2B5EF4-FFF2-40B4-BE49-F238E27FC236}">
                <a16:creationId xmlns:a16="http://schemas.microsoft.com/office/drawing/2014/main" id="{30672F17-8B58-A508-5B58-9CFEA3207A3F}"/>
              </a:ext>
            </a:extLst>
          </p:cNvPr>
          <p:cNvSpPr txBox="1"/>
          <p:nvPr/>
        </p:nvSpPr>
        <p:spPr>
          <a:xfrm rot="16200000">
            <a:off x="8561794" y="2316126"/>
            <a:ext cx="2781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Axis 2</a:t>
            </a:r>
          </a:p>
        </p:txBody>
      </p:sp>
      <p:grpSp>
        <p:nvGrpSpPr>
          <p:cNvPr id="858" name="Gruppieren 857">
            <a:extLst>
              <a:ext uri="{FF2B5EF4-FFF2-40B4-BE49-F238E27FC236}">
                <a16:creationId xmlns:a16="http://schemas.microsoft.com/office/drawing/2014/main" id="{E0612657-18E0-C459-C834-EB303A26FA70}"/>
              </a:ext>
            </a:extLst>
          </p:cNvPr>
          <p:cNvGrpSpPr/>
          <p:nvPr/>
        </p:nvGrpSpPr>
        <p:grpSpPr>
          <a:xfrm>
            <a:off x="10704108" y="4355743"/>
            <a:ext cx="1216901" cy="711438"/>
            <a:chOff x="10815770" y="4485420"/>
            <a:chExt cx="1216901" cy="711438"/>
          </a:xfrm>
        </p:grpSpPr>
        <p:sp>
          <p:nvSpPr>
            <p:cNvPr id="854" name="Textfeld 853">
              <a:extLst>
                <a:ext uri="{FF2B5EF4-FFF2-40B4-BE49-F238E27FC236}">
                  <a16:creationId xmlns:a16="http://schemas.microsoft.com/office/drawing/2014/main" id="{82704AAE-7D97-8871-944E-DC801B310903}"/>
                </a:ext>
              </a:extLst>
            </p:cNvPr>
            <p:cNvSpPr txBox="1"/>
            <p:nvPr/>
          </p:nvSpPr>
          <p:spPr>
            <a:xfrm>
              <a:off x="10995144" y="4485420"/>
              <a:ext cx="10375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E75B6"/>
                  </a:solidFill>
                </a:rPr>
                <a:t>Group 1</a:t>
              </a:r>
            </a:p>
          </p:txBody>
        </p:sp>
        <p:sp>
          <p:nvSpPr>
            <p:cNvPr id="855" name="Textfeld 854">
              <a:extLst>
                <a:ext uri="{FF2B5EF4-FFF2-40B4-BE49-F238E27FC236}">
                  <a16:creationId xmlns:a16="http://schemas.microsoft.com/office/drawing/2014/main" id="{C0A777A8-9BC8-8E40-FE25-B97A9AB3F517}"/>
                </a:ext>
              </a:extLst>
            </p:cNvPr>
            <p:cNvSpPr txBox="1"/>
            <p:nvPr/>
          </p:nvSpPr>
          <p:spPr>
            <a:xfrm>
              <a:off x="10995144" y="4796748"/>
              <a:ext cx="10375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Group 2</a:t>
              </a:r>
            </a:p>
          </p:txBody>
        </p:sp>
        <p:sp>
          <p:nvSpPr>
            <p:cNvPr id="856" name="Freihandform: Form 855">
              <a:extLst>
                <a:ext uri="{FF2B5EF4-FFF2-40B4-BE49-F238E27FC236}">
                  <a16:creationId xmlns:a16="http://schemas.microsoft.com/office/drawing/2014/main" id="{4F0CF7BE-7AAE-E096-3DE1-FE4D648A1B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15770" y="4613475"/>
              <a:ext cx="144125" cy="144000"/>
            </a:xfrm>
            <a:custGeom>
              <a:avLst/>
              <a:gdLst>
                <a:gd name="csX0" fmla="*/ 93811 w 93811"/>
                <a:gd name="csY0" fmla="*/ 46865 h 93729"/>
                <a:gd name="csX1" fmla="*/ 0 w 93811"/>
                <a:gd name="csY1" fmla="*/ 46865 h 93729"/>
                <a:gd name="csX2" fmla="*/ 93811 w 93811"/>
                <a:gd name="csY2" fmla="*/ 46865 h 93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3811" h="93729">
                  <a:moveTo>
                    <a:pt x="93811" y="46865"/>
                  </a:moveTo>
                  <a:cubicBezTo>
                    <a:pt x="93811" y="109351"/>
                    <a:pt x="0" y="109351"/>
                    <a:pt x="0" y="46865"/>
                  </a:cubicBezTo>
                  <a:cubicBezTo>
                    <a:pt x="0" y="-15622"/>
                    <a:pt x="93811" y="-15622"/>
                    <a:pt x="93811" y="46865"/>
                  </a:cubicBezTo>
                </a:path>
              </a:pathLst>
            </a:custGeom>
            <a:solidFill>
              <a:srgbClr val="2456D9">
                <a:alpha val="90000"/>
              </a:srgbClr>
            </a:solidFill>
            <a:ln w="9818" cap="rnd">
              <a:solidFill>
                <a:srgbClr val="2E75B6">
                  <a:alpha val="9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7" name="Freihandform: Form 856">
              <a:extLst>
                <a:ext uri="{FF2B5EF4-FFF2-40B4-BE49-F238E27FC236}">
                  <a16:creationId xmlns:a16="http://schemas.microsoft.com/office/drawing/2014/main" id="{FD429B54-EFB5-1EED-4A50-A1F9AFCB34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15770" y="4924803"/>
              <a:ext cx="144125" cy="144000"/>
            </a:xfrm>
            <a:custGeom>
              <a:avLst/>
              <a:gdLst>
                <a:gd name="csX0" fmla="*/ 93811 w 93811"/>
                <a:gd name="csY0" fmla="*/ 46865 h 93729"/>
                <a:gd name="csX1" fmla="*/ 0 w 93811"/>
                <a:gd name="csY1" fmla="*/ 46865 h 93729"/>
                <a:gd name="csX2" fmla="*/ 93811 w 93811"/>
                <a:gd name="csY2" fmla="*/ 46865 h 93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3811" h="93729">
                  <a:moveTo>
                    <a:pt x="93811" y="46865"/>
                  </a:moveTo>
                  <a:cubicBezTo>
                    <a:pt x="93811" y="109351"/>
                    <a:pt x="0" y="109351"/>
                    <a:pt x="0" y="46865"/>
                  </a:cubicBezTo>
                  <a:cubicBezTo>
                    <a:pt x="0" y="-15622"/>
                    <a:pt x="93811" y="-15622"/>
                    <a:pt x="93811" y="46865"/>
                  </a:cubicBezTo>
                </a:path>
              </a:pathLst>
            </a:custGeom>
            <a:solidFill>
              <a:srgbClr val="3F7F2A">
                <a:alpha val="90000"/>
              </a:srgbClr>
            </a:solidFill>
            <a:ln w="9818" cap="rnd">
              <a:solidFill>
                <a:srgbClr val="3F7F2A">
                  <a:alpha val="9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107</Words>
  <Application>Microsoft Office PowerPoint</Application>
  <PresentationFormat>Benutzerdefiniert</PresentationFormat>
  <Paragraphs>88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68</cp:revision>
  <dcterms:created xsi:type="dcterms:W3CDTF">2026-05-10T08:14:00Z</dcterms:created>
  <dcterms:modified xsi:type="dcterms:W3CDTF">2026-07-05T08:44:07Z</dcterms:modified>
</cp:coreProperties>
</file>